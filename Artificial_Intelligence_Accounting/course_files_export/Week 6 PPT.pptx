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emf" ContentType="image/x-emf"/>
  <Default Extension="rels" ContentType="application/vnd.openxmlformats-package.relationships+xml"/>
  <Default Extension="xml" ContentType="application/xml"/>
  <Default Extension="wdp" ContentType="image/vnd.ms-photo"/>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tags/tag2.xml" ContentType="application/vnd.openxmlformats-officedocument.presentationml.tags+xml"/>
  <Override PartName="/ppt/notesSlides/notesSlide3.xml" ContentType="application/vnd.openxmlformats-officedocument.presentationml.notesSlide+xml"/>
  <Override PartName="/ppt/tags/tag3.xml" ContentType="application/vnd.openxmlformats-officedocument.presentationml.tags+xml"/>
  <Override PartName="/ppt/notesSlides/notesSlide4.xml" ContentType="application/vnd.openxmlformats-officedocument.presentationml.notesSlide+xml"/>
  <Override PartName="/ppt/tags/tag4.xml" ContentType="application/vnd.openxmlformats-officedocument.presentationml.tags+xml"/>
  <Override PartName="/ppt/notesSlides/notesSlide5.xml" ContentType="application/vnd.openxmlformats-officedocument.presentationml.notesSlide+xml"/>
  <Override PartName="/ppt/tags/tag5.xml" ContentType="application/vnd.openxmlformats-officedocument.presentationml.tags+xml"/>
  <Override PartName="/ppt/notesSlides/notesSlide6.xml" ContentType="application/vnd.openxmlformats-officedocument.presentationml.notesSlide+xml"/>
  <Override PartName="/ppt/tags/tag6.xml" ContentType="application/vnd.openxmlformats-officedocument.presentationml.tags+xml"/>
  <Override PartName="/ppt/notesSlides/notesSlide7.xml" ContentType="application/vnd.openxmlformats-officedocument.presentationml.notesSlide+xml"/>
  <Override PartName="/ppt/tags/tag7.xml" ContentType="application/vnd.openxmlformats-officedocument.presentationml.tags+xml"/>
  <Override PartName="/ppt/notesSlides/notesSlide8.xml" ContentType="application/vnd.openxmlformats-officedocument.presentationml.notesSlide+xml"/>
  <Override PartName="/ppt/tags/tag8.xml" ContentType="application/vnd.openxmlformats-officedocument.presentationml.tags+xml"/>
  <Override PartName="/ppt/notesSlides/notesSlide9.xml" ContentType="application/vnd.openxmlformats-officedocument.presentationml.notesSlide+xml"/>
  <Override PartName="/ppt/tags/tag9.xml" ContentType="application/vnd.openxmlformats-officedocument.presentationml.tags+xml"/>
  <Override PartName="/ppt/notesSlides/notesSlide10.xml" ContentType="application/vnd.openxmlformats-officedocument.presentationml.notesSlide+xml"/>
  <Override PartName="/ppt/tags/tag10.xml" ContentType="application/vnd.openxmlformats-officedocument.presentationml.tags+xml"/>
  <Override PartName="/ppt/notesSlides/notesSlide11.xml" ContentType="application/vnd.openxmlformats-officedocument.presentationml.notesSlide+xml"/>
  <Override PartName="/ppt/tags/tag11.xml" ContentType="application/vnd.openxmlformats-officedocument.presentationml.tags+xml"/>
  <Override PartName="/ppt/notesSlides/notesSlide12.xml" ContentType="application/vnd.openxmlformats-officedocument.presentationml.notesSlide+xml"/>
  <Override PartName="/ppt/tags/tag12.xml" ContentType="application/vnd.openxmlformats-officedocument.presentationml.tags+xml"/>
  <Override PartName="/ppt/notesSlides/notesSlide13.xml" ContentType="application/vnd.openxmlformats-officedocument.presentationml.notesSlide+xml"/>
  <Override PartName="/ppt/tags/tag13.xml" ContentType="application/vnd.openxmlformats-officedocument.presentationml.tags+xml"/>
  <Override PartName="/ppt/notesSlides/notesSlide14.xml" ContentType="application/vnd.openxmlformats-officedocument.presentationml.notesSlide+xml"/>
  <Override PartName="/ppt/tags/tag14.xml" ContentType="application/vnd.openxmlformats-officedocument.presentationml.tags+xml"/>
  <Override PartName="/ppt/notesSlides/notesSlide15.xml" ContentType="application/vnd.openxmlformats-officedocument.presentationml.notesSlide+xml"/>
  <Override PartName="/ppt/tags/tag15.xml" ContentType="application/vnd.openxmlformats-officedocument.presentationml.tags+xml"/>
  <Override PartName="/ppt/notesSlides/notesSlide16.xml" ContentType="application/vnd.openxmlformats-officedocument.presentationml.notesSlide+xml"/>
  <Override PartName="/ppt/tags/tag16.xml" ContentType="application/vnd.openxmlformats-officedocument.presentationml.tags+xml"/>
  <Override PartName="/ppt/notesSlides/notesSlide17.xml" ContentType="application/vnd.openxmlformats-officedocument.presentationml.notesSlide+xml"/>
  <Override PartName="/ppt/tags/tag17.xml" ContentType="application/vnd.openxmlformats-officedocument.presentationml.tags+xml"/>
  <Override PartName="/ppt/notesSlides/notesSlide18.xml" ContentType="application/vnd.openxmlformats-officedocument.presentationml.notesSlide+xml"/>
  <Override PartName="/ppt/tags/tag18.xml" ContentType="application/vnd.openxmlformats-officedocument.presentationml.tags+xml"/>
  <Override PartName="/ppt/notesSlides/notesSlide19.xml" ContentType="application/vnd.openxmlformats-officedocument.presentationml.notesSlide+xml"/>
  <Override PartName="/ppt/tags/tag19.xml" ContentType="application/vnd.openxmlformats-officedocument.presentationml.tags+xml"/>
  <Override PartName="/ppt/notesSlides/notesSlide20.xml" ContentType="application/vnd.openxmlformats-officedocument.presentationml.notesSlide+xml"/>
  <Override PartName="/ppt/tags/tag20.xml" ContentType="application/vnd.openxmlformats-officedocument.presentationml.tags+xml"/>
  <Override PartName="/ppt/notesSlides/notesSlide21.xml" ContentType="application/vnd.openxmlformats-officedocument.presentationml.notesSlide+xml"/>
  <Override PartName="/ppt/tags/tag21.xml" ContentType="application/vnd.openxmlformats-officedocument.presentationml.tags+xml"/>
  <Override PartName="/ppt/notesSlides/notesSlide22.xml" ContentType="application/vnd.openxmlformats-officedocument.presentationml.notesSlide+xml"/>
  <Override PartName="/ppt/tags/tag22.xml" ContentType="application/vnd.openxmlformats-officedocument.presentationml.tags+xml"/>
  <Override PartName="/ppt/notesSlides/notesSlide23.xml" ContentType="application/vnd.openxmlformats-officedocument.presentationml.notesSlide+xml"/>
  <Override PartName="/ppt/tags/tag23.xml" ContentType="application/vnd.openxmlformats-officedocument.presentationml.tags+xml"/>
  <Override PartName="/ppt/notesSlides/notesSlide24.xml" ContentType="application/vnd.openxmlformats-officedocument.presentationml.notesSlide+xml"/>
  <Override PartName="/ppt/tags/tag24.xml" ContentType="application/vnd.openxmlformats-officedocument.presentationml.tags+xml"/>
  <Override PartName="/ppt/notesSlides/notesSlide25.xml" ContentType="application/vnd.openxmlformats-officedocument.presentationml.notesSlide+xml"/>
  <Override PartName="/ppt/tags/tag25.xml" ContentType="application/vnd.openxmlformats-officedocument.presentationml.tags+xml"/>
  <Override PartName="/ppt/notesSlides/notesSlide26.xml" ContentType="application/vnd.openxmlformats-officedocument.presentationml.notesSlide+xml"/>
  <Override PartName="/ppt/tags/tag26.xml" ContentType="application/vnd.openxmlformats-officedocument.presentationml.tags+xml"/>
  <Override PartName="/ppt/notesSlides/notesSlide27.xml" ContentType="application/vnd.openxmlformats-officedocument.presentationml.notesSlide+xml"/>
  <Override PartName="/ppt/tags/tag27.xml" ContentType="application/vnd.openxmlformats-officedocument.presentationml.tags+xml"/>
  <Override PartName="/ppt/notesSlides/notesSlide28.xml" ContentType="application/vnd.openxmlformats-officedocument.presentationml.notesSlide+xml"/>
  <Override PartName="/ppt/tags/tag28.xml" ContentType="application/vnd.openxmlformats-officedocument.presentationml.tags+xml"/>
  <Override PartName="/ppt/notesSlides/notesSlide29.xml" ContentType="application/vnd.openxmlformats-officedocument.presentationml.notesSlide+xml"/>
  <Override PartName="/ppt/tags/tag29.xml" ContentType="application/vnd.openxmlformats-officedocument.presentationml.tags+xml"/>
  <Override PartName="/ppt/notesSlides/notesSlide30.xml" ContentType="application/vnd.openxmlformats-officedocument.presentationml.notesSlide+xml"/>
  <Override PartName="/ppt/tags/tag30.xml" ContentType="application/vnd.openxmlformats-officedocument.presentationml.tags+xml"/>
  <Override PartName="/ppt/notesSlides/notesSlide31.xml" ContentType="application/vnd.openxmlformats-officedocument.presentationml.notesSlide+xml"/>
  <Override PartName="/ppt/tags/tag31.xml" ContentType="application/vnd.openxmlformats-officedocument.presentationml.tags+xml"/>
  <Override PartName="/ppt/notesSlides/notesSlide32.xml" ContentType="application/vnd.openxmlformats-officedocument.presentationml.notesSlide+xml"/>
  <Override PartName="/ppt/tags/tag32.xml" ContentType="application/vnd.openxmlformats-officedocument.presentationml.tags+xml"/>
  <Override PartName="/ppt/notesSlides/notesSlide33.xml" ContentType="application/vnd.openxmlformats-officedocument.presentationml.notesSlide+xml"/>
  <Override PartName="/ppt/tags/tag33.xml" ContentType="application/vnd.openxmlformats-officedocument.presentationml.tags+xml"/>
  <Override PartName="/ppt/notesSlides/notesSlide34.xml" ContentType="application/vnd.openxmlformats-officedocument.presentationml.notesSlide+xml"/>
  <Override PartName="/ppt/tags/tag34.xml" ContentType="application/vnd.openxmlformats-officedocument.presentationml.tags+xml"/>
  <Override PartName="/ppt/notesSlides/notesSlide35.xml" ContentType="application/vnd.openxmlformats-officedocument.presentationml.notesSlide+xml"/>
  <Override PartName="/ppt/tags/tag35.xml" ContentType="application/vnd.openxmlformats-officedocument.presentationml.tags+xml"/>
  <Override PartName="/ppt/notesSlides/notesSlide36.xml" ContentType="application/vnd.openxmlformats-officedocument.presentationml.notesSlide+xml"/>
  <Override PartName="/ppt/tags/tag36.xml" ContentType="application/vnd.openxmlformats-officedocument.presentationml.tags+xml"/>
  <Override PartName="/ppt/notesSlides/notesSlide37.xml" ContentType="application/vnd.openxmlformats-officedocument.presentationml.notesSlide+xml"/>
  <Override PartName="/ppt/tags/tag37.xml" ContentType="application/vnd.openxmlformats-officedocument.presentationml.tags+xml"/>
  <Override PartName="/ppt/notesSlides/notesSlide38.xml" ContentType="application/vnd.openxmlformats-officedocument.presentationml.notesSlide+xml"/>
  <Override PartName="/ppt/tags/tag38.xml" ContentType="application/vnd.openxmlformats-officedocument.presentationml.tags+xml"/>
  <Override PartName="/ppt/notesSlides/notesSlide39.xml" ContentType="application/vnd.openxmlformats-officedocument.presentationml.notesSlide+xml"/>
  <Override PartName="/ppt/tags/tag39.xml" ContentType="application/vnd.openxmlformats-officedocument.presentationml.tags+xml"/>
  <Override PartName="/ppt/notesSlides/notesSlide40.xml" ContentType="application/vnd.openxmlformats-officedocument.presentationml.notesSlide+xml"/>
  <Override PartName="/ppt/tags/tag40.xml" ContentType="application/vnd.openxmlformats-officedocument.presentationml.tags+xml"/>
  <Override PartName="/ppt/notesSlides/notesSlide41.xml" ContentType="application/vnd.openxmlformats-officedocument.presentationml.notesSlide+xml"/>
  <Override PartName="/ppt/tags/tag41.xml" ContentType="application/vnd.openxmlformats-officedocument.presentationml.tags+xml"/>
  <Override PartName="/ppt/notesSlides/notesSlide42.xml" ContentType="application/vnd.openxmlformats-officedocument.presentationml.notesSlide+xml"/>
  <Override PartName="/ppt/tags/tag42.xml" ContentType="application/vnd.openxmlformats-officedocument.presentationml.tags+xml"/>
  <Override PartName="/ppt/notesSlides/notesSlide43.xml" ContentType="application/vnd.openxmlformats-officedocument.presentationml.notesSlide+xml"/>
  <Override PartName="/ppt/tags/tag43.xml" ContentType="application/vnd.openxmlformats-officedocument.presentationml.tags+xml"/>
  <Override PartName="/ppt/notesSlides/notesSlide44.xml" ContentType="application/vnd.openxmlformats-officedocument.presentationml.notesSlide+xml"/>
  <Override PartName="/ppt/tags/tag44.xml" ContentType="application/vnd.openxmlformats-officedocument.presentationml.tags+xml"/>
  <Override PartName="/ppt/notesSlides/notesSlide45.xml" ContentType="application/vnd.openxmlformats-officedocument.presentationml.notesSlide+xml"/>
  <Override PartName="/ppt/tags/tag45.xml" ContentType="application/vnd.openxmlformats-officedocument.presentationml.tags+xml"/>
  <Override PartName="/ppt/notesSlides/notesSlide46.xml" ContentType="application/vnd.openxmlformats-officedocument.presentationml.notesSlide+xml"/>
  <Override PartName="/ppt/tags/tag46.xml" ContentType="application/vnd.openxmlformats-officedocument.presentationml.tags+xml"/>
  <Override PartName="/ppt/notesSlides/notesSlide47.xml" ContentType="application/vnd.openxmlformats-officedocument.presentationml.notesSlide+xml"/>
  <Override PartName="/ppt/tags/tag47.xml" ContentType="application/vnd.openxmlformats-officedocument.presentationml.tags+xml"/>
  <Override PartName="/ppt/notesSlides/notesSlide48.xml" ContentType="application/vnd.openxmlformats-officedocument.presentationml.notesSlide+xml"/>
  <Override PartName="/ppt/tags/tag48.xml" ContentType="application/vnd.openxmlformats-officedocument.presentationml.tags+xml"/>
  <Override PartName="/ppt/notesSlides/notesSlide49.xml" ContentType="application/vnd.openxmlformats-officedocument.presentationml.notesSlide+xml"/>
  <Override PartName="/ppt/tags/tag49.xml" ContentType="application/vnd.openxmlformats-officedocument.presentationml.tags+xml"/>
  <Override PartName="/ppt/notesSlides/notesSlide50.xml" ContentType="application/vnd.openxmlformats-officedocument.presentationml.notesSlide+xml"/>
  <Override PartName="/ppt/tags/tag50.xml" ContentType="application/vnd.openxmlformats-officedocument.presentationml.tags+xml"/>
  <Override PartName="/ppt/notesSlides/notesSlide51.xml" ContentType="application/vnd.openxmlformats-officedocument.presentationml.notesSlide+xml"/>
  <Override PartName="/ppt/tags/tag51.xml" ContentType="application/vnd.openxmlformats-officedocument.presentationml.tags+xml"/>
  <Override PartName="/ppt/notesSlides/notesSlide52.xml" ContentType="application/vnd.openxmlformats-officedocument.presentationml.notesSlide+xml"/>
  <Override PartName="/ppt/tags/tag52.xml" ContentType="application/vnd.openxmlformats-officedocument.presentationml.tags+xml"/>
  <Override PartName="/ppt/notesSlides/notesSlide53.xml" ContentType="application/vnd.openxmlformats-officedocument.presentationml.notesSlide+xml"/>
  <Override PartName="/ppt/tags/tag53.xml" ContentType="application/vnd.openxmlformats-officedocument.presentationml.tags+xml"/>
  <Override PartName="/ppt/notesSlides/notesSlide54.xml" ContentType="application/vnd.openxmlformats-officedocument.presentationml.notesSlide+xml"/>
  <Override PartName="/ppt/tags/tag54.xml" ContentType="application/vnd.openxmlformats-officedocument.presentationml.tags+xml"/>
  <Override PartName="/ppt/notesSlides/notesSlide55.xml" ContentType="application/vnd.openxmlformats-officedocument.presentationml.notesSlide+xml"/>
  <Override PartName="/ppt/tags/tag55.xml" ContentType="application/vnd.openxmlformats-officedocument.presentationml.tags+xml"/>
  <Override PartName="/ppt/notesSlides/notesSlide56.xml" ContentType="application/vnd.openxmlformats-officedocument.presentationml.notesSlide+xml"/>
  <Override PartName="/ppt/tags/tag56.xml" ContentType="application/vnd.openxmlformats-officedocument.presentationml.tags+xml"/>
  <Override PartName="/ppt/notesSlides/notesSlide57.xml" ContentType="application/vnd.openxmlformats-officedocument.presentationml.notesSlide+xml"/>
  <Override PartName="/ppt/tags/tag57.xml" ContentType="application/vnd.openxmlformats-officedocument.presentationml.tags+xml"/>
  <Override PartName="/ppt/notesSlides/notesSlide58.xml" ContentType="application/vnd.openxmlformats-officedocument.presentationml.notesSlide+xml"/>
  <Override PartName="/ppt/tags/tag58.xml" ContentType="application/vnd.openxmlformats-officedocument.presentationml.tags+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5721" r:id="rId1"/>
  </p:sldMasterIdLst>
  <p:notesMasterIdLst>
    <p:notesMasterId r:id="rId94"/>
  </p:notesMasterIdLst>
  <p:handoutMasterIdLst>
    <p:handoutMasterId r:id="rId95"/>
  </p:handoutMasterIdLst>
  <p:sldIdLst>
    <p:sldId id="397" r:id="rId2"/>
    <p:sldId id="401" r:id="rId3"/>
    <p:sldId id="360" r:id="rId4"/>
    <p:sldId id="361" r:id="rId5"/>
    <p:sldId id="343" r:id="rId6"/>
    <p:sldId id="335" r:id="rId7"/>
    <p:sldId id="362" r:id="rId8"/>
    <p:sldId id="363" r:id="rId9"/>
    <p:sldId id="364" r:id="rId10"/>
    <p:sldId id="366" r:id="rId11"/>
    <p:sldId id="367" r:id="rId12"/>
    <p:sldId id="344" r:id="rId13"/>
    <p:sldId id="371" r:id="rId14"/>
    <p:sldId id="375" r:id="rId15"/>
    <p:sldId id="374" r:id="rId16"/>
    <p:sldId id="376" r:id="rId17"/>
    <p:sldId id="377" r:id="rId18"/>
    <p:sldId id="345" r:id="rId19"/>
    <p:sldId id="379" r:id="rId20"/>
    <p:sldId id="336" r:id="rId21"/>
    <p:sldId id="381" r:id="rId22"/>
    <p:sldId id="340" r:id="rId23"/>
    <p:sldId id="382" r:id="rId24"/>
    <p:sldId id="383" r:id="rId25"/>
    <p:sldId id="384" r:id="rId26"/>
    <p:sldId id="386" r:id="rId27"/>
    <p:sldId id="387" r:id="rId28"/>
    <p:sldId id="388" r:id="rId29"/>
    <p:sldId id="402" r:id="rId30"/>
    <p:sldId id="259" r:id="rId31"/>
    <p:sldId id="261" r:id="rId32"/>
    <p:sldId id="262" r:id="rId33"/>
    <p:sldId id="263" r:id="rId34"/>
    <p:sldId id="264" r:id="rId35"/>
    <p:sldId id="265" r:id="rId36"/>
    <p:sldId id="266" r:id="rId37"/>
    <p:sldId id="267" r:id="rId38"/>
    <p:sldId id="268" r:id="rId39"/>
    <p:sldId id="269" r:id="rId40"/>
    <p:sldId id="270" r:id="rId41"/>
    <p:sldId id="271" r:id="rId42"/>
    <p:sldId id="272" r:id="rId43"/>
    <p:sldId id="273" r:id="rId44"/>
    <p:sldId id="274" r:id="rId45"/>
    <p:sldId id="275" r:id="rId46"/>
    <p:sldId id="276" r:id="rId47"/>
    <p:sldId id="277" r:id="rId48"/>
    <p:sldId id="278" r:id="rId49"/>
    <p:sldId id="279" r:id="rId50"/>
    <p:sldId id="280" r:id="rId51"/>
    <p:sldId id="331" r:id="rId52"/>
    <p:sldId id="334" r:id="rId53"/>
    <p:sldId id="399" r:id="rId54"/>
    <p:sldId id="283" r:id="rId55"/>
    <p:sldId id="305" r:id="rId56"/>
    <p:sldId id="306" r:id="rId57"/>
    <p:sldId id="304" r:id="rId58"/>
    <p:sldId id="284" r:id="rId59"/>
    <p:sldId id="285" r:id="rId60"/>
    <p:sldId id="308" r:id="rId61"/>
    <p:sldId id="307" r:id="rId62"/>
    <p:sldId id="286" r:id="rId63"/>
    <p:sldId id="287" r:id="rId64"/>
    <p:sldId id="310" r:id="rId65"/>
    <p:sldId id="309" r:id="rId66"/>
    <p:sldId id="288" r:id="rId67"/>
    <p:sldId id="291" r:id="rId68"/>
    <p:sldId id="315" r:id="rId69"/>
    <p:sldId id="292" r:id="rId70"/>
    <p:sldId id="293" r:id="rId71"/>
    <p:sldId id="316" r:id="rId72"/>
    <p:sldId id="294" r:id="rId73"/>
    <p:sldId id="295" r:id="rId74"/>
    <p:sldId id="318" r:id="rId75"/>
    <p:sldId id="296" r:id="rId76"/>
    <p:sldId id="400" r:id="rId77"/>
    <p:sldId id="320" r:id="rId78"/>
    <p:sldId id="298" r:id="rId79"/>
    <p:sldId id="299" r:id="rId80"/>
    <p:sldId id="324" r:id="rId81"/>
    <p:sldId id="323" r:id="rId82"/>
    <p:sldId id="322" r:id="rId83"/>
    <p:sldId id="321" r:id="rId84"/>
    <p:sldId id="300" r:id="rId85"/>
    <p:sldId id="446" r:id="rId86"/>
    <p:sldId id="311" r:id="rId87"/>
    <p:sldId id="365" r:id="rId88"/>
    <p:sldId id="338" r:id="rId89"/>
    <p:sldId id="372" r:id="rId90"/>
    <p:sldId id="433" r:id="rId91"/>
    <p:sldId id="438" r:id="rId92"/>
    <p:sldId id="445" r:id="rId93"/>
  </p:sldIdLst>
  <p:sldSz cx="9144000" cy="6858000" type="screen4x3"/>
  <p:notesSz cx="6797675" cy="9929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28" userDrawn="1">
          <p15:clr>
            <a:srgbClr val="A4A3A4"/>
          </p15:clr>
        </p15:guide>
        <p15:guide id="2" pos="2141"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8" name="Author" initials="A" lastIdx="0" clrIdx="8"/>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102D0"/>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661" autoAdjust="0"/>
    <p:restoredTop sz="92494" autoAdjust="0"/>
  </p:normalViewPr>
  <p:slideViewPr>
    <p:cSldViewPr>
      <p:cViewPr varScale="1">
        <p:scale>
          <a:sx n="76" d="100"/>
          <a:sy n="76" d="100"/>
        </p:scale>
        <p:origin x="1963" y="58"/>
      </p:cViewPr>
      <p:guideLst>
        <p:guide orient="horz" pos="2160"/>
        <p:guide pos="2880"/>
      </p:guideLst>
    </p:cSldViewPr>
  </p:slideViewPr>
  <p:outlineViewPr>
    <p:cViewPr>
      <p:scale>
        <a:sx n="33" d="100"/>
        <a:sy n="33" d="100"/>
      </p:scale>
      <p:origin x="0" y="-731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76" d="100"/>
          <a:sy n="76" d="100"/>
        </p:scale>
        <p:origin x="2885" y="67"/>
      </p:cViewPr>
      <p:guideLst>
        <p:guide orient="horz" pos="3128"/>
        <p:guide pos="2141"/>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handoutMaster" Target="handoutMasters/handoutMaster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notesMaster" Target="notesMasters/notesMaster1.xml"/><Relationship Id="rId9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15.wmf"/><Relationship Id="rId7" Type="http://schemas.openxmlformats.org/officeDocument/2006/relationships/image" Target="../media/image19.wmf"/><Relationship Id="rId2" Type="http://schemas.openxmlformats.org/officeDocument/2006/relationships/image" Target="../media/image14.wmf"/><Relationship Id="rId1" Type="http://schemas.openxmlformats.org/officeDocument/2006/relationships/image" Target="../media/image13.wmf"/><Relationship Id="rId6" Type="http://schemas.openxmlformats.org/officeDocument/2006/relationships/image" Target="../media/image18.wmf"/><Relationship Id="rId5" Type="http://schemas.openxmlformats.org/officeDocument/2006/relationships/image" Target="../media/image17.wmf"/><Relationship Id="rId4" Type="http://schemas.openxmlformats.org/officeDocument/2006/relationships/image" Target="../media/image16.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image" Target="../media/image16.wmf"/><Relationship Id="rId1" Type="http://schemas.openxmlformats.org/officeDocument/2006/relationships/image" Target="../media/image20.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image" Target="../media/image16.wmf"/><Relationship Id="rId1" Type="http://schemas.openxmlformats.org/officeDocument/2006/relationships/image" Target="../media/image21.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image" Target="../media/image16.wmf"/><Relationship Id="rId1" Type="http://schemas.openxmlformats.org/officeDocument/2006/relationships/image" Target="../media/image22.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image" Target="../media/image14.wmf"/><Relationship Id="rId1" Type="http://schemas.openxmlformats.org/officeDocument/2006/relationships/image" Target="../media/image23.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image" Target="../media/image16.wmf"/><Relationship Id="rId1" Type="http://schemas.openxmlformats.org/officeDocument/2006/relationships/image" Target="../media/image24.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image" Target="../media/image16.wmf"/><Relationship Id="rId1" Type="http://schemas.openxmlformats.org/officeDocument/2006/relationships/image" Target="../media/image25.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image" Target="../media/image16.wmf"/><Relationship Id="rId1" Type="http://schemas.openxmlformats.org/officeDocument/2006/relationships/image" Target="../media/image26.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image" Target="../media/image14.wmf"/><Relationship Id="rId1" Type="http://schemas.openxmlformats.org/officeDocument/2006/relationships/image" Target="../media/image27.w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29.wmf"/><Relationship Id="rId1" Type="http://schemas.openxmlformats.org/officeDocument/2006/relationships/image" Target="../media/image28.e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image" Target="../media/image30.w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image" Target="../media/image31.w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29.wmf"/><Relationship Id="rId1" Type="http://schemas.openxmlformats.org/officeDocument/2006/relationships/image" Target="../media/image32.w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29.wmf"/><Relationship Id="rId1" Type="http://schemas.openxmlformats.org/officeDocument/2006/relationships/image" Target="../media/image33.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5966849" y="0"/>
            <a:ext cx="829254" cy="298240"/>
          </a:xfrm>
          <a:prstGeom prst="rect">
            <a:avLst/>
          </a:prstGeom>
        </p:spPr>
        <p:txBody>
          <a:bodyPr vert="horz" wrap="square" lIns="93164" tIns="46582" rIns="93164" bIns="46582" numCol="1" anchor="b" anchorCtr="0" compatLnSpc="1">
            <a:prstTxWarp prst="textNoShape">
              <a:avLst/>
            </a:prstTxWarp>
          </a:bodyPr>
          <a:lstStyle>
            <a:lvl1pPr algn="r">
              <a:defRPr sz="1200"/>
            </a:lvl1pPr>
          </a:lstStyle>
          <a:p>
            <a:pPr>
              <a:defRPr/>
            </a:pPr>
            <a:r>
              <a:rPr lang="en-US" dirty="0"/>
              <a:t>1-</a:t>
            </a:r>
            <a:fld id="{4FC70F1E-A9CF-4725-BA99-5BD9E946C6F2}" type="slidenum">
              <a:rPr lang="en-US"/>
              <a:pPr>
                <a:defRPr/>
              </a:pPr>
              <a:t>‹#›</a:t>
            </a:fld>
            <a:endParaRPr lang="en-US" dirty="0"/>
          </a:p>
        </p:txBody>
      </p:sp>
    </p:spTree>
    <p:extLst>
      <p:ext uri="{BB962C8B-B14F-4D97-AF65-F5344CB8AC3E}">
        <p14:creationId xmlns:p14="http://schemas.microsoft.com/office/powerpoint/2010/main" val="1316222122"/>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915988" y="744538"/>
            <a:ext cx="4965700" cy="3724275"/>
          </a:xfrm>
          <a:prstGeom prst="rect">
            <a:avLst/>
          </a:prstGeom>
          <a:noFill/>
          <a:ln w="12700">
            <a:solidFill>
              <a:prstClr val="black"/>
            </a:solidFill>
          </a:ln>
        </p:spPr>
        <p:txBody>
          <a:bodyPr vert="horz" wrap="square" lIns="93164" tIns="46582" rIns="93164" bIns="46582" numCol="1" anchor="ctr" anchorCtr="0" compatLnSpc="1">
            <a:prstTxWarp prst="textNoShape">
              <a:avLst/>
            </a:prstTxWarp>
          </a:bodyPr>
          <a:lstStyle/>
          <a:p>
            <a:pPr lvl="0"/>
            <a:endParaRPr lang="en-US" noProof="0" dirty="0"/>
          </a:p>
        </p:txBody>
      </p:sp>
      <p:sp>
        <p:nvSpPr>
          <p:cNvPr id="5" name="Notes Placeholder 4"/>
          <p:cNvSpPr>
            <a:spLocks noGrp="1"/>
          </p:cNvSpPr>
          <p:nvPr>
            <p:ph type="body" sz="quarter" idx="3"/>
          </p:nvPr>
        </p:nvSpPr>
        <p:spPr>
          <a:xfrm>
            <a:off x="679768" y="4716662"/>
            <a:ext cx="5438140" cy="4468416"/>
          </a:xfrm>
          <a:prstGeom prst="rect">
            <a:avLst/>
          </a:prstGeom>
          <a:ln>
            <a:noFill/>
          </a:ln>
        </p:spPr>
        <p:txBody>
          <a:bodyPr vert="horz" wrap="square" lIns="93164" tIns="46582" rIns="93164" bIns="46582" numCol="1" anchor="t" anchorCtr="0" compatLnSpc="1">
            <a:prstTxWarp prst="textNoShape">
              <a:avLst/>
            </a:prstTxWarp>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Slide Number Placeholder 4"/>
          <p:cNvSpPr txBox="1">
            <a:spLocks/>
          </p:cNvSpPr>
          <p:nvPr/>
        </p:nvSpPr>
        <p:spPr>
          <a:xfrm>
            <a:off x="5287083" y="0"/>
            <a:ext cx="1510595" cy="330995"/>
          </a:xfrm>
          <a:prstGeom prst="rect">
            <a:avLst/>
          </a:prstGeom>
        </p:spPr>
        <p:txBody>
          <a:bodyPr lIns="93164" tIns="46582" rIns="93164" bIns="46582" anchor="b"/>
          <a:lstStyle>
            <a:lvl1pPr eaLnBrk="0" hangingPunct="0">
              <a:defRPr sz="2400">
                <a:solidFill>
                  <a:schemeClr val="tx1"/>
                </a:solidFill>
                <a:latin typeface="Arial" charset="0"/>
                <a:cs typeface="Arial" charset="0"/>
              </a:defRPr>
            </a:lvl1pPr>
            <a:lvl2pPr marL="37931725" indent="-37474525" eaLnBrk="0" hangingPunct="0">
              <a:defRPr sz="2400">
                <a:solidFill>
                  <a:schemeClr val="tx1"/>
                </a:solidFill>
                <a:latin typeface="Arial" charset="0"/>
                <a:cs typeface="Arial" charset="0"/>
              </a:defRPr>
            </a:lvl2pPr>
            <a:lvl3pPr eaLnBrk="0" hangingPunct="0">
              <a:defRPr sz="2400">
                <a:solidFill>
                  <a:schemeClr val="tx1"/>
                </a:solidFill>
                <a:latin typeface="Arial" charset="0"/>
                <a:cs typeface="Arial" charset="0"/>
              </a:defRPr>
            </a:lvl3pPr>
            <a:lvl4pPr eaLnBrk="0" hangingPunct="0">
              <a:defRPr sz="2400">
                <a:solidFill>
                  <a:schemeClr val="tx1"/>
                </a:solidFill>
                <a:latin typeface="Arial" charset="0"/>
                <a:cs typeface="Arial" charset="0"/>
              </a:defRPr>
            </a:lvl4pPr>
            <a:lvl5pPr eaLnBrk="0" hangingPunct="0">
              <a:defRPr sz="2400">
                <a:solidFill>
                  <a:schemeClr val="tx1"/>
                </a:solidFill>
                <a:latin typeface="Arial" charset="0"/>
                <a:cs typeface="Arial" charset="0"/>
              </a:defRPr>
            </a:lvl5pPr>
            <a:lvl6pPr marL="457200" eaLnBrk="0" fontAlgn="base" hangingPunct="0">
              <a:spcBef>
                <a:spcPct val="0"/>
              </a:spcBef>
              <a:spcAft>
                <a:spcPct val="0"/>
              </a:spcAft>
              <a:defRPr sz="2400">
                <a:solidFill>
                  <a:schemeClr val="tx1"/>
                </a:solidFill>
                <a:latin typeface="Arial" charset="0"/>
                <a:cs typeface="Arial" charset="0"/>
              </a:defRPr>
            </a:lvl6pPr>
            <a:lvl7pPr marL="914400" eaLnBrk="0" fontAlgn="base" hangingPunct="0">
              <a:spcBef>
                <a:spcPct val="0"/>
              </a:spcBef>
              <a:spcAft>
                <a:spcPct val="0"/>
              </a:spcAft>
              <a:defRPr sz="2400">
                <a:solidFill>
                  <a:schemeClr val="tx1"/>
                </a:solidFill>
                <a:latin typeface="Arial" charset="0"/>
                <a:cs typeface="Arial" charset="0"/>
              </a:defRPr>
            </a:lvl7pPr>
            <a:lvl8pPr marL="1371600" eaLnBrk="0" fontAlgn="base" hangingPunct="0">
              <a:spcBef>
                <a:spcPct val="0"/>
              </a:spcBef>
              <a:spcAft>
                <a:spcPct val="0"/>
              </a:spcAft>
              <a:defRPr sz="2400">
                <a:solidFill>
                  <a:schemeClr val="tx1"/>
                </a:solidFill>
                <a:latin typeface="Arial" charset="0"/>
                <a:cs typeface="Arial" charset="0"/>
              </a:defRPr>
            </a:lvl8pPr>
            <a:lvl9pPr marL="1828800" eaLnBrk="0" fontAlgn="base" hangingPunct="0">
              <a:spcBef>
                <a:spcPct val="0"/>
              </a:spcBef>
              <a:spcAft>
                <a:spcPct val="0"/>
              </a:spcAft>
              <a:defRPr sz="2400">
                <a:solidFill>
                  <a:schemeClr val="tx1"/>
                </a:solidFill>
                <a:latin typeface="Arial" charset="0"/>
                <a:cs typeface="Arial" charset="0"/>
              </a:defRPr>
            </a:lvl9pPr>
          </a:lstStyle>
          <a:p>
            <a:pPr algn="r" eaLnBrk="1" hangingPunct="1">
              <a:defRPr/>
            </a:pPr>
            <a:r>
              <a:rPr lang="en-US" sz="1200" dirty="0">
                <a:latin typeface="Calibri" pitchFamily="-107" charset="0"/>
              </a:rPr>
              <a:t>1 - </a:t>
            </a:r>
            <a:fld id="{E8754586-748E-423B-B46D-321A01942A47}" type="slidenum">
              <a:rPr lang="en-US" sz="1200" smtClean="0">
                <a:latin typeface="Calibri" pitchFamily="-107" charset="0"/>
              </a:rPr>
              <a:pPr algn="r" eaLnBrk="1" hangingPunct="1">
                <a:defRPr/>
              </a:pPr>
              <a:t>‹#›</a:t>
            </a:fld>
            <a:endParaRPr lang="en-US" sz="1200" dirty="0">
              <a:latin typeface="Calibri" pitchFamily="-107" charset="0"/>
            </a:endParaRPr>
          </a:p>
        </p:txBody>
      </p:sp>
    </p:spTree>
    <p:extLst>
      <p:ext uri="{BB962C8B-B14F-4D97-AF65-F5344CB8AC3E}">
        <p14:creationId xmlns:p14="http://schemas.microsoft.com/office/powerpoint/2010/main" val="837026057"/>
      </p:ext>
    </p:extLst>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S PGothic" pitchFamily="34" charset="-128"/>
        <a:cs typeface="ＭＳ Ｐゴシック" pitchFamily="-107" charset="-128"/>
      </a:defRPr>
    </a:lvl1pPr>
    <a:lvl2pPr marL="457200" algn="l" rtl="0" eaLnBrk="0" fontAlgn="base" hangingPunct="0">
      <a:spcBef>
        <a:spcPct val="30000"/>
      </a:spcBef>
      <a:spcAft>
        <a:spcPct val="0"/>
      </a:spcAft>
      <a:defRPr sz="1200" kern="1200">
        <a:solidFill>
          <a:schemeClr val="tx1"/>
        </a:solidFill>
        <a:latin typeface="+mn-lt"/>
        <a:ea typeface="MS PGothic" pitchFamily="34" charset="-128"/>
        <a:cs typeface="+mn-cs"/>
      </a:defRPr>
    </a:lvl2pPr>
    <a:lvl3pPr marL="914400" algn="l" rtl="0" eaLnBrk="0" fontAlgn="base" hangingPunct="0">
      <a:spcBef>
        <a:spcPct val="30000"/>
      </a:spcBef>
      <a:spcAft>
        <a:spcPct val="0"/>
      </a:spcAft>
      <a:defRPr sz="1200" kern="1200">
        <a:solidFill>
          <a:schemeClr val="tx1"/>
        </a:solidFill>
        <a:latin typeface="+mn-lt"/>
        <a:ea typeface="MS PGothic" pitchFamily="34" charset="-128"/>
        <a:cs typeface="+mn-cs"/>
      </a:defRPr>
    </a:lvl3pPr>
    <a:lvl4pPr marL="1371600" algn="l" rtl="0" eaLnBrk="0" fontAlgn="base" hangingPunct="0">
      <a:spcBef>
        <a:spcPct val="30000"/>
      </a:spcBef>
      <a:spcAft>
        <a:spcPct val="0"/>
      </a:spcAft>
      <a:defRPr sz="1200" kern="1200">
        <a:solidFill>
          <a:schemeClr val="tx1"/>
        </a:solidFill>
        <a:latin typeface="+mn-lt"/>
        <a:ea typeface="MS PGothic" pitchFamily="34" charset="-128"/>
        <a:cs typeface="+mn-cs"/>
      </a:defRPr>
    </a:lvl4pPr>
    <a:lvl5pPr marL="1828800" algn="l" rtl="0" eaLnBrk="0" fontAlgn="base" hangingPunct="0">
      <a:spcBef>
        <a:spcPct val="30000"/>
      </a:spcBef>
      <a:spcAft>
        <a:spcPct val="0"/>
      </a:spcAft>
      <a:defRPr sz="1200" kern="1200">
        <a:solidFill>
          <a:schemeClr val="tx1"/>
        </a:solidFill>
        <a:latin typeface="+mn-lt"/>
        <a:ea typeface="MS PGothic" pitchFamily="34"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Slide Image Placeholder 1"/>
          <p:cNvSpPr>
            <a:spLocks noGrp="1" noRot="1" noChangeAspect="1" noTextEdit="1"/>
          </p:cNvSpPr>
          <p:nvPr>
            <p:ph type="sldImg"/>
          </p:nvPr>
        </p:nvSpPr>
        <p:spPr bwMode="auto">
          <a:noFill/>
          <a:ln>
            <a:solidFill>
              <a:srgbClr val="000000"/>
            </a:solidFill>
            <a:miter lim="800000"/>
            <a:headEnd/>
            <a:tailEnd/>
          </a:ln>
        </p:spPr>
      </p:sp>
      <p:sp>
        <p:nvSpPr>
          <p:cNvPr id="167939" name="Notes Placeholder 2"/>
          <p:cNvSpPr>
            <a:spLocks noGrp="1"/>
          </p:cNvSpPr>
          <p:nvPr>
            <p:ph type="body" idx="1"/>
          </p:nvPr>
        </p:nvSpPr>
        <p:spPr bwMode="auto">
          <a:noFill/>
        </p:spPr>
        <p:txBody>
          <a:bodyPr/>
          <a:lstStyle/>
          <a:p>
            <a:pPr eaLnBrk="1" hangingPunct="1">
              <a:spcBef>
                <a:spcPct val="0"/>
              </a:spcBef>
            </a:pPr>
            <a:endParaRPr lang="en-US" altLang="en-US" dirty="0"/>
          </a:p>
        </p:txBody>
      </p:sp>
    </p:spTree>
    <p:extLst>
      <p:ext uri="{BB962C8B-B14F-4D97-AF65-F5344CB8AC3E}">
        <p14:creationId xmlns:p14="http://schemas.microsoft.com/office/powerpoint/2010/main" val="31984629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ECC9D963-ED11-4407-AED7-0C8F8ADAA0F3}" type="slidenum">
              <a:rPr lang="en-US"/>
              <a:pPr eaLnBrk="1" hangingPunct="1"/>
              <a:t>6</a:t>
            </a:fld>
            <a:endParaRPr lang="en-US"/>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noFill/>
        </p:spPr>
        <p:txBody>
          <a:bodyPr/>
          <a:lstStyle/>
          <a:p>
            <a:pPr eaLnBrk="1" hangingPunct="1"/>
            <a:endParaRPr lang="en-US"/>
          </a:p>
        </p:txBody>
      </p:sp>
    </p:spTree>
    <p:extLst>
      <p:ext uri="{BB962C8B-B14F-4D97-AF65-F5344CB8AC3E}">
        <p14:creationId xmlns:p14="http://schemas.microsoft.com/office/powerpoint/2010/main" val="12209196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7"/>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EF77A886-C343-4887-8A48-293F09ACFC31}" type="slidenum">
              <a:rPr lang="en-US" smtClean="0"/>
              <a:pPr eaLnBrk="1" hangingPunct="1"/>
              <a:t>9</a:t>
            </a:fld>
            <a:endParaRPr lang="en-US"/>
          </a:p>
        </p:txBody>
      </p:sp>
      <p:sp>
        <p:nvSpPr>
          <p:cNvPr id="181251" name="Rectangle 2"/>
          <p:cNvSpPr>
            <a:spLocks noGrp="1" noRot="1" noChangeAspect="1" noChangeArrowheads="1" noTextEdit="1"/>
          </p:cNvSpPr>
          <p:nvPr>
            <p:ph type="sldImg"/>
          </p:nvPr>
        </p:nvSpPr>
        <p:spPr>
          <a:ln/>
        </p:spPr>
      </p:sp>
      <p:sp>
        <p:nvSpPr>
          <p:cNvPr id="181252" name="Rectangle 3"/>
          <p:cNvSpPr>
            <a:spLocks noGrp="1" noChangeArrowheads="1"/>
          </p:cNvSpPr>
          <p:nvPr>
            <p:ph type="body" idx="1"/>
          </p:nvPr>
        </p:nvSpPr>
        <p:spPr>
          <a:noFill/>
        </p:spPr>
        <p:txBody>
          <a:bodyPr/>
          <a:lstStyle/>
          <a:p>
            <a:pPr eaLnBrk="1" hangingPunct="1"/>
            <a:endParaRPr lang="en-US"/>
          </a:p>
        </p:txBody>
      </p:sp>
    </p:spTree>
    <p:extLst>
      <p:ext uri="{BB962C8B-B14F-4D97-AF65-F5344CB8AC3E}">
        <p14:creationId xmlns:p14="http://schemas.microsoft.com/office/powerpoint/2010/main" val="22720960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F7D806DB-C09E-4A06-A2E4-2C3A69415927}" type="slidenum">
              <a:rPr lang="en-US"/>
              <a:pPr eaLnBrk="1" hangingPunct="1"/>
              <a:t>20</a:t>
            </a:fld>
            <a:endParaRPr lang="en-US"/>
          </a:p>
        </p:txBody>
      </p:sp>
      <p:sp>
        <p:nvSpPr>
          <p:cNvPr id="73731" name="Rectangle 2"/>
          <p:cNvSpPr>
            <a:spLocks noGrp="1" noRot="1" noChangeAspect="1" noChangeArrowheads="1" noTextEdit="1"/>
          </p:cNvSpPr>
          <p:nvPr>
            <p:ph type="sldImg"/>
          </p:nvPr>
        </p:nvSpPr>
        <p:spPr>
          <a:ln/>
        </p:spPr>
      </p:sp>
      <p:sp>
        <p:nvSpPr>
          <p:cNvPr id="73732" name="Rectangle 3"/>
          <p:cNvSpPr>
            <a:spLocks noGrp="1" noChangeArrowheads="1"/>
          </p:cNvSpPr>
          <p:nvPr>
            <p:ph type="body" idx="1"/>
          </p:nvPr>
        </p:nvSpPr>
        <p:spPr>
          <a:noFill/>
        </p:spPr>
        <p:txBody>
          <a:bodyPr/>
          <a:lstStyle/>
          <a:p>
            <a:pPr eaLnBrk="1" hangingPunct="1"/>
            <a:endParaRPr lang="en-US" dirty="0"/>
          </a:p>
        </p:txBody>
      </p:sp>
    </p:spTree>
    <p:extLst>
      <p:ext uri="{BB962C8B-B14F-4D97-AF65-F5344CB8AC3E}">
        <p14:creationId xmlns:p14="http://schemas.microsoft.com/office/powerpoint/2010/main" val="17965392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6B4A946-7E07-4FFD-AF95-25C4C4FBB5D8}" type="slidenum">
              <a:rPr lang="en-US"/>
              <a:pPr/>
              <a:t>30</a:t>
            </a:fld>
            <a:endParaRPr lang="en-US"/>
          </a:p>
        </p:txBody>
      </p:sp>
      <p:sp>
        <p:nvSpPr>
          <p:cNvPr id="108546" name="Rectangle 2"/>
          <p:cNvSpPr>
            <a:spLocks noGrp="1" noRot="1" noChangeAspect="1" noChangeArrowheads="1" noTextEdit="1"/>
          </p:cNvSpPr>
          <p:nvPr>
            <p:ph type="sldImg"/>
          </p:nvPr>
        </p:nvSpPr>
        <p:spPr>
          <a:ln/>
        </p:spPr>
      </p:sp>
      <p:sp>
        <p:nvSpPr>
          <p:cNvPr id="10854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5158822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D1370EE-628B-430E-89E5-BEEB824303E7}" type="slidenum">
              <a:rPr lang="en-US"/>
              <a:pPr/>
              <a:t>31</a:t>
            </a:fld>
            <a:endParaRPr lang="en-US"/>
          </a:p>
        </p:txBody>
      </p:sp>
      <p:sp>
        <p:nvSpPr>
          <p:cNvPr id="110594" name="Rectangle 2"/>
          <p:cNvSpPr>
            <a:spLocks noGrp="1" noRot="1" noChangeAspect="1" noChangeArrowheads="1" noTextEdit="1"/>
          </p:cNvSpPr>
          <p:nvPr>
            <p:ph type="sldImg"/>
          </p:nvPr>
        </p:nvSpPr>
        <p:spPr>
          <a:ln/>
        </p:spPr>
      </p:sp>
      <p:sp>
        <p:nvSpPr>
          <p:cNvPr id="11059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42745705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7897A06-1497-4EAA-B5E5-B7736D715B77}" type="slidenum">
              <a:rPr lang="en-US"/>
              <a:pPr/>
              <a:t>32</a:t>
            </a:fld>
            <a:endParaRPr lang="en-US"/>
          </a:p>
        </p:txBody>
      </p:sp>
      <p:sp>
        <p:nvSpPr>
          <p:cNvPr id="111618" name="Rectangle 2"/>
          <p:cNvSpPr>
            <a:spLocks noGrp="1" noRot="1" noChangeAspect="1" noChangeArrowheads="1" noTextEdit="1"/>
          </p:cNvSpPr>
          <p:nvPr>
            <p:ph type="sldImg"/>
          </p:nvPr>
        </p:nvSpPr>
        <p:spPr>
          <a:ln/>
        </p:spPr>
      </p:sp>
      <p:sp>
        <p:nvSpPr>
          <p:cNvPr id="11161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4985228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14F85A7-93DB-48C6-A034-BF1F662DCD6F}" type="slidenum">
              <a:rPr lang="en-US"/>
              <a:pPr/>
              <a:t>33</a:t>
            </a:fld>
            <a:endParaRPr lang="en-US"/>
          </a:p>
        </p:txBody>
      </p:sp>
      <p:sp>
        <p:nvSpPr>
          <p:cNvPr id="112642" name="Rectangle 2"/>
          <p:cNvSpPr>
            <a:spLocks noGrp="1" noRot="1" noChangeAspect="1" noChangeArrowheads="1" noTextEdit="1"/>
          </p:cNvSpPr>
          <p:nvPr>
            <p:ph type="sldImg"/>
          </p:nvPr>
        </p:nvSpPr>
        <p:spPr>
          <a:ln/>
        </p:spPr>
      </p:sp>
      <p:sp>
        <p:nvSpPr>
          <p:cNvPr id="11264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0451062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28CA3F4-552B-4446-A4D6-75C699B1871D}" type="slidenum">
              <a:rPr lang="en-US"/>
              <a:pPr/>
              <a:t>34</a:t>
            </a:fld>
            <a:endParaRPr lang="en-US"/>
          </a:p>
        </p:txBody>
      </p:sp>
      <p:sp>
        <p:nvSpPr>
          <p:cNvPr id="97282" name="Rectangle 2"/>
          <p:cNvSpPr>
            <a:spLocks noGrp="1" noRot="1" noChangeAspect="1" noChangeArrowheads="1" noTextEdit="1"/>
          </p:cNvSpPr>
          <p:nvPr>
            <p:ph type="sldImg"/>
          </p:nvPr>
        </p:nvSpPr>
        <p:spPr>
          <a:ln/>
        </p:spPr>
      </p:sp>
      <p:sp>
        <p:nvSpPr>
          <p:cNvPr id="97283"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22311540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F3E274D-0C9B-454F-B501-08B3CD70BA28}" type="slidenum">
              <a:rPr lang="en-US"/>
              <a:pPr/>
              <a:t>35</a:t>
            </a:fld>
            <a:endParaRPr lang="en-US"/>
          </a:p>
        </p:txBody>
      </p:sp>
      <p:sp>
        <p:nvSpPr>
          <p:cNvPr id="96258" name="Rectangle 2"/>
          <p:cNvSpPr>
            <a:spLocks noGrp="1" noRot="1" noChangeAspect="1" noChangeArrowheads="1" noTextEdit="1"/>
          </p:cNvSpPr>
          <p:nvPr>
            <p:ph type="sldImg"/>
          </p:nvPr>
        </p:nvSpPr>
        <p:spPr>
          <a:ln/>
        </p:spPr>
      </p:sp>
      <p:sp>
        <p:nvSpPr>
          <p:cNvPr id="96259"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568639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449F052-00B7-4452-A328-83722EDFE016}" type="slidenum">
              <a:rPr lang="en-US"/>
              <a:pPr/>
              <a:t>36</a:t>
            </a:fld>
            <a:endParaRPr lang="en-US"/>
          </a:p>
        </p:txBody>
      </p:sp>
      <p:sp>
        <p:nvSpPr>
          <p:cNvPr id="113666" name="Rectangle 2"/>
          <p:cNvSpPr>
            <a:spLocks noGrp="1" noRot="1" noChangeAspect="1" noChangeArrowheads="1" noTextEdit="1"/>
          </p:cNvSpPr>
          <p:nvPr>
            <p:ph type="sldImg"/>
          </p:nvPr>
        </p:nvSpPr>
        <p:spPr>
          <a:ln/>
        </p:spPr>
      </p:sp>
      <p:sp>
        <p:nvSpPr>
          <p:cNvPr id="11366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5270904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63130EE-FF3E-42D5-962D-79CE007CB74E}" type="slidenum">
              <a:rPr lang="en-US"/>
              <a:pPr/>
              <a:t>37</a:t>
            </a:fld>
            <a:endParaRPr lang="en-US"/>
          </a:p>
        </p:txBody>
      </p:sp>
      <p:sp>
        <p:nvSpPr>
          <p:cNvPr id="98306" name="Rectangle 2"/>
          <p:cNvSpPr>
            <a:spLocks noGrp="1" noRot="1" noChangeAspect="1" noChangeArrowheads="1" noTextEdit="1"/>
          </p:cNvSpPr>
          <p:nvPr>
            <p:ph type="sldImg"/>
          </p:nvPr>
        </p:nvSpPr>
        <p:spPr>
          <a:ln/>
        </p:spPr>
      </p:sp>
      <p:sp>
        <p:nvSpPr>
          <p:cNvPr id="98307"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15485879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BAE2ED3-3AC4-464D-8970-20ED67AF5054}" type="slidenum">
              <a:rPr lang="en-US"/>
              <a:pPr/>
              <a:t>38</a:t>
            </a:fld>
            <a:endParaRPr lang="en-US"/>
          </a:p>
        </p:txBody>
      </p:sp>
      <p:sp>
        <p:nvSpPr>
          <p:cNvPr id="99330" name="Rectangle 2"/>
          <p:cNvSpPr>
            <a:spLocks noGrp="1" noRot="1" noChangeAspect="1" noChangeArrowheads="1" noTextEdit="1"/>
          </p:cNvSpPr>
          <p:nvPr>
            <p:ph type="sldImg"/>
          </p:nvPr>
        </p:nvSpPr>
        <p:spPr>
          <a:ln/>
        </p:spPr>
      </p:sp>
      <p:sp>
        <p:nvSpPr>
          <p:cNvPr id="99331"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36080395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089C30D-0BA8-40E8-B05D-8E27AF4FEA09}" type="slidenum">
              <a:rPr lang="en-US"/>
              <a:pPr/>
              <a:t>39</a:t>
            </a:fld>
            <a:endParaRPr lang="en-US"/>
          </a:p>
        </p:txBody>
      </p:sp>
      <p:sp>
        <p:nvSpPr>
          <p:cNvPr id="114690" name="Rectangle 2"/>
          <p:cNvSpPr>
            <a:spLocks noGrp="1" noRot="1" noChangeAspect="1" noChangeArrowheads="1" noTextEdit="1"/>
          </p:cNvSpPr>
          <p:nvPr>
            <p:ph type="sldImg"/>
          </p:nvPr>
        </p:nvSpPr>
        <p:spPr>
          <a:ln/>
        </p:spPr>
      </p:sp>
      <p:sp>
        <p:nvSpPr>
          <p:cNvPr id="11469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5135262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AE77E7D-01E1-4BD5-B3B4-E3DF3498BF44}" type="slidenum">
              <a:rPr lang="en-US"/>
              <a:pPr/>
              <a:t>40</a:t>
            </a:fld>
            <a:endParaRPr lang="en-US"/>
          </a:p>
        </p:txBody>
      </p:sp>
      <p:sp>
        <p:nvSpPr>
          <p:cNvPr id="115714" name="Rectangle 2"/>
          <p:cNvSpPr>
            <a:spLocks noGrp="1" noRot="1" noChangeAspect="1" noChangeArrowheads="1" noTextEdit="1"/>
          </p:cNvSpPr>
          <p:nvPr>
            <p:ph type="sldImg"/>
          </p:nvPr>
        </p:nvSpPr>
        <p:spPr>
          <a:ln/>
        </p:spPr>
      </p:sp>
      <p:sp>
        <p:nvSpPr>
          <p:cNvPr id="11571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7365974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17CECC7-F17E-4A40-9703-40ACC5788ECC}" type="slidenum">
              <a:rPr lang="en-US"/>
              <a:pPr/>
              <a:t>41</a:t>
            </a:fld>
            <a:endParaRPr lang="en-US"/>
          </a:p>
        </p:txBody>
      </p:sp>
      <p:sp>
        <p:nvSpPr>
          <p:cNvPr id="100354" name="Rectangle 2"/>
          <p:cNvSpPr>
            <a:spLocks noGrp="1" noRot="1" noChangeAspect="1" noChangeArrowheads="1" noTextEdit="1"/>
          </p:cNvSpPr>
          <p:nvPr>
            <p:ph type="sldImg"/>
          </p:nvPr>
        </p:nvSpPr>
        <p:spPr>
          <a:ln/>
        </p:spPr>
      </p:sp>
      <p:sp>
        <p:nvSpPr>
          <p:cNvPr id="100355"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358541199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4DDDC38-8AC2-4D03-B7C9-5564769F101C}" type="slidenum">
              <a:rPr lang="en-US"/>
              <a:pPr/>
              <a:t>42</a:t>
            </a:fld>
            <a:endParaRPr lang="en-US"/>
          </a:p>
        </p:txBody>
      </p:sp>
      <p:sp>
        <p:nvSpPr>
          <p:cNvPr id="101378" name="Rectangle 2"/>
          <p:cNvSpPr>
            <a:spLocks noGrp="1" noRot="1" noChangeAspect="1" noChangeArrowheads="1" noTextEdit="1"/>
          </p:cNvSpPr>
          <p:nvPr>
            <p:ph type="sldImg"/>
          </p:nvPr>
        </p:nvSpPr>
        <p:spPr>
          <a:ln/>
        </p:spPr>
      </p:sp>
      <p:sp>
        <p:nvSpPr>
          <p:cNvPr id="101379"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372273314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A36BE8B-08B2-451D-B2E2-2878CE4BAE2B}" type="slidenum">
              <a:rPr lang="en-US"/>
              <a:pPr/>
              <a:t>43</a:t>
            </a:fld>
            <a:endParaRPr lang="en-US"/>
          </a:p>
        </p:txBody>
      </p:sp>
      <p:sp>
        <p:nvSpPr>
          <p:cNvPr id="102402" name="Rectangle 2"/>
          <p:cNvSpPr>
            <a:spLocks noGrp="1" noRot="1" noChangeAspect="1" noChangeArrowheads="1" noTextEdit="1"/>
          </p:cNvSpPr>
          <p:nvPr>
            <p:ph type="sldImg"/>
          </p:nvPr>
        </p:nvSpPr>
        <p:spPr>
          <a:ln/>
        </p:spPr>
      </p:sp>
      <p:sp>
        <p:nvSpPr>
          <p:cNvPr id="102403"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428555668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8DACD56-48CE-4561-AA09-5EDA4906266A}" type="slidenum">
              <a:rPr lang="en-US"/>
              <a:pPr/>
              <a:t>44</a:t>
            </a:fld>
            <a:endParaRPr lang="en-US"/>
          </a:p>
        </p:txBody>
      </p:sp>
      <p:sp>
        <p:nvSpPr>
          <p:cNvPr id="103426" name="Rectangle 2"/>
          <p:cNvSpPr>
            <a:spLocks noGrp="1" noRot="1" noChangeAspect="1" noChangeArrowheads="1" noTextEdit="1"/>
          </p:cNvSpPr>
          <p:nvPr>
            <p:ph type="sldImg"/>
          </p:nvPr>
        </p:nvSpPr>
        <p:spPr>
          <a:ln/>
        </p:spPr>
      </p:sp>
      <p:sp>
        <p:nvSpPr>
          <p:cNvPr id="103427"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9536986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4E3E291-EB65-4805-9B20-407A02885FB6}" type="slidenum">
              <a:rPr lang="en-US"/>
              <a:pPr/>
              <a:t>45</a:t>
            </a:fld>
            <a:endParaRPr lang="en-US"/>
          </a:p>
        </p:txBody>
      </p:sp>
      <p:sp>
        <p:nvSpPr>
          <p:cNvPr id="116738" name="Rectangle 2"/>
          <p:cNvSpPr>
            <a:spLocks noGrp="1" noRot="1" noChangeAspect="1" noChangeArrowheads="1" noTextEdit="1"/>
          </p:cNvSpPr>
          <p:nvPr>
            <p:ph type="sldImg"/>
          </p:nvPr>
        </p:nvSpPr>
        <p:spPr>
          <a:ln/>
        </p:spPr>
      </p:sp>
      <p:sp>
        <p:nvSpPr>
          <p:cNvPr id="11673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93396001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078D13E-6620-4D7F-B671-0FCC8C097E21}" type="slidenum">
              <a:rPr lang="en-US"/>
              <a:pPr/>
              <a:t>46</a:t>
            </a:fld>
            <a:endParaRPr lang="en-US"/>
          </a:p>
        </p:txBody>
      </p:sp>
      <p:sp>
        <p:nvSpPr>
          <p:cNvPr id="117762" name="Rectangle 2"/>
          <p:cNvSpPr>
            <a:spLocks noGrp="1" noRot="1" noChangeAspect="1" noChangeArrowheads="1" noTextEdit="1"/>
          </p:cNvSpPr>
          <p:nvPr>
            <p:ph type="sldImg"/>
          </p:nvPr>
        </p:nvSpPr>
        <p:spPr>
          <a:ln/>
        </p:spPr>
      </p:sp>
      <p:sp>
        <p:nvSpPr>
          <p:cNvPr id="11776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61923465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1173CF5-5835-4F4B-964A-40FAD36ACD4D}" type="slidenum">
              <a:rPr lang="en-US"/>
              <a:pPr/>
              <a:t>47</a:t>
            </a:fld>
            <a:endParaRPr lang="en-US"/>
          </a:p>
        </p:txBody>
      </p:sp>
      <p:sp>
        <p:nvSpPr>
          <p:cNvPr id="118786" name="Rectangle 2"/>
          <p:cNvSpPr>
            <a:spLocks noGrp="1" noRot="1" noChangeAspect="1" noChangeArrowheads="1" noTextEdit="1"/>
          </p:cNvSpPr>
          <p:nvPr>
            <p:ph type="sldImg"/>
          </p:nvPr>
        </p:nvSpPr>
        <p:spPr>
          <a:ln/>
        </p:spPr>
      </p:sp>
      <p:sp>
        <p:nvSpPr>
          <p:cNvPr id="11878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61947139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5A497C6-1ED4-4BA5-8151-E3D3E1E26C9D}" type="slidenum">
              <a:rPr lang="en-US"/>
              <a:pPr/>
              <a:t>48</a:t>
            </a:fld>
            <a:endParaRPr lang="en-US"/>
          </a:p>
        </p:txBody>
      </p:sp>
      <p:sp>
        <p:nvSpPr>
          <p:cNvPr id="119810" name="Rectangle 2"/>
          <p:cNvSpPr>
            <a:spLocks noGrp="1" noRot="1" noChangeAspect="1" noChangeArrowheads="1" noTextEdit="1"/>
          </p:cNvSpPr>
          <p:nvPr>
            <p:ph type="sldImg"/>
          </p:nvPr>
        </p:nvSpPr>
        <p:spPr>
          <a:ln/>
        </p:spPr>
      </p:sp>
      <p:sp>
        <p:nvSpPr>
          <p:cNvPr id="11981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49679536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5"/>
          </p:nvPr>
        </p:nvSpPr>
        <p:spPr>
          <a:ln/>
        </p:spPr>
        <p:txBody>
          <a:bodyPr/>
          <a:lstStyle/>
          <a:p>
            <a:fld id="{2CCA7182-7A6C-499B-871F-5CEBF2EAF492}" type="slidenum">
              <a:rPr lang="en-US"/>
              <a:pPr/>
              <a:t>49</a:t>
            </a:fld>
            <a:endParaRPr lang="en-US"/>
          </a:p>
        </p:txBody>
      </p:sp>
      <p:sp>
        <p:nvSpPr>
          <p:cNvPr id="40962" name="Rectangle 2"/>
          <p:cNvSpPr>
            <a:spLocks noChangeArrowheads="1"/>
          </p:cNvSpPr>
          <p:nvPr/>
        </p:nvSpPr>
        <p:spPr bwMode="auto">
          <a:xfrm>
            <a:off x="3884613" y="0"/>
            <a:ext cx="2973387" cy="455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963" name="Rectangle 3"/>
          <p:cNvSpPr>
            <a:spLocks noChangeArrowheads="1"/>
          </p:cNvSpPr>
          <p:nvPr/>
        </p:nvSpPr>
        <p:spPr bwMode="auto">
          <a:xfrm>
            <a:off x="3884613" y="8685213"/>
            <a:ext cx="2973387" cy="458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88" tIns="0" rIns="19088" bIns="0" anchor="b"/>
          <a:lstStyle/>
          <a:p>
            <a:pPr algn="r" defTabSz="952500" eaLnBrk="0" hangingPunct="0"/>
            <a:r>
              <a:rPr lang="en-US" sz="1000" i="1">
                <a:latin typeface="Times New Roman" pitchFamily="18" charset="0"/>
              </a:rPr>
              <a:t>31</a:t>
            </a:r>
          </a:p>
        </p:txBody>
      </p:sp>
      <p:sp>
        <p:nvSpPr>
          <p:cNvPr id="40964" name="Rectangle 4"/>
          <p:cNvSpPr>
            <a:spLocks noChangeArrowheads="1"/>
          </p:cNvSpPr>
          <p:nvPr/>
        </p:nvSpPr>
        <p:spPr bwMode="auto">
          <a:xfrm>
            <a:off x="0" y="8685213"/>
            <a:ext cx="2971800" cy="458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965" name="Rectangle 5"/>
          <p:cNvSpPr>
            <a:spLocks noChangeArrowheads="1"/>
          </p:cNvSpPr>
          <p:nvPr/>
        </p:nvSpPr>
        <p:spPr bwMode="auto">
          <a:xfrm>
            <a:off x="0" y="0"/>
            <a:ext cx="2971800" cy="455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966" name="Rectangle 6"/>
          <p:cNvSpPr>
            <a:spLocks noGrp="1" noRot="1" noChangeAspect="1" noChangeArrowheads="1"/>
          </p:cNvSpPr>
          <p:nvPr>
            <p:ph type="sldImg"/>
          </p:nvPr>
        </p:nvSpPr>
        <p:spPr bwMode="auto">
          <a:xfrm>
            <a:off x="1141413" y="685800"/>
            <a:ext cx="4575175" cy="3430588"/>
          </a:xfrm>
          <a:prstGeom prst="rect">
            <a:avLst/>
          </a:prstGeom>
          <a:noFill/>
          <a:ln w="12700" cap="flat">
            <a:solidFill>
              <a:schemeClr val="tx1"/>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0967" name="Rectangle 7"/>
          <p:cNvSpPr>
            <a:spLocks noGrp="1" noChangeArrowheads="1"/>
          </p:cNvSpPr>
          <p:nvPr>
            <p:ph type="body" idx="1"/>
          </p:nvPr>
        </p:nvSpPr>
        <p:spPr bwMode="auto">
          <a:xfrm>
            <a:off x="914400" y="4344988"/>
            <a:ext cx="5029200" cy="41132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3848" tIns="47719" rIns="93848" bIns="47719"/>
          <a:lstStyle/>
          <a:p>
            <a:endParaRPr lang="en-US"/>
          </a:p>
        </p:txBody>
      </p:sp>
    </p:spTree>
    <p:extLst>
      <p:ext uri="{BB962C8B-B14F-4D97-AF65-F5344CB8AC3E}">
        <p14:creationId xmlns:p14="http://schemas.microsoft.com/office/powerpoint/2010/main" val="372781112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5"/>
          </p:nvPr>
        </p:nvSpPr>
        <p:spPr>
          <a:ln/>
        </p:spPr>
        <p:txBody>
          <a:bodyPr/>
          <a:lstStyle/>
          <a:p>
            <a:fld id="{E32C3C91-132A-4F0C-8038-4FE3CFAE3597}" type="slidenum">
              <a:rPr lang="en-US"/>
              <a:pPr/>
              <a:t>50</a:t>
            </a:fld>
            <a:endParaRPr lang="en-US"/>
          </a:p>
        </p:txBody>
      </p:sp>
      <p:sp>
        <p:nvSpPr>
          <p:cNvPr id="43010" name="Rectangle 2"/>
          <p:cNvSpPr>
            <a:spLocks noChangeArrowheads="1"/>
          </p:cNvSpPr>
          <p:nvPr/>
        </p:nvSpPr>
        <p:spPr bwMode="auto">
          <a:xfrm>
            <a:off x="3884613" y="0"/>
            <a:ext cx="2973387" cy="455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011" name="Rectangle 3"/>
          <p:cNvSpPr>
            <a:spLocks noChangeArrowheads="1"/>
          </p:cNvSpPr>
          <p:nvPr/>
        </p:nvSpPr>
        <p:spPr bwMode="auto">
          <a:xfrm>
            <a:off x="3884613" y="8685213"/>
            <a:ext cx="2973387" cy="458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88" tIns="0" rIns="19088" bIns="0" anchor="b"/>
          <a:lstStyle/>
          <a:p>
            <a:pPr algn="r" defTabSz="952500" eaLnBrk="0" hangingPunct="0"/>
            <a:r>
              <a:rPr lang="en-US" sz="1000" i="1">
                <a:latin typeface="Times New Roman" pitchFamily="18" charset="0"/>
              </a:rPr>
              <a:t>32</a:t>
            </a:r>
          </a:p>
        </p:txBody>
      </p:sp>
      <p:sp>
        <p:nvSpPr>
          <p:cNvPr id="43012" name="Rectangle 4"/>
          <p:cNvSpPr>
            <a:spLocks noChangeArrowheads="1"/>
          </p:cNvSpPr>
          <p:nvPr/>
        </p:nvSpPr>
        <p:spPr bwMode="auto">
          <a:xfrm>
            <a:off x="0" y="8685213"/>
            <a:ext cx="2971800" cy="458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013" name="Rectangle 5"/>
          <p:cNvSpPr>
            <a:spLocks noChangeArrowheads="1"/>
          </p:cNvSpPr>
          <p:nvPr/>
        </p:nvSpPr>
        <p:spPr bwMode="auto">
          <a:xfrm>
            <a:off x="0" y="0"/>
            <a:ext cx="2971800" cy="455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014" name="Rectangle 6"/>
          <p:cNvSpPr>
            <a:spLocks noGrp="1" noRot="1" noChangeAspect="1" noChangeArrowheads="1"/>
          </p:cNvSpPr>
          <p:nvPr>
            <p:ph type="sldImg"/>
          </p:nvPr>
        </p:nvSpPr>
        <p:spPr bwMode="auto">
          <a:xfrm>
            <a:off x="1141413" y="685800"/>
            <a:ext cx="4575175" cy="3430588"/>
          </a:xfrm>
          <a:prstGeom prst="rect">
            <a:avLst/>
          </a:prstGeom>
          <a:noFill/>
          <a:ln w="12700" cap="flat">
            <a:solidFill>
              <a:schemeClr val="tx1"/>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3015" name="Rectangle 7"/>
          <p:cNvSpPr>
            <a:spLocks noGrp="1" noChangeArrowheads="1"/>
          </p:cNvSpPr>
          <p:nvPr>
            <p:ph type="body" idx="1"/>
          </p:nvPr>
        </p:nvSpPr>
        <p:spPr bwMode="auto">
          <a:xfrm>
            <a:off x="914400" y="4344988"/>
            <a:ext cx="5029200" cy="41132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3848" tIns="47719" rIns="93848" bIns="47719"/>
          <a:lstStyle/>
          <a:p>
            <a:endParaRPr lang="en-US"/>
          </a:p>
        </p:txBody>
      </p:sp>
    </p:spTree>
    <p:extLst>
      <p:ext uri="{BB962C8B-B14F-4D97-AF65-F5344CB8AC3E}">
        <p14:creationId xmlns:p14="http://schemas.microsoft.com/office/powerpoint/2010/main" val="202771134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0651367-F26E-4EA8-A4A1-B137874ADAA9}" type="slidenum">
              <a:rPr lang="en-US"/>
              <a:pPr/>
              <a:t>51</a:t>
            </a:fld>
            <a:endParaRPr lang="en-US"/>
          </a:p>
        </p:txBody>
      </p:sp>
      <p:sp>
        <p:nvSpPr>
          <p:cNvPr id="120834" name="Rectangle 2"/>
          <p:cNvSpPr>
            <a:spLocks noGrp="1" noRot="1" noChangeAspect="1" noChangeArrowheads="1" noTextEdit="1"/>
          </p:cNvSpPr>
          <p:nvPr>
            <p:ph type="sldImg"/>
          </p:nvPr>
        </p:nvSpPr>
        <p:spPr>
          <a:ln/>
        </p:spPr>
      </p:sp>
      <p:sp>
        <p:nvSpPr>
          <p:cNvPr id="12083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19566853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AC03DF9-C936-4923-B3B7-FF78693B36B7}" type="slidenum">
              <a:rPr lang="en-US"/>
              <a:pPr/>
              <a:t>52</a:t>
            </a:fld>
            <a:endParaRPr lang="en-US"/>
          </a:p>
        </p:txBody>
      </p:sp>
      <p:sp>
        <p:nvSpPr>
          <p:cNvPr id="121858" name="Rectangle 2"/>
          <p:cNvSpPr>
            <a:spLocks noGrp="1" noRot="1" noChangeAspect="1" noChangeArrowheads="1" noTextEdit="1"/>
          </p:cNvSpPr>
          <p:nvPr>
            <p:ph type="sldImg"/>
          </p:nvPr>
        </p:nvSpPr>
        <p:spPr>
          <a:ln/>
        </p:spPr>
      </p:sp>
      <p:sp>
        <p:nvSpPr>
          <p:cNvPr id="12185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78572235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BBA70CD-B40C-4EDE-89DF-0C2747906B47}" type="slidenum">
              <a:rPr lang="en-US"/>
              <a:pPr/>
              <a:t>53</a:t>
            </a:fld>
            <a:endParaRPr lang="en-US"/>
          </a:p>
        </p:txBody>
      </p:sp>
      <p:sp>
        <p:nvSpPr>
          <p:cNvPr id="122882" name="Rectangle 2"/>
          <p:cNvSpPr>
            <a:spLocks noGrp="1" noRot="1" noChangeAspect="1" noChangeArrowheads="1" noTextEdit="1"/>
          </p:cNvSpPr>
          <p:nvPr>
            <p:ph type="sldImg"/>
          </p:nvPr>
        </p:nvSpPr>
        <p:spPr>
          <a:ln/>
        </p:spPr>
      </p:sp>
      <p:sp>
        <p:nvSpPr>
          <p:cNvPr id="12288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32161603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5FC2E82-6222-4EDC-BEDA-499D8698F52F}" type="slidenum">
              <a:rPr lang="en-US"/>
              <a:pPr/>
              <a:t>54</a:t>
            </a:fld>
            <a:endParaRPr lang="en-US"/>
          </a:p>
        </p:txBody>
      </p:sp>
      <p:sp>
        <p:nvSpPr>
          <p:cNvPr id="123906" name="Rectangle 2"/>
          <p:cNvSpPr>
            <a:spLocks noGrp="1" noRot="1" noChangeAspect="1" noChangeArrowheads="1" noTextEdit="1"/>
          </p:cNvSpPr>
          <p:nvPr>
            <p:ph type="sldImg"/>
          </p:nvPr>
        </p:nvSpPr>
        <p:spPr>
          <a:ln/>
        </p:spPr>
      </p:sp>
      <p:sp>
        <p:nvSpPr>
          <p:cNvPr id="12390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96960537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4041548-4E00-4EE8-9F12-F3981363C609}" type="slidenum">
              <a:rPr lang="en-US"/>
              <a:pPr/>
              <a:t>55</a:t>
            </a:fld>
            <a:endParaRPr lang="en-US"/>
          </a:p>
        </p:txBody>
      </p:sp>
      <p:sp>
        <p:nvSpPr>
          <p:cNvPr id="124930" name="Rectangle 2"/>
          <p:cNvSpPr>
            <a:spLocks noGrp="1" noRot="1" noChangeAspect="1" noChangeArrowheads="1" noTextEdit="1"/>
          </p:cNvSpPr>
          <p:nvPr>
            <p:ph type="sldImg"/>
          </p:nvPr>
        </p:nvSpPr>
        <p:spPr>
          <a:ln/>
        </p:spPr>
      </p:sp>
      <p:sp>
        <p:nvSpPr>
          <p:cNvPr id="12493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75717621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A2C51E4-3595-4E38-85B1-3A5B53FDC0E3}" type="slidenum">
              <a:rPr lang="en-US"/>
              <a:pPr/>
              <a:t>56</a:t>
            </a:fld>
            <a:endParaRPr lang="en-US"/>
          </a:p>
        </p:txBody>
      </p:sp>
      <p:sp>
        <p:nvSpPr>
          <p:cNvPr id="125954" name="Rectangle 2"/>
          <p:cNvSpPr>
            <a:spLocks noGrp="1" noRot="1" noChangeAspect="1" noChangeArrowheads="1" noTextEdit="1"/>
          </p:cNvSpPr>
          <p:nvPr>
            <p:ph type="sldImg"/>
          </p:nvPr>
        </p:nvSpPr>
        <p:spPr>
          <a:ln/>
        </p:spPr>
      </p:sp>
      <p:sp>
        <p:nvSpPr>
          <p:cNvPr id="12595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401732303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C4BA11E-B124-4AE5-AE24-7E23504CCB6A}" type="slidenum">
              <a:rPr lang="en-US"/>
              <a:pPr/>
              <a:t>57</a:t>
            </a:fld>
            <a:endParaRPr lang="en-US"/>
          </a:p>
        </p:txBody>
      </p:sp>
      <p:sp>
        <p:nvSpPr>
          <p:cNvPr id="126978" name="Rectangle 2"/>
          <p:cNvSpPr>
            <a:spLocks noGrp="1" noRot="1" noChangeAspect="1" noChangeArrowheads="1" noTextEdit="1"/>
          </p:cNvSpPr>
          <p:nvPr>
            <p:ph type="sldImg"/>
          </p:nvPr>
        </p:nvSpPr>
        <p:spPr>
          <a:ln/>
        </p:spPr>
      </p:sp>
      <p:sp>
        <p:nvSpPr>
          <p:cNvPr id="12697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42021980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31360F1-2944-4E72-87AA-6CF11215A190}" type="slidenum">
              <a:rPr lang="en-US"/>
              <a:pPr/>
              <a:t>58</a:t>
            </a:fld>
            <a:endParaRPr lang="en-US"/>
          </a:p>
        </p:txBody>
      </p:sp>
      <p:sp>
        <p:nvSpPr>
          <p:cNvPr id="128002" name="Rectangle 2"/>
          <p:cNvSpPr>
            <a:spLocks noGrp="1" noRot="1" noChangeAspect="1" noChangeArrowheads="1" noTextEdit="1"/>
          </p:cNvSpPr>
          <p:nvPr>
            <p:ph type="sldImg"/>
          </p:nvPr>
        </p:nvSpPr>
        <p:spPr>
          <a:ln/>
        </p:spPr>
      </p:sp>
      <p:sp>
        <p:nvSpPr>
          <p:cNvPr id="12800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29179096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1BCBA22-B559-4C37-AD3B-2116DDEA7803}" type="slidenum">
              <a:rPr lang="en-US"/>
              <a:pPr/>
              <a:t>59</a:t>
            </a:fld>
            <a:endParaRPr lang="en-US"/>
          </a:p>
        </p:txBody>
      </p:sp>
      <p:sp>
        <p:nvSpPr>
          <p:cNvPr id="129026" name="Rectangle 2"/>
          <p:cNvSpPr>
            <a:spLocks noGrp="1" noRot="1" noChangeAspect="1" noChangeArrowheads="1" noTextEdit="1"/>
          </p:cNvSpPr>
          <p:nvPr>
            <p:ph type="sldImg"/>
          </p:nvPr>
        </p:nvSpPr>
        <p:spPr>
          <a:ln/>
        </p:spPr>
      </p:sp>
      <p:sp>
        <p:nvSpPr>
          <p:cNvPr id="12902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65413059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67BAD5A-EF42-4448-8036-E458616798B9}" type="slidenum">
              <a:rPr lang="en-US"/>
              <a:pPr/>
              <a:t>60</a:t>
            </a:fld>
            <a:endParaRPr lang="en-US"/>
          </a:p>
        </p:txBody>
      </p:sp>
      <p:sp>
        <p:nvSpPr>
          <p:cNvPr id="130050" name="Rectangle 2"/>
          <p:cNvSpPr>
            <a:spLocks noGrp="1" noRot="1" noChangeAspect="1" noChangeArrowheads="1" noTextEdit="1"/>
          </p:cNvSpPr>
          <p:nvPr>
            <p:ph type="sldImg"/>
          </p:nvPr>
        </p:nvSpPr>
        <p:spPr>
          <a:ln/>
        </p:spPr>
      </p:sp>
      <p:sp>
        <p:nvSpPr>
          <p:cNvPr id="13005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79068237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823FAA9-9391-4E87-B356-80E1995D7CDA}" type="slidenum">
              <a:rPr lang="en-US"/>
              <a:pPr/>
              <a:t>61</a:t>
            </a:fld>
            <a:endParaRPr lang="en-US"/>
          </a:p>
        </p:txBody>
      </p:sp>
      <p:sp>
        <p:nvSpPr>
          <p:cNvPr id="131074" name="Rectangle 2"/>
          <p:cNvSpPr>
            <a:spLocks noGrp="1" noRot="1" noChangeAspect="1" noChangeArrowheads="1" noTextEdit="1"/>
          </p:cNvSpPr>
          <p:nvPr>
            <p:ph type="sldImg"/>
          </p:nvPr>
        </p:nvSpPr>
        <p:spPr>
          <a:ln/>
        </p:spPr>
      </p:sp>
      <p:sp>
        <p:nvSpPr>
          <p:cNvPr id="13107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40474250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5E71BDF-70EA-44F7-B7CF-62FA9A99735D}" type="slidenum">
              <a:rPr lang="en-US"/>
              <a:pPr/>
              <a:t>62</a:t>
            </a:fld>
            <a:endParaRPr lang="en-US"/>
          </a:p>
        </p:txBody>
      </p:sp>
      <p:sp>
        <p:nvSpPr>
          <p:cNvPr id="132098" name="Rectangle 2"/>
          <p:cNvSpPr>
            <a:spLocks noGrp="1" noRot="1" noChangeAspect="1" noChangeArrowheads="1" noTextEdit="1"/>
          </p:cNvSpPr>
          <p:nvPr>
            <p:ph type="sldImg"/>
          </p:nvPr>
        </p:nvSpPr>
        <p:spPr>
          <a:ln/>
        </p:spPr>
      </p:sp>
      <p:sp>
        <p:nvSpPr>
          <p:cNvPr id="13209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02721892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9377BF6-2E64-4DB7-92C2-146676099988}" type="slidenum">
              <a:rPr lang="en-US"/>
              <a:pPr/>
              <a:t>63</a:t>
            </a:fld>
            <a:endParaRPr lang="en-US"/>
          </a:p>
        </p:txBody>
      </p:sp>
      <p:sp>
        <p:nvSpPr>
          <p:cNvPr id="133122" name="Rectangle 2"/>
          <p:cNvSpPr>
            <a:spLocks noGrp="1" noRot="1" noChangeAspect="1" noChangeArrowheads="1" noTextEdit="1"/>
          </p:cNvSpPr>
          <p:nvPr>
            <p:ph type="sldImg"/>
          </p:nvPr>
        </p:nvSpPr>
        <p:spPr>
          <a:ln/>
        </p:spPr>
      </p:sp>
      <p:sp>
        <p:nvSpPr>
          <p:cNvPr id="13312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44440245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A3293CE-326B-476E-ADDA-80A8E87E0796}" type="slidenum">
              <a:rPr lang="en-US"/>
              <a:pPr/>
              <a:t>64</a:t>
            </a:fld>
            <a:endParaRPr lang="en-US"/>
          </a:p>
        </p:txBody>
      </p:sp>
      <p:sp>
        <p:nvSpPr>
          <p:cNvPr id="134146" name="Rectangle 2"/>
          <p:cNvSpPr>
            <a:spLocks noGrp="1" noRot="1" noChangeAspect="1" noChangeArrowheads="1" noTextEdit="1"/>
          </p:cNvSpPr>
          <p:nvPr>
            <p:ph type="sldImg"/>
          </p:nvPr>
        </p:nvSpPr>
        <p:spPr>
          <a:ln/>
        </p:spPr>
      </p:sp>
      <p:sp>
        <p:nvSpPr>
          <p:cNvPr id="13414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28938910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CCE5C86-8786-413A-9087-F742AB5A783C}" type="slidenum">
              <a:rPr lang="en-US"/>
              <a:pPr/>
              <a:t>65</a:t>
            </a:fld>
            <a:endParaRPr lang="en-US"/>
          </a:p>
        </p:txBody>
      </p:sp>
      <p:sp>
        <p:nvSpPr>
          <p:cNvPr id="135170" name="Rectangle 2"/>
          <p:cNvSpPr>
            <a:spLocks noGrp="1" noRot="1" noChangeAspect="1" noChangeArrowheads="1" noTextEdit="1"/>
          </p:cNvSpPr>
          <p:nvPr>
            <p:ph type="sldImg"/>
          </p:nvPr>
        </p:nvSpPr>
        <p:spPr>
          <a:ln/>
        </p:spPr>
      </p:sp>
      <p:sp>
        <p:nvSpPr>
          <p:cNvPr id="13517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19294836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8DC8D67-A961-410A-A0BE-FDB9884497A3}" type="slidenum">
              <a:rPr lang="en-US"/>
              <a:pPr/>
              <a:t>66</a:t>
            </a:fld>
            <a:endParaRPr lang="en-US"/>
          </a:p>
        </p:txBody>
      </p:sp>
      <p:sp>
        <p:nvSpPr>
          <p:cNvPr id="136194" name="Rectangle 2"/>
          <p:cNvSpPr>
            <a:spLocks noGrp="1" noRot="1" noChangeAspect="1" noChangeArrowheads="1" noTextEdit="1"/>
          </p:cNvSpPr>
          <p:nvPr>
            <p:ph type="sldImg"/>
          </p:nvPr>
        </p:nvSpPr>
        <p:spPr>
          <a:ln/>
        </p:spPr>
      </p:sp>
      <p:sp>
        <p:nvSpPr>
          <p:cNvPr id="13619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16154404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2B737C1-8C5B-4127-BC50-2D748BC15205}" type="slidenum">
              <a:rPr lang="en-US"/>
              <a:pPr/>
              <a:t>67</a:t>
            </a:fld>
            <a:endParaRPr lang="en-US"/>
          </a:p>
        </p:txBody>
      </p:sp>
      <p:sp>
        <p:nvSpPr>
          <p:cNvPr id="143362" name="Rectangle 2"/>
          <p:cNvSpPr>
            <a:spLocks noGrp="1" noRot="1" noChangeAspect="1" noChangeArrowheads="1" noTextEdit="1"/>
          </p:cNvSpPr>
          <p:nvPr>
            <p:ph type="sldImg"/>
          </p:nvPr>
        </p:nvSpPr>
        <p:spPr>
          <a:ln/>
        </p:spPr>
      </p:sp>
      <p:sp>
        <p:nvSpPr>
          <p:cNvPr id="14336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77364369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04E19F3-239B-437A-A162-1C7F123A047E}" type="slidenum">
              <a:rPr lang="en-US"/>
              <a:pPr/>
              <a:t>68</a:t>
            </a:fld>
            <a:endParaRPr lang="en-US"/>
          </a:p>
        </p:txBody>
      </p:sp>
      <p:sp>
        <p:nvSpPr>
          <p:cNvPr id="144386" name="Rectangle 2"/>
          <p:cNvSpPr>
            <a:spLocks noGrp="1" noRot="1" noChangeAspect="1" noChangeArrowheads="1" noTextEdit="1"/>
          </p:cNvSpPr>
          <p:nvPr>
            <p:ph type="sldImg"/>
          </p:nvPr>
        </p:nvSpPr>
        <p:spPr>
          <a:ln/>
        </p:spPr>
      </p:sp>
      <p:sp>
        <p:nvSpPr>
          <p:cNvPr id="14438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98804856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74A9F8C-0BC3-4C35-89F6-7F6B93B4EC93}" type="slidenum">
              <a:rPr lang="en-US"/>
              <a:pPr/>
              <a:t>69</a:t>
            </a:fld>
            <a:endParaRPr lang="en-US"/>
          </a:p>
        </p:txBody>
      </p:sp>
      <p:sp>
        <p:nvSpPr>
          <p:cNvPr id="145410" name="Rectangle 2"/>
          <p:cNvSpPr>
            <a:spLocks noGrp="1" noRot="1" noChangeAspect="1" noChangeArrowheads="1" noTextEdit="1"/>
          </p:cNvSpPr>
          <p:nvPr>
            <p:ph type="sldImg"/>
          </p:nvPr>
        </p:nvSpPr>
        <p:spPr>
          <a:ln/>
        </p:spPr>
      </p:sp>
      <p:sp>
        <p:nvSpPr>
          <p:cNvPr id="14541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69186162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AB30EFE-AA3E-409C-8F2A-BE074DBB546E}" type="slidenum">
              <a:rPr lang="en-US"/>
              <a:pPr/>
              <a:t>70</a:t>
            </a:fld>
            <a:endParaRPr lang="en-US"/>
          </a:p>
        </p:txBody>
      </p:sp>
      <p:sp>
        <p:nvSpPr>
          <p:cNvPr id="146434" name="Rectangle 2"/>
          <p:cNvSpPr>
            <a:spLocks noGrp="1" noRot="1" noChangeAspect="1" noChangeArrowheads="1" noTextEdit="1"/>
          </p:cNvSpPr>
          <p:nvPr>
            <p:ph type="sldImg"/>
          </p:nvPr>
        </p:nvSpPr>
        <p:spPr>
          <a:ln/>
        </p:spPr>
      </p:sp>
      <p:sp>
        <p:nvSpPr>
          <p:cNvPr id="14643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23028840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84FE220-4D06-477D-BCAF-D75552F13E1C}" type="slidenum">
              <a:rPr lang="en-US"/>
              <a:pPr/>
              <a:t>71</a:t>
            </a:fld>
            <a:endParaRPr lang="en-US"/>
          </a:p>
        </p:txBody>
      </p:sp>
      <p:sp>
        <p:nvSpPr>
          <p:cNvPr id="147458" name="Rectangle 2"/>
          <p:cNvSpPr>
            <a:spLocks noGrp="1" noRot="1" noChangeAspect="1" noChangeArrowheads="1" noTextEdit="1"/>
          </p:cNvSpPr>
          <p:nvPr>
            <p:ph type="sldImg"/>
          </p:nvPr>
        </p:nvSpPr>
        <p:spPr>
          <a:ln/>
        </p:spPr>
      </p:sp>
      <p:sp>
        <p:nvSpPr>
          <p:cNvPr id="14745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56726803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2387D8B-1584-4FC7-AD31-B1AE2B155F0F}" type="slidenum">
              <a:rPr lang="en-US"/>
              <a:pPr/>
              <a:t>72</a:t>
            </a:fld>
            <a:endParaRPr lang="en-US"/>
          </a:p>
        </p:txBody>
      </p:sp>
      <p:sp>
        <p:nvSpPr>
          <p:cNvPr id="148482" name="Rectangle 2"/>
          <p:cNvSpPr>
            <a:spLocks noGrp="1" noRot="1" noChangeAspect="1" noChangeArrowheads="1" noTextEdit="1"/>
          </p:cNvSpPr>
          <p:nvPr>
            <p:ph type="sldImg"/>
          </p:nvPr>
        </p:nvSpPr>
        <p:spPr>
          <a:ln/>
        </p:spPr>
      </p:sp>
      <p:sp>
        <p:nvSpPr>
          <p:cNvPr id="14848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5808828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9C1500E-CDB4-47C1-989D-1950892A8267}" type="slidenum">
              <a:rPr lang="en-US"/>
              <a:pPr/>
              <a:t>73</a:t>
            </a:fld>
            <a:endParaRPr lang="en-US"/>
          </a:p>
        </p:txBody>
      </p:sp>
      <p:sp>
        <p:nvSpPr>
          <p:cNvPr id="149506" name="Rectangle 2"/>
          <p:cNvSpPr>
            <a:spLocks noGrp="1" noRot="1" noChangeAspect="1" noChangeArrowheads="1" noTextEdit="1"/>
          </p:cNvSpPr>
          <p:nvPr>
            <p:ph type="sldImg"/>
          </p:nvPr>
        </p:nvSpPr>
        <p:spPr>
          <a:ln/>
        </p:spPr>
      </p:sp>
      <p:sp>
        <p:nvSpPr>
          <p:cNvPr id="14950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07012776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2C47B92-383E-44F1-80A9-101C00EEE600}" type="slidenum">
              <a:rPr lang="en-US"/>
              <a:pPr/>
              <a:t>74</a:t>
            </a:fld>
            <a:endParaRPr lang="en-US"/>
          </a:p>
        </p:txBody>
      </p:sp>
      <p:sp>
        <p:nvSpPr>
          <p:cNvPr id="150530" name="Rectangle 2"/>
          <p:cNvSpPr>
            <a:spLocks noGrp="1" noRot="1" noChangeAspect="1" noChangeArrowheads="1" noTextEdit="1"/>
          </p:cNvSpPr>
          <p:nvPr>
            <p:ph type="sldImg"/>
          </p:nvPr>
        </p:nvSpPr>
        <p:spPr>
          <a:ln/>
        </p:spPr>
      </p:sp>
      <p:sp>
        <p:nvSpPr>
          <p:cNvPr id="15053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87449111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9392560-0674-4260-9DBB-6D049F7BA365}" type="slidenum">
              <a:rPr lang="en-US"/>
              <a:pPr/>
              <a:t>75</a:t>
            </a:fld>
            <a:endParaRPr lang="en-US"/>
          </a:p>
        </p:txBody>
      </p:sp>
      <p:sp>
        <p:nvSpPr>
          <p:cNvPr id="152578" name="Rectangle 2"/>
          <p:cNvSpPr>
            <a:spLocks noGrp="1" noRot="1" noChangeAspect="1" noChangeArrowheads="1" noTextEdit="1"/>
          </p:cNvSpPr>
          <p:nvPr>
            <p:ph type="sldImg"/>
          </p:nvPr>
        </p:nvSpPr>
        <p:spPr>
          <a:ln/>
        </p:spPr>
      </p:sp>
      <p:sp>
        <p:nvSpPr>
          <p:cNvPr id="15257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74901170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9C1500E-CDB4-47C1-989D-1950892A8267}" type="slidenum">
              <a:rPr lang="en-US"/>
              <a:pPr/>
              <a:t>76</a:t>
            </a:fld>
            <a:endParaRPr lang="en-US"/>
          </a:p>
        </p:txBody>
      </p:sp>
      <p:sp>
        <p:nvSpPr>
          <p:cNvPr id="149506" name="Rectangle 2"/>
          <p:cNvSpPr>
            <a:spLocks noGrp="1" noRot="1" noChangeAspect="1" noChangeArrowheads="1" noTextEdit="1"/>
          </p:cNvSpPr>
          <p:nvPr>
            <p:ph type="sldImg"/>
          </p:nvPr>
        </p:nvSpPr>
        <p:spPr>
          <a:ln/>
        </p:spPr>
      </p:sp>
      <p:sp>
        <p:nvSpPr>
          <p:cNvPr id="14950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74728670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F8700BB-5554-4B42-928F-2B365474E0B2}" type="slidenum">
              <a:rPr lang="en-US"/>
              <a:pPr/>
              <a:t>77</a:t>
            </a:fld>
            <a:endParaRPr lang="en-US"/>
          </a:p>
        </p:txBody>
      </p:sp>
      <p:sp>
        <p:nvSpPr>
          <p:cNvPr id="154626" name="Rectangle 2"/>
          <p:cNvSpPr>
            <a:spLocks noGrp="1" noRot="1" noChangeAspect="1" noChangeArrowheads="1" noTextEdit="1"/>
          </p:cNvSpPr>
          <p:nvPr>
            <p:ph type="sldImg"/>
          </p:nvPr>
        </p:nvSpPr>
        <p:spPr>
          <a:ln/>
        </p:spPr>
      </p:sp>
      <p:sp>
        <p:nvSpPr>
          <p:cNvPr id="15462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65039566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E1BE33C-7D61-403C-8455-929CDAB15AD1}" type="slidenum">
              <a:rPr lang="en-US"/>
              <a:pPr/>
              <a:t>78</a:t>
            </a:fld>
            <a:endParaRPr lang="en-US"/>
          </a:p>
        </p:txBody>
      </p:sp>
      <p:sp>
        <p:nvSpPr>
          <p:cNvPr id="156674" name="Rectangle 2"/>
          <p:cNvSpPr>
            <a:spLocks noGrp="1" noRot="1" noChangeAspect="1" noChangeArrowheads="1" noTextEdit="1"/>
          </p:cNvSpPr>
          <p:nvPr>
            <p:ph type="sldImg"/>
          </p:nvPr>
        </p:nvSpPr>
        <p:spPr>
          <a:ln/>
        </p:spPr>
      </p:sp>
      <p:sp>
        <p:nvSpPr>
          <p:cNvPr id="15667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49658286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C7B5531-A036-4731-9690-04EF3766A177}" type="slidenum">
              <a:rPr lang="en-US"/>
              <a:pPr/>
              <a:t>79</a:t>
            </a:fld>
            <a:endParaRPr lang="en-US"/>
          </a:p>
        </p:txBody>
      </p:sp>
      <p:sp>
        <p:nvSpPr>
          <p:cNvPr id="157698" name="Rectangle 2"/>
          <p:cNvSpPr>
            <a:spLocks noGrp="1" noRot="1" noChangeAspect="1" noChangeArrowheads="1" noTextEdit="1"/>
          </p:cNvSpPr>
          <p:nvPr>
            <p:ph type="sldImg"/>
          </p:nvPr>
        </p:nvSpPr>
        <p:spPr>
          <a:ln/>
        </p:spPr>
      </p:sp>
      <p:sp>
        <p:nvSpPr>
          <p:cNvPr id="15769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71411613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A2689C3-77B0-4127-AE77-918C4A3B00A4}" type="slidenum">
              <a:rPr lang="en-US"/>
              <a:pPr/>
              <a:t>80</a:t>
            </a:fld>
            <a:endParaRPr lang="en-US"/>
          </a:p>
        </p:txBody>
      </p:sp>
      <p:sp>
        <p:nvSpPr>
          <p:cNvPr id="158722" name="Rectangle 2"/>
          <p:cNvSpPr>
            <a:spLocks noGrp="1" noRot="1" noChangeAspect="1" noChangeArrowheads="1" noTextEdit="1"/>
          </p:cNvSpPr>
          <p:nvPr>
            <p:ph type="sldImg"/>
          </p:nvPr>
        </p:nvSpPr>
        <p:spPr>
          <a:ln/>
        </p:spPr>
      </p:sp>
      <p:sp>
        <p:nvSpPr>
          <p:cNvPr id="15872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83544561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2FEB017-5D65-454C-95A8-D1806FA75A25}" type="slidenum">
              <a:rPr lang="en-US"/>
              <a:pPr/>
              <a:t>81</a:t>
            </a:fld>
            <a:endParaRPr lang="en-US"/>
          </a:p>
        </p:txBody>
      </p:sp>
      <p:sp>
        <p:nvSpPr>
          <p:cNvPr id="159746" name="Rectangle 2"/>
          <p:cNvSpPr>
            <a:spLocks noGrp="1" noRot="1" noChangeAspect="1" noChangeArrowheads="1" noTextEdit="1"/>
          </p:cNvSpPr>
          <p:nvPr>
            <p:ph type="sldImg"/>
          </p:nvPr>
        </p:nvSpPr>
        <p:spPr>
          <a:ln/>
        </p:spPr>
      </p:sp>
      <p:sp>
        <p:nvSpPr>
          <p:cNvPr id="15974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85002143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AF200C5-1250-4B86-B987-719D37389A9D}" type="slidenum">
              <a:rPr lang="en-US"/>
              <a:pPr/>
              <a:t>82</a:t>
            </a:fld>
            <a:endParaRPr lang="en-US"/>
          </a:p>
        </p:txBody>
      </p:sp>
      <p:sp>
        <p:nvSpPr>
          <p:cNvPr id="160770" name="Rectangle 2"/>
          <p:cNvSpPr>
            <a:spLocks noGrp="1" noRot="1" noChangeAspect="1" noChangeArrowheads="1" noTextEdit="1"/>
          </p:cNvSpPr>
          <p:nvPr>
            <p:ph type="sldImg"/>
          </p:nvPr>
        </p:nvSpPr>
        <p:spPr>
          <a:ln/>
        </p:spPr>
      </p:sp>
      <p:sp>
        <p:nvSpPr>
          <p:cNvPr id="16077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32673245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70D223F-F4EC-4018-BACE-A3877429E01E}" type="slidenum">
              <a:rPr lang="en-US"/>
              <a:pPr/>
              <a:t>83</a:t>
            </a:fld>
            <a:endParaRPr lang="en-US"/>
          </a:p>
        </p:txBody>
      </p:sp>
      <p:sp>
        <p:nvSpPr>
          <p:cNvPr id="161794" name="Rectangle 2"/>
          <p:cNvSpPr>
            <a:spLocks noGrp="1" noRot="1" noChangeAspect="1" noChangeArrowheads="1" noTextEdit="1"/>
          </p:cNvSpPr>
          <p:nvPr>
            <p:ph type="sldImg"/>
          </p:nvPr>
        </p:nvSpPr>
        <p:spPr>
          <a:ln/>
        </p:spPr>
      </p:sp>
      <p:sp>
        <p:nvSpPr>
          <p:cNvPr id="16179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362089665"/>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CA04C51-A0E4-455E-B3A8-BF001BC51BC5}" type="slidenum">
              <a:rPr lang="en-US"/>
              <a:pPr/>
              <a:t>84</a:t>
            </a:fld>
            <a:endParaRPr lang="en-US"/>
          </a:p>
        </p:txBody>
      </p:sp>
      <p:sp>
        <p:nvSpPr>
          <p:cNvPr id="162818" name="Rectangle 2"/>
          <p:cNvSpPr>
            <a:spLocks noGrp="1" noRot="1" noChangeAspect="1" noChangeArrowheads="1" noTextEdit="1"/>
          </p:cNvSpPr>
          <p:nvPr>
            <p:ph type="sldImg"/>
          </p:nvPr>
        </p:nvSpPr>
        <p:spPr>
          <a:ln/>
        </p:spPr>
      </p:sp>
      <p:sp>
        <p:nvSpPr>
          <p:cNvPr id="16281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60141027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7"/>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45974899-8C22-4C6F-AFE0-109635DEC614}" type="slidenum">
              <a:rPr lang="en-US"/>
              <a:pPr eaLnBrk="1" hangingPunct="1"/>
              <a:t>86</a:t>
            </a:fld>
            <a:endParaRPr lang="en-US"/>
          </a:p>
        </p:txBody>
      </p:sp>
      <p:sp>
        <p:nvSpPr>
          <p:cNvPr id="160771" name="Rectangle 2"/>
          <p:cNvSpPr>
            <a:spLocks noGrp="1" noRot="1" noChangeAspect="1" noChangeArrowheads="1" noTextEdit="1"/>
          </p:cNvSpPr>
          <p:nvPr>
            <p:ph type="sldImg"/>
          </p:nvPr>
        </p:nvSpPr>
        <p:spPr>
          <a:ln/>
        </p:spPr>
      </p:sp>
      <p:sp>
        <p:nvSpPr>
          <p:cNvPr id="160772" name="Rectangle 3"/>
          <p:cNvSpPr>
            <a:spLocks noGrp="1" noChangeArrowheads="1"/>
          </p:cNvSpPr>
          <p:nvPr>
            <p:ph type="body" idx="1"/>
          </p:nvPr>
        </p:nvSpPr>
        <p:spPr>
          <a:noFill/>
        </p:spPr>
        <p:txBody>
          <a:bodyPr/>
          <a:lstStyle/>
          <a:p>
            <a:pPr eaLnBrk="1" hangingPunct="1"/>
            <a:endParaRPr lang="en-US">
              <a:latin typeface="Arial" charset="0"/>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7"/>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38D9ABEF-379A-408C-B121-563FA7C445F5}" type="slidenum">
              <a:rPr lang="en-US"/>
              <a:pPr eaLnBrk="1" hangingPunct="1"/>
              <a:t>87</a:t>
            </a:fld>
            <a:endParaRPr lang="en-US"/>
          </a:p>
        </p:txBody>
      </p:sp>
      <p:sp>
        <p:nvSpPr>
          <p:cNvPr id="166915" name="Rectangle 2"/>
          <p:cNvSpPr>
            <a:spLocks noGrp="1" noRot="1" noChangeAspect="1" noChangeArrowheads="1" noTextEdit="1"/>
          </p:cNvSpPr>
          <p:nvPr>
            <p:ph type="sldImg"/>
          </p:nvPr>
        </p:nvSpPr>
        <p:spPr>
          <a:ln/>
        </p:spPr>
      </p:sp>
      <p:sp>
        <p:nvSpPr>
          <p:cNvPr id="166916" name="Rectangle 3"/>
          <p:cNvSpPr>
            <a:spLocks noGrp="1" noChangeArrowheads="1"/>
          </p:cNvSpPr>
          <p:nvPr>
            <p:ph type="body" idx="1"/>
          </p:nvPr>
        </p:nvSpPr>
        <p:spPr>
          <a:noFill/>
        </p:spPr>
        <p:txBody>
          <a:bodyPr/>
          <a:lstStyle/>
          <a:p>
            <a:pPr eaLnBrk="1" hangingPunct="1"/>
            <a:endParaRPr lang="en-US">
              <a:latin typeface="Arial" charset="0"/>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Rectangle 7"/>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105D07C3-E1ED-435B-BEAF-4A65D944A15F}" type="slidenum">
              <a:rPr lang="en-US"/>
              <a:pPr eaLnBrk="1" hangingPunct="1"/>
              <a:t>88</a:t>
            </a:fld>
            <a:endParaRPr lang="en-US"/>
          </a:p>
        </p:txBody>
      </p:sp>
      <p:sp>
        <p:nvSpPr>
          <p:cNvPr id="179203" name="Rectangle 2"/>
          <p:cNvSpPr>
            <a:spLocks noGrp="1" noRot="1" noChangeAspect="1" noChangeArrowheads="1" noTextEdit="1"/>
          </p:cNvSpPr>
          <p:nvPr>
            <p:ph type="sldImg"/>
          </p:nvPr>
        </p:nvSpPr>
        <p:spPr>
          <a:ln/>
        </p:spPr>
      </p:sp>
      <p:sp>
        <p:nvSpPr>
          <p:cNvPr id="179204" name="Rectangle 3"/>
          <p:cNvSpPr>
            <a:spLocks noGrp="1" noChangeArrowheads="1"/>
          </p:cNvSpPr>
          <p:nvPr>
            <p:ph type="body" idx="1"/>
          </p:nvPr>
        </p:nvSpPr>
        <p:spPr>
          <a:noFill/>
        </p:spPr>
        <p:txBody>
          <a:bodyPr/>
          <a:lstStyle/>
          <a:p>
            <a:pPr eaLnBrk="1" hangingPunct="1"/>
            <a:endParaRPr lang="en-US">
              <a:latin typeface="Arial" charset="0"/>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Rectangle 7"/>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5A199EB7-673A-45FF-921A-9CD28725F7F1}" type="slidenum">
              <a:rPr lang="en-US"/>
              <a:pPr eaLnBrk="1" hangingPunct="1"/>
              <a:t>89</a:t>
            </a:fld>
            <a:endParaRPr lang="en-US"/>
          </a:p>
        </p:txBody>
      </p:sp>
      <p:sp>
        <p:nvSpPr>
          <p:cNvPr id="183299" name="Rectangle 2"/>
          <p:cNvSpPr>
            <a:spLocks noGrp="1" noRot="1" noChangeAspect="1" noChangeArrowheads="1" noTextEdit="1"/>
          </p:cNvSpPr>
          <p:nvPr>
            <p:ph type="sldImg"/>
          </p:nvPr>
        </p:nvSpPr>
        <p:spPr>
          <a:ln/>
        </p:spPr>
      </p:sp>
      <p:sp>
        <p:nvSpPr>
          <p:cNvPr id="183300" name="Rectangle 3"/>
          <p:cNvSpPr>
            <a:spLocks noGrp="1" noChangeArrowheads="1"/>
          </p:cNvSpPr>
          <p:nvPr>
            <p:ph type="body" idx="1"/>
          </p:nvPr>
        </p:nvSpPr>
        <p:spPr>
          <a:noFill/>
        </p:spPr>
        <p:txBody>
          <a:bodyPr/>
          <a:lstStyle/>
          <a:p>
            <a:pPr eaLnBrk="1" hangingPunct="1"/>
            <a:endParaRPr lang="en-US">
              <a:latin typeface="Arial" charset="0"/>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Rectangle 7"/>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50D83028-A52B-4175-82B6-234E828A7D06}" type="slidenum">
              <a:rPr lang="en-US"/>
              <a:pPr eaLnBrk="1" hangingPunct="1"/>
              <a:t>90</a:t>
            </a:fld>
            <a:endParaRPr lang="en-US"/>
          </a:p>
        </p:txBody>
      </p:sp>
      <p:sp>
        <p:nvSpPr>
          <p:cNvPr id="189443" name="Rectangle 2"/>
          <p:cNvSpPr>
            <a:spLocks noGrp="1" noRot="1" noChangeAspect="1" noChangeArrowheads="1" noTextEdit="1"/>
          </p:cNvSpPr>
          <p:nvPr>
            <p:ph type="sldImg"/>
          </p:nvPr>
        </p:nvSpPr>
        <p:spPr>
          <a:ln/>
        </p:spPr>
      </p:sp>
      <p:sp>
        <p:nvSpPr>
          <p:cNvPr id="189444" name="Rectangle 3"/>
          <p:cNvSpPr>
            <a:spLocks noGrp="1" noChangeArrowheads="1"/>
          </p:cNvSpPr>
          <p:nvPr>
            <p:ph type="body" idx="1"/>
          </p:nvPr>
        </p:nvSpPr>
        <p:spPr>
          <a:noFill/>
        </p:spPr>
        <p:txBody>
          <a:bodyPr/>
          <a:lstStyle/>
          <a:p>
            <a:pPr eaLnBrk="1" hangingPunct="1"/>
            <a:endParaRPr lang="en-US">
              <a:latin typeface="Arial" charset="0"/>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7"/>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63EF307C-5C20-41EE-914D-1C35CCD84575}" type="slidenum">
              <a:rPr lang="en-US"/>
              <a:pPr eaLnBrk="1" hangingPunct="1"/>
              <a:t>91</a:t>
            </a:fld>
            <a:endParaRPr lang="en-US"/>
          </a:p>
        </p:txBody>
      </p:sp>
      <p:sp>
        <p:nvSpPr>
          <p:cNvPr id="195587" name="Rectangle 2"/>
          <p:cNvSpPr>
            <a:spLocks noGrp="1" noRot="1" noChangeAspect="1" noChangeArrowheads="1" noTextEdit="1"/>
          </p:cNvSpPr>
          <p:nvPr>
            <p:ph type="sldImg"/>
          </p:nvPr>
        </p:nvSpPr>
        <p:spPr>
          <a:ln/>
        </p:spPr>
      </p:sp>
      <p:sp>
        <p:nvSpPr>
          <p:cNvPr id="195588" name="Rectangle 3"/>
          <p:cNvSpPr>
            <a:spLocks noGrp="1" noChangeArrowheads="1"/>
          </p:cNvSpPr>
          <p:nvPr>
            <p:ph type="body" idx="1"/>
          </p:nvPr>
        </p:nvSpPr>
        <p:spPr>
          <a:noFill/>
        </p:spPr>
        <p:txBody>
          <a:bodyPr/>
          <a:lstStyle/>
          <a:p>
            <a:pPr eaLnBrk="1" hangingPunct="1"/>
            <a:endParaRPr lang="en-US">
              <a:latin typeface="Arial"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96FB42-E70C-4FA6-B141-9BD8E6020B3B}"/>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HK"/>
          </a:p>
        </p:txBody>
      </p:sp>
      <p:sp>
        <p:nvSpPr>
          <p:cNvPr id="3" name="Subtitle 2">
            <a:extLst>
              <a:ext uri="{FF2B5EF4-FFF2-40B4-BE49-F238E27FC236}">
                <a16:creationId xmlns:a16="http://schemas.microsoft.com/office/drawing/2014/main" id="{C154AD63-5068-4E4E-A3E7-F90521A24E3F}"/>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HK"/>
          </a:p>
        </p:txBody>
      </p:sp>
      <p:sp>
        <p:nvSpPr>
          <p:cNvPr id="4" name="Date Placeholder 3">
            <a:extLst>
              <a:ext uri="{FF2B5EF4-FFF2-40B4-BE49-F238E27FC236}">
                <a16:creationId xmlns:a16="http://schemas.microsoft.com/office/drawing/2014/main" id="{6F106812-10C8-433B-B6CA-EEC7F43376CF}"/>
              </a:ext>
            </a:extLst>
          </p:cNvPr>
          <p:cNvSpPr>
            <a:spLocks noGrp="1"/>
          </p:cNvSpPr>
          <p:nvPr>
            <p:ph type="dt" sz="half" idx="10"/>
          </p:nvPr>
        </p:nvSpPr>
        <p:spPr/>
        <p:txBody>
          <a:bodyPr/>
          <a:lstStyle/>
          <a:p>
            <a:pPr>
              <a:defRPr/>
            </a:pPr>
            <a:fld id="{5D29925E-EED2-44FE-A088-00640B77843B}" type="datetime1">
              <a:rPr lang="en-US" smtClean="0"/>
              <a:pPr>
                <a:defRPr/>
              </a:pPr>
              <a:t>10/11/2025</a:t>
            </a:fld>
            <a:endParaRPr lang="en-US" dirty="0"/>
          </a:p>
        </p:txBody>
      </p:sp>
      <p:sp>
        <p:nvSpPr>
          <p:cNvPr id="5" name="Footer Placeholder 4">
            <a:extLst>
              <a:ext uri="{FF2B5EF4-FFF2-40B4-BE49-F238E27FC236}">
                <a16:creationId xmlns:a16="http://schemas.microsoft.com/office/drawing/2014/main" id="{7F628831-A964-419A-8F9B-E13A6AC9D22A}"/>
              </a:ext>
            </a:extLst>
          </p:cNvPr>
          <p:cNvSpPr>
            <a:spLocks noGrp="1"/>
          </p:cNvSpPr>
          <p:nvPr>
            <p:ph type="ftr" sz="quarter" idx="11"/>
          </p:nvPr>
        </p:nvSpPr>
        <p:spPr/>
        <p:txBody>
          <a:bodyPr/>
          <a:lstStyle/>
          <a:p>
            <a:pPr>
              <a:defRPr/>
            </a:pPr>
            <a:r>
              <a:rPr lang="en-US"/>
              <a:t>Copyright © 2015 McGraw-Hill Education</a:t>
            </a:r>
            <a:endParaRPr lang="en-US" dirty="0"/>
          </a:p>
        </p:txBody>
      </p:sp>
      <p:sp>
        <p:nvSpPr>
          <p:cNvPr id="6" name="Slide Number Placeholder 5">
            <a:extLst>
              <a:ext uri="{FF2B5EF4-FFF2-40B4-BE49-F238E27FC236}">
                <a16:creationId xmlns:a16="http://schemas.microsoft.com/office/drawing/2014/main" id="{4BCD5A45-30F2-4BA8-A795-B19884B2D3EE}"/>
              </a:ext>
            </a:extLst>
          </p:cNvPr>
          <p:cNvSpPr>
            <a:spLocks noGrp="1"/>
          </p:cNvSpPr>
          <p:nvPr>
            <p:ph type="sldNum" sz="quarter" idx="12"/>
          </p:nvPr>
        </p:nvSpPr>
        <p:spPr/>
        <p:txBody>
          <a:bodyPr/>
          <a:lstStyle/>
          <a:p>
            <a:pPr>
              <a:defRPr/>
            </a:pPr>
            <a:fld id="{D326DA46-A0C8-43DB-B9C0-C1581C69E33E}" type="slidenum">
              <a:rPr lang="en-US" smtClean="0"/>
              <a:pPr>
                <a:defRPr/>
              </a:pPr>
              <a:t>‹#›</a:t>
            </a:fld>
            <a:endParaRPr lang="en-US" dirty="0"/>
          </a:p>
        </p:txBody>
      </p:sp>
    </p:spTree>
    <p:extLst>
      <p:ext uri="{BB962C8B-B14F-4D97-AF65-F5344CB8AC3E}">
        <p14:creationId xmlns:p14="http://schemas.microsoft.com/office/powerpoint/2010/main" val="2430746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259A0F-11F4-468A-92A1-C983B748FF94}"/>
              </a:ext>
            </a:extLst>
          </p:cNvPr>
          <p:cNvSpPr>
            <a:spLocks noGrp="1"/>
          </p:cNvSpPr>
          <p:nvPr>
            <p:ph type="title"/>
          </p:nvPr>
        </p:nvSpPr>
        <p:spPr/>
        <p:txBody>
          <a:bodyPr/>
          <a:lstStyle/>
          <a:p>
            <a:r>
              <a:rPr lang="en-US"/>
              <a:t>Click to edit Master title style</a:t>
            </a:r>
            <a:endParaRPr lang="en-HK"/>
          </a:p>
        </p:txBody>
      </p:sp>
      <p:sp>
        <p:nvSpPr>
          <p:cNvPr id="3" name="Content Placeholder 2">
            <a:extLst>
              <a:ext uri="{FF2B5EF4-FFF2-40B4-BE49-F238E27FC236}">
                <a16:creationId xmlns:a16="http://schemas.microsoft.com/office/drawing/2014/main" id="{E9CBAD7F-CA6D-45BF-B764-72E47621BFDE}"/>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HK"/>
          </a:p>
        </p:txBody>
      </p:sp>
      <p:sp>
        <p:nvSpPr>
          <p:cNvPr id="4" name="Date Placeholder 3">
            <a:extLst>
              <a:ext uri="{FF2B5EF4-FFF2-40B4-BE49-F238E27FC236}">
                <a16:creationId xmlns:a16="http://schemas.microsoft.com/office/drawing/2014/main" id="{E3137278-C858-4DC0-AFCD-3C6A68D3C186}"/>
              </a:ext>
            </a:extLst>
          </p:cNvPr>
          <p:cNvSpPr>
            <a:spLocks noGrp="1"/>
          </p:cNvSpPr>
          <p:nvPr>
            <p:ph type="dt" sz="half" idx="10"/>
          </p:nvPr>
        </p:nvSpPr>
        <p:spPr/>
        <p:txBody>
          <a:bodyPr/>
          <a:lstStyle/>
          <a:p>
            <a:pPr>
              <a:defRPr/>
            </a:pPr>
            <a:fld id="{F432F547-B0D0-4CB8-8543-44DCD76FB919}" type="datetime1">
              <a:rPr lang="en-US" smtClean="0"/>
              <a:pPr>
                <a:defRPr/>
              </a:pPr>
              <a:t>10/11/2025</a:t>
            </a:fld>
            <a:endParaRPr lang="en-US" dirty="0"/>
          </a:p>
        </p:txBody>
      </p:sp>
      <p:sp>
        <p:nvSpPr>
          <p:cNvPr id="5" name="Footer Placeholder 4">
            <a:extLst>
              <a:ext uri="{FF2B5EF4-FFF2-40B4-BE49-F238E27FC236}">
                <a16:creationId xmlns:a16="http://schemas.microsoft.com/office/drawing/2014/main" id="{1BAC488E-4D8B-43F6-9EB5-45796484B241}"/>
              </a:ext>
            </a:extLst>
          </p:cNvPr>
          <p:cNvSpPr>
            <a:spLocks noGrp="1"/>
          </p:cNvSpPr>
          <p:nvPr>
            <p:ph type="ftr" sz="quarter" idx="11"/>
          </p:nvPr>
        </p:nvSpPr>
        <p:spPr/>
        <p:txBody>
          <a:bodyPr/>
          <a:lstStyle/>
          <a:p>
            <a:pPr>
              <a:defRPr/>
            </a:pPr>
            <a:r>
              <a:rPr lang="en-US"/>
              <a:t>Copyright © 2015 McGraw-Hill Education</a:t>
            </a:r>
            <a:endParaRPr lang="en-US" dirty="0"/>
          </a:p>
        </p:txBody>
      </p:sp>
      <p:sp>
        <p:nvSpPr>
          <p:cNvPr id="6" name="Slide Number Placeholder 5">
            <a:extLst>
              <a:ext uri="{FF2B5EF4-FFF2-40B4-BE49-F238E27FC236}">
                <a16:creationId xmlns:a16="http://schemas.microsoft.com/office/drawing/2014/main" id="{31C8EFFA-FE3F-4B63-A363-A60D6A346D0C}"/>
              </a:ext>
            </a:extLst>
          </p:cNvPr>
          <p:cNvSpPr>
            <a:spLocks noGrp="1"/>
          </p:cNvSpPr>
          <p:nvPr>
            <p:ph type="sldNum" sz="quarter" idx="12"/>
          </p:nvPr>
        </p:nvSpPr>
        <p:spPr/>
        <p:txBody>
          <a:bodyPr/>
          <a:lstStyle/>
          <a:p>
            <a:pPr>
              <a:defRPr/>
            </a:pPr>
            <a:fld id="{4D43F197-C583-4294-BD21-B6AE0DDD46C4}" type="slidenum">
              <a:rPr lang="en-US" smtClean="0"/>
              <a:pPr>
                <a:defRPr/>
              </a:pPr>
              <a:t>‹#›</a:t>
            </a:fld>
            <a:endParaRPr lang="en-US" dirty="0"/>
          </a:p>
        </p:txBody>
      </p:sp>
    </p:spTree>
    <p:extLst>
      <p:ext uri="{BB962C8B-B14F-4D97-AF65-F5344CB8AC3E}">
        <p14:creationId xmlns:p14="http://schemas.microsoft.com/office/powerpoint/2010/main" val="34155520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126687-01E3-4EFA-AAF4-3B4BB497AA86}"/>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endParaRPr lang="en-HK"/>
          </a:p>
        </p:txBody>
      </p:sp>
      <p:sp>
        <p:nvSpPr>
          <p:cNvPr id="3" name="Text Placeholder 2">
            <a:extLst>
              <a:ext uri="{FF2B5EF4-FFF2-40B4-BE49-F238E27FC236}">
                <a16:creationId xmlns:a16="http://schemas.microsoft.com/office/drawing/2014/main" id="{BADF4309-F76B-4BB7-B6F9-72503B851083}"/>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2A4824F7-8986-499F-A6D6-173E38F03D7D}"/>
              </a:ext>
            </a:extLst>
          </p:cNvPr>
          <p:cNvSpPr>
            <a:spLocks noGrp="1"/>
          </p:cNvSpPr>
          <p:nvPr>
            <p:ph type="dt" sz="half" idx="10"/>
          </p:nvPr>
        </p:nvSpPr>
        <p:spPr/>
        <p:txBody>
          <a:bodyPr/>
          <a:lstStyle/>
          <a:p>
            <a:pPr>
              <a:defRPr/>
            </a:pPr>
            <a:fld id="{45180D1F-64D5-4D03-86A8-B0C78FB9D084}" type="datetime1">
              <a:rPr lang="en-US" smtClean="0"/>
              <a:pPr>
                <a:defRPr/>
              </a:pPr>
              <a:t>10/11/2025</a:t>
            </a:fld>
            <a:endParaRPr lang="en-US" dirty="0"/>
          </a:p>
        </p:txBody>
      </p:sp>
      <p:sp>
        <p:nvSpPr>
          <p:cNvPr id="5" name="Footer Placeholder 4">
            <a:extLst>
              <a:ext uri="{FF2B5EF4-FFF2-40B4-BE49-F238E27FC236}">
                <a16:creationId xmlns:a16="http://schemas.microsoft.com/office/drawing/2014/main" id="{1EA8C674-1E77-404C-A67C-7EEBBF9AB08B}"/>
              </a:ext>
            </a:extLst>
          </p:cNvPr>
          <p:cNvSpPr>
            <a:spLocks noGrp="1"/>
          </p:cNvSpPr>
          <p:nvPr>
            <p:ph type="ftr" sz="quarter" idx="11"/>
          </p:nvPr>
        </p:nvSpPr>
        <p:spPr/>
        <p:txBody>
          <a:bodyPr/>
          <a:lstStyle/>
          <a:p>
            <a:pPr>
              <a:defRPr/>
            </a:pPr>
            <a:r>
              <a:rPr lang="en-US"/>
              <a:t>Copyright © 2015 McGraw-Hill Education</a:t>
            </a:r>
            <a:endParaRPr lang="en-US" dirty="0"/>
          </a:p>
        </p:txBody>
      </p:sp>
      <p:sp>
        <p:nvSpPr>
          <p:cNvPr id="6" name="Slide Number Placeholder 5">
            <a:extLst>
              <a:ext uri="{FF2B5EF4-FFF2-40B4-BE49-F238E27FC236}">
                <a16:creationId xmlns:a16="http://schemas.microsoft.com/office/drawing/2014/main" id="{D82BAFC3-E5CC-4C2D-9F40-7AC36D99BDC0}"/>
              </a:ext>
            </a:extLst>
          </p:cNvPr>
          <p:cNvSpPr>
            <a:spLocks noGrp="1"/>
          </p:cNvSpPr>
          <p:nvPr>
            <p:ph type="sldNum" sz="quarter" idx="12"/>
          </p:nvPr>
        </p:nvSpPr>
        <p:spPr/>
        <p:txBody>
          <a:bodyPr/>
          <a:lstStyle/>
          <a:p>
            <a:pPr>
              <a:defRPr/>
            </a:pPr>
            <a:fld id="{CE116888-0E84-4000-8C9A-DF22FF321353}" type="slidenum">
              <a:rPr lang="en-US" smtClean="0"/>
              <a:pPr>
                <a:defRPr/>
              </a:pPr>
              <a:t>‹#›</a:t>
            </a:fld>
            <a:endParaRPr lang="en-US" dirty="0"/>
          </a:p>
        </p:txBody>
      </p:sp>
    </p:spTree>
    <p:extLst>
      <p:ext uri="{BB962C8B-B14F-4D97-AF65-F5344CB8AC3E}">
        <p14:creationId xmlns:p14="http://schemas.microsoft.com/office/powerpoint/2010/main" val="17166675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956322-B5D5-4209-90AD-C2E4307513A1}"/>
              </a:ext>
            </a:extLst>
          </p:cNvPr>
          <p:cNvSpPr>
            <a:spLocks noGrp="1"/>
          </p:cNvSpPr>
          <p:nvPr>
            <p:ph type="title"/>
          </p:nvPr>
        </p:nvSpPr>
        <p:spPr/>
        <p:txBody>
          <a:bodyPr/>
          <a:lstStyle/>
          <a:p>
            <a:r>
              <a:rPr lang="en-US"/>
              <a:t>Click to edit Master title style</a:t>
            </a:r>
            <a:endParaRPr lang="en-HK"/>
          </a:p>
        </p:txBody>
      </p:sp>
      <p:sp>
        <p:nvSpPr>
          <p:cNvPr id="3" name="Content Placeholder 2">
            <a:extLst>
              <a:ext uri="{FF2B5EF4-FFF2-40B4-BE49-F238E27FC236}">
                <a16:creationId xmlns:a16="http://schemas.microsoft.com/office/drawing/2014/main" id="{A55F3636-E557-4BF5-BDB8-7608D671E6D1}"/>
              </a:ext>
            </a:extLst>
          </p:cNvPr>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HK"/>
          </a:p>
        </p:txBody>
      </p:sp>
      <p:sp>
        <p:nvSpPr>
          <p:cNvPr id="4" name="Content Placeholder 3">
            <a:extLst>
              <a:ext uri="{FF2B5EF4-FFF2-40B4-BE49-F238E27FC236}">
                <a16:creationId xmlns:a16="http://schemas.microsoft.com/office/drawing/2014/main" id="{4541DEDD-0FE5-4DE5-8D0C-0BF6BF334DEC}"/>
              </a:ext>
            </a:extLst>
          </p:cNvPr>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HK"/>
          </a:p>
        </p:txBody>
      </p:sp>
      <p:sp>
        <p:nvSpPr>
          <p:cNvPr id="5" name="Date Placeholder 4">
            <a:extLst>
              <a:ext uri="{FF2B5EF4-FFF2-40B4-BE49-F238E27FC236}">
                <a16:creationId xmlns:a16="http://schemas.microsoft.com/office/drawing/2014/main" id="{8684DEA4-5D2C-45AC-A09E-EA1426FF5322}"/>
              </a:ext>
            </a:extLst>
          </p:cNvPr>
          <p:cNvSpPr>
            <a:spLocks noGrp="1"/>
          </p:cNvSpPr>
          <p:nvPr>
            <p:ph type="dt" sz="half" idx="10"/>
          </p:nvPr>
        </p:nvSpPr>
        <p:spPr/>
        <p:txBody>
          <a:bodyPr/>
          <a:lstStyle/>
          <a:p>
            <a:pPr>
              <a:defRPr/>
            </a:pPr>
            <a:fld id="{6A607C7E-F4F5-4B77-8CDC-90CC78F38487}" type="datetime1">
              <a:rPr lang="en-US" smtClean="0"/>
              <a:pPr>
                <a:defRPr/>
              </a:pPr>
              <a:t>10/11/2025</a:t>
            </a:fld>
            <a:endParaRPr lang="en-US" dirty="0"/>
          </a:p>
        </p:txBody>
      </p:sp>
      <p:sp>
        <p:nvSpPr>
          <p:cNvPr id="6" name="Footer Placeholder 5">
            <a:extLst>
              <a:ext uri="{FF2B5EF4-FFF2-40B4-BE49-F238E27FC236}">
                <a16:creationId xmlns:a16="http://schemas.microsoft.com/office/drawing/2014/main" id="{2A2A3584-A3FD-4926-AF2B-BA4A2209746B}"/>
              </a:ext>
            </a:extLst>
          </p:cNvPr>
          <p:cNvSpPr>
            <a:spLocks noGrp="1"/>
          </p:cNvSpPr>
          <p:nvPr>
            <p:ph type="ftr" sz="quarter" idx="11"/>
          </p:nvPr>
        </p:nvSpPr>
        <p:spPr/>
        <p:txBody>
          <a:bodyPr/>
          <a:lstStyle/>
          <a:p>
            <a:pPr>
              <a:defRPr/>
            </a:pPr>
            <a:r>
              <a:rPr lang="en-US"/>
              <a:t>Copyright © 2015 McGraw-Hill Education</a:t>
            </a:r>
            <a:endParaRPr lang="en-US" dirty="0"/>
          </a:p>
        </p:txBody>
      </p:sp>
      <p:sp>
        <p:nvSpPr>
          <p:cNvPr id="7" name="Slide Number Placeholder 6">
            <a:extLst>
              <a:ext uri="{FF2B5EF4-FFF2-40B4-BE49-F238E27FC236}">
                <a16:creationId xmlns:a16="http://schemas.microsoft.com/office/drawing/2014/main" id="{EADF32EB-F0E7-4396-94E9-D3172F1D0D50}"/>
              </a:ext>
            </a:extLst>
          </p:cNvPr>
          <p:cNvSpPr>
            <a:spLocks noGrp="1"/>
          </p:cNvSpPr>
          <p:nvPr>
            <p:ph type="sldNum" sz="quarter" idx="12"/>
          </p:nvPr>
        </p:nvSpPr>
        <p:spPr/>
        <p:txBody>
          <a:bodyPr/>
          <a:lstStyle/>
          <a:p>
            <a:pPr>
              <a:defRPr/>
            </a:pPr>
            <a:fld id="{5FAA990F-E072-4953-8691-83ED6C82154B}" type="slidenum">
              <a:rPr lang="en-US" smtClean="0"/>
              <a:pPr>
                <a:defRPr/>
              </a:pPr>
              <a:t>‹#›</a:t>
            </a:fld>
            <a:endParaRPr lang="en-US" dirty="0"/>
          </a:p>
        </p:txBody>
      </p:sp>
    </p:spTree>
    <p:extLst>
      <p:ext uri="{BB962C8B-B14F-4D97-AF65-F5344CB8AC3E}">
        <p14:creationId xmlns:p14="http://schemas.microsoft.com/office/powerpoint/2010/main" val="6422752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368068-C533-471D-B504-99206ADAC47E}"/>
              </a:ext>
            </a:extLst>
          </p:cNvPr>
          <p:cNvSpPr>
            <a:spLocks noGrp="1"/>
          </p:cNvSpPr>
          <p:nvPr>
            <p:ph type="title"/>
          </p:nvPr>
        </p:nvSpPr>
        <p:spPr>
          <a:xfrm>
            <a:off x="629841" y="365126"/>
            <a:ext cx="7886700" cy="1325563"/>
          </a:xfrm>
        </p:spPr>
        <p:txBody>
          <a:bodyPr/>
          <a:lstStyle/>
          <a:p>
            <a:r>
              <a:rPr lang="en-US"/>
              <a:t>Click to edit Master title style</a:t>
            </a:r>
            <a:endParaRPr lang="en-HK"/>
          </a:p>
        </p:txBody>
      </p:sp>
      <p:sp>
        <p:nvSpPr>
          <p:cNvPr id="3" name="Text Placeholder 2">
            <a:extLst>
              <a:ext uri="{FF2B5EF4-FFF2-40B4-BE49-F238E27FC236}">
                <a16:creationId xmlns:a16="http://schemas.microsoft.com/office/drawing/2014/main" id="{870A985D-5BF7-4CB5-A92B-4A6FDFBB42CF}"/>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a:extLst>
              <a:ext uri="{FF2B5EF4-FFF2-40B4-BE49-F238E27FC236}">
                <a16:creationId xmlns:a16="http://schemas.microsoft.com/office/drawing/2014/main" id="{001B07C4-7F34-446A-9E2E-1B83A53EA1AD}"/>
              </a:ext>
            </a:extLst>
          </p:cNvPr>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HK"/>
          </a:p>
        </p:txBody>
      </p:sp>
      <p:sp>
        <p:nvSpPr>
          <p:cNvPr id="5" name="Text Placeholder 4">
            <a:extLst>
              <a:ext uri="{FF2B5EF4-FFF2-40B4-BE49-F238E27FC236}">
                <a16:creationId xmlns:a16="http://schemas.microsoft.com/office/drawing/2014/main" id="{AFC32C3C-0143-494D-9F52-9E04ECF3F6F7}"/>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a:extLst>
              <a:ext uri="{FF2B5EF4-FFF2-40B4-BE49-F238E27FC236}">
                <a16:creationId xmlns:a16="http://schemas.microsoft.com/office/drawing/2014/main" id="{E306F971-95B4-46A0-91C2-A0AFD49D1487}"/>
              </a:ext>
            </a:extLst>
          </p:cNvPr>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HK"/>
          </a:p>
        </p:txBody>
      </p:sp>
      <p:sp>
        <p:nvSpPr>
          <p:cNvPr id="7" name="Date Placeholder 6">
            <a:extLst>
              <a:ext uri="{FF2B5EF4-FFF2-40B4-BE49-F238E27FC236}">
                <a16:creationId xmlns:a16="http://schemas.microsoft.com/office/drawing/2014/main" id="{30C71DDC-BE93-430E-B7EA-CDF6C2BE70F6}"/>
              </a:ext>
            </a:extLst>
          </p:cNvPr>
          <p:cNvSpPr>
            <a:spLocks noGrp="1"/>
          </p:cNvSpPr>
          <p:nvPr>
            <p:ph type="dt" sz="half" idx="10"/>
          </p:nvPr>
        </p:nvSpPr>
        <p:spPr/>
        <p:txBody>
          <a:bodyPr/>
          <a:lstStyle/>
          <a:p>
            <a:pPr>
              <a:defRPr/>
            </a:pPr>
            <a:fld id="{6A607C7E-F4F5-4B77-8CDC-90CC78F38487}" type="datetime1">
              <a:rPr lang="en-US" smtClean="0"/>
              <a:pPr>
                <a:defRPr/>
              </a:pPr>
              <a:t>10/11/2025</a:t>
            </a:fld>
            <a:endParaRPr lang="en-US" dirty="0"/>
          </a:p>
        </p:txBody>
      </p:sp>
      <p:sp>
        <p:nvSpPr>
          <p:cNvPr id="8" name="Footer Placeholder 7">
            <a:extLst>
              <a:ext uri="{FF2B5EF4-FFF2-40B4-BE49-F238E27FC236}">
                <a16:creationId xmlns:a16="http://schemas.microsoft.com/office/drawing/2014/main" id="{A7D57A58-19C6-42DB-9019-46F96D1CD122}"/>
              </a:ext>
            </a:extLst>
          </p:cNvPr>
          <p:cNvSpPr>
            <a:spLocks noGrp="1"/>
          </p:cNvSpPr>
          <p:nvPr>
            <p:ph type="ftr" sz="quarter" idx="11"/>
          </p:nvPr>
        </p:nvSpPr>
        <p:spPr/>
        <p:txBody>
          <a:bodyPr/>
          <a:lstStyle/>
          <a:p>
            <a:pPr>
              <a:defRPr/>
            </a:pPr>
            <a:r>
              <a:rPr lang="en-US"/>
              <a:t>Copyright © 2015 McGraw-Hill Education</a:t>
            </a:r>
            <a:endParaRPr lang="en-US" dirty="0"/>
          </a:p>
        </p:txBody>
      </p:sp>
      <p:sp>
        <p:nvSpPr>
          <p:cNvPr id="9" name="Slide Number Placeholder 8">
            <a:extLst>
              <a:ext uri="{FF2B5EF4-FFF2-40B4-BE49-F238E27FC236}">
                <a16:creationId xmlns:a16="http://schemas.microsoft.com/office/drawing/2014/main" id="{62CBDDE3-F8EA-46B4-9C1F-FFEAFED26B91}"/>
              </a:ext>
            </a:extLst>
          </p:cNvPr>
          <p:cNvSpPr>
            <a:spLocks noGrp="1"/>
          </p:cNvSpPr>
          <p:nvPr>
            <p:ph type="sldNum" sz="quarter" idx="12"/>
          </p:nvPr>
        </p:nvSpPr>
        <p:spPr/>
        <p:txBody>
          <a:bodyPr/>
          <a:lstStyle/>
          <a:p>
            <a:pPr>
              <a:defRPr/>
            </a:pPr>
            <a:fld id="{5FAA990F-E072-4953-8691-83ED6C82154B}" type="slidenum">
              <a:rPr lang="en-US" smtClean="0"/>
              <a:pPr>
                <a:defRPr/>
              </a:pPr>
              <a:t>‹#›</a:t>
            </a:fld>
            <a:endParaRPr lang="en-US" dirty="0"/>
          </a:p>
        </p:txBody>
      </p:sp>
    </p:spTree>
    <p:extLst>
      <p:ext uri="{BB962C8B-B14F-4D97-AF65-F5344CB8AC3E}">
        <p14:creationId xmlns:p14="http://schemas.microsoft.com/office/powerpoint/2010/main" val="547937552"/>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B699D1-45FB-49A6-A72B-39DFBA7983D3}"/>
              </a:ext>
            </a:extLst>
          </p:cNvPr>
          <p:cNvSpPr>
            <a:spLocks noGrp="1"/>
          </p:cNvSpPr>
          <p:nvPr>
            <p:ph type="title"/>
          </p:nvPr>
        </p:nvSpPr>
        <p:spPr/>
        <p:txBody>
          <a:bodyPr/>
          <a:lstStyle/>
          <a:p>
            <a:r>
              <a:rPr lang="en-US"/>
              <a:t>Click to edit Master title style</a:t>
            </a:r>
            <a:endParaRPr lang="en-HK"/>
          </a:p>
        </p:txBody>
      </p:sp>
      <p:sp>
        <p:nvSpPr>
          <p:cNvPr id="3" name="Date Placeholder 2">
            <a:extLst>
              <a:ext uri="{FF2B5EF4-FFF2-40B4-BE49-F238E27FC236}">
                <a16:creationId xmlns:a16="http://schemas.microsoft.com/office/drawing/2014/main" id="{A31AEA5B-B844-499C-BA2B-C67C65D26DBB}"/>
              </a:ext>
            </a:extLst>
          </p:cNvPr>
          <p:cNvSpPr>
            <a:spLocks noGrp="1"/>
          </p:cNvSpPr>
          <p:nvPr>
            <p:ph type="dt" sz="half" idx="10"/>
          </p:nvPr>
        </p:nvSpPr>
        <p:spPr/>
        <p:txBody>
          <a:bodyPr/>
          <a:lstStyle/>
          <a:p>
            <a:pPr>
              <a:defRPr/>
            </a:pPr>
            <a:fld id="{3F12F0C6-B5C0-45E6-85FD-C21AB31A1A95}" type="datetime1">
              <a:rPr lang="en-US" smtClean="0"/>
              <a:pPr>
                <a:defRPr/>
              </a:pPr>
              <a:t>10/11/2025</a:t>
            </a:fld>
            <a:endParaRPr lang="en-US" dirty="0"/>
          </a:p>
        </p:txBody>
      </p:sp>
      <p:sp>
        <p:nvSpPr>
          <p:cNvPr id="4" name="Footer Placeholder 3">
            <a:extLst>
              <a:ext uri="{FF2B5EF4-FFF2-40B4-BE49-F238E27FC236}">
                <a16:creationId xmlns:a16="http://schemas.microsoft.com/office/drawing/2014/main" id="{9F7586E5-DF4D-41FD-939D-D5906457C7F1}"/>
              </a:ext>
            </a:extLst>
          </p:cNvPr>
          <p:cNvSpPr>
            <a:spLocks noGrp="1"/>
          </p:cNvSpPr>
          <p:nvPr>
            <p:ph type="ftr" sz="quarter" idx="11"/>
          </p:nvPr>
        </p:nvSpPr>
        <p:spPr/>
        <p:txBody>
          <a:bodyPr/>
          <a:lstStyle/>
          <a:p>
            <a:pPr>
              <a:defRPr/>
            </a:pPr>
            <a:r>
              <a:rPr lang="en-US"/>
              <a:t>Copyright © 2015 McGraw-Hill Education</a:t>
            </a:r>
            <a:endParaRPr lang="en-US" dirty="0"/>
          </a:p>
        </p:txBody>
      </p:sp>
      <p:sp>
        <p:nvSpPr>
          <p:cNvPr id="5" name="Slide Number Placeholder 4">
            <a:extLst>
              <a:ext uri="{FF2B5EF4-FFF2-40B4-BE49-F238E27FC236}">
                <a16:creationId xmlns:a16="http://schemas.microsoft.com/office/drawing/2014/main" id="{3568673F-6F56-412B-8D53-B5B5D1D6A606}"/>
              </a:ext>
            </a:extLst>
          </p:cNvPr>
          <p:cNvSpPr>
            <a:spLocks noGrp="1"/>
          </p:cNvSpPr>
          <p:nvPr>
            <p:ph type="sldNum" sz="quarter" idx="12"/>
          </p:nvPr>
        </p:nvSpPr>
        <p:spPr/>
        <p:txBody>
          <a:bodyPr/>
          <a:lstStyle/>
          <a:p>
            <a:pPr>
              <a:defRPr/>
            </a:pPr>
            <a:fld id="{738B8CC1-C7B3-4BC4-BEEE-A4A95954513D}" type="slidenum">
              <a:rPr lang="en-US" smtClean="0"/>
              <a:pPr>
                <a:defRPr/>
              </a:pPr>
              <a:t>‹#›</a:t>
            </a:fld>
            <a:endParaRPr lang="en-US" dirty="0"/>
          </a:p>
        </p:txBody>
      </p:sp>
    </p:spTree>
    <p:extLst>
      <p:ext uri="{BB962C8B-B14F-4D97-AF65-F5344CB8AC3E}">
        <p14:creationId xmlns:p14="http://schemas.microsoft.com/office/powerpoint/2010/main" val="21157057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9B17015-38ED-4E49-B354-BF1208BF6C66}"/>
              </a:ext>
            </a:extLst>
          </p:cNvPr>
          <p:cNvSpPr>
            <a:spLocks noGrp="1"/>
          </p:cNvSpPr>
          <p:nvPr>
            <p:ph type="dt" sz="half" idx="10"/>
          </p:nvPr>
        </p:nvSpPr>
        <p:spPr/>
        <p:txBody>
          <a:bodyPr/>
          <a:lstStyle/>
          <a:p>
            <a:pPr>
              <a:defRPr/>
            </a:pPr>
            <a:fld id="{C8224EFF-F9F8-496A-8AFF-0F456197E8B5}" type="datetime1">
              <a:rPr lang="en-US" smtClean="0"/>
              <a:pPr>
                <a:defRPr/>
              </a:pPr>
              <a:t>10/11/2025</a:t>
            </a:fld>
            <a:endParaRPr lang="en-US" dirty="0"/>
          </a:p>
        </p:txBody>
      </p:sp>
      <p:sp>
        <p:nvSpPr>
          <p:cNvPr id="3" name="Footer Placeholder 2">
            <a:extLst>
              <a:ext uri="{FF2B5EF4-FFF2-40B4-BE49-F238E27FC236}">
                <a16:creationId xmlns:a16="http://schemas.microsoft.com/office/drawing/2014/main" id="{4BFED087-1CA0-4D1D-A5B0-CA6A37061CA7}"/>
              </a:ext>
            </a:extLst>
          </p:cNvPr>
          <p:cNvSpPr>
            <a:spLocks noGrp="1"/>
          </p:cNvSpPr>
          <p:nvPr>
            <p:ph type="ftr" sz="quarter" idx="11"/>
          </p:nvPr>
        </p:nvSpPr>
        <p:spPr/>
        <p:txBody>
          <a:bodyPr/>
          <a:lstStyle/>
          <a:p>
            <a:pPr>
              <a:defRPr/>
            </a:pPr>
            <a:r>
              <a:rPr lang="en-US"/>
              <a:t>Copyright © 2015 McGraw-Hill Education</a:t>
            </a:r>
            <a:endParaRPr lang="en-US" dirty="0"/>
          </a:p>
        </p:txBody>
      </p:sp>
      <p:sp>
        <p:nvSpPr>
          <p:cNvPr id="4" name="Slide Number Placeholder 3">
            <a:extLst>
              <a:ext uri="{FF2B5EF4-FFF2-40B4-BE49-F238E27FC236}">
                <a16:creationId xmlns:a16="http://schemas.microsoft.com/office/drawing/2014/main" id="{705E9A89-0D3C-4EB6-BC78-A5673BA3818B}"/>
              </a:ext>
            </a:extLst>
          </p:cNvPr>
          <p:cNvSpPr>
            <a:spLocks noGrp="1"/>
          </p:cNvSpPr>
          <p:nvPr>
            <p:ph type="sldNum" sz="quarter" idx="12"/>
          </p:nvPr>
        </p:nvSpPr>
        <p:spPr/>
        <p:txBody>
          <a:bodyPr/>
          <a:lstStyle/>
          <a:p>
            <a:pPr>
              <a:defRPr/>
            </a:pPr>
            <a:fld id="{AA019379-17AD-4E0D-9610-E34AD365F0A3}" type="slidenum">
              <a:rPr lang="en-US" smtClean="0"/>
              <a:pPr>
                <a:defRPr/>
              </a:pPr>
              <a:t>‹#›</a:t>
            </a:fld>
            <a:endParaRPr lang="en-US" dirty="0"/>
          </a:p>
        </p:txBody>
      </p:sp>
    </p:spTree>
    <p:extLst>
      <p:ext uri="{BB962C8B-B14F-4D97-AF65-F5344CB8AC3E}">
        <p14:creationId xmlns:p14="http://schemas.microsoft.com/office/powerpoint/2010/main" val="1717185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8C35F3-02F6-4359-A8DD-7118AD1E85EB}"/>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HK"/>
          </a:p>
        </p:txBody>
      </p:sp>
      <p:sp>
        <p:nvSpPr>
          <p:cNvPr id="3" name="Content Placeholder 2">
            <a:extLst>
              <a:ext uri="{FF2B5EF4-FFF2-40B4-BE49-F238E27FC236}">
                <a16:creationId xmlns:a16="http://schemas.microsoft.com/office/drawing/2014/main" id="{FD9C6DA7-C41C-4B1D-821B-A34DDED7DFBF}"/>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HK"/>
          </a:p>
        </p:txBody>
      </p:sp>
      <p:sp>
        <p:nvSpPr>
          <p:cNvPr id="4" name="Text Placeholder 3">
            <a:extLst>
              <a:ext uri="{FF2B5EF4-FFF2-40B4-BE49-F238E27FC236}">
                <a16:creationId xmlns:a16="http://schemas.microsoft.com/office/drawing/2014/main" id="{1B6F4FC8-0644-4504-8FD0-62DFC733C5BA}"/>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a:extLst>
              <a:ext uri="{FF2B5EF4-FFF2-40B4-BE49-F238E27FC236}">
                <a16:creationId xmlns:a16="http://schemas.microsoft.com/office/drawing/2014/main" id="{320DD565-4EB8-457E-B8A9-509B3DCE9EDB}"/>
              </a:ext>
            </a:extLst>
          </p:cNvPr>
          <p:cNvSpPr>
            <a:spLocks noGrp="1"/>
          </p:cNvSpPr>
          <p:nvPr>
            <p:ph type="dt" sz="half" idx="10"/>
          </p:nvPr>
        </p:nvSpPr>
        <p:spPr/>
        <p:txBody>
          <a:bodyPr/>
          <a:lstStyle/>
          <a:p>
            <a:pPr>
              <a:defRPr/>
            </a:pPr>
            <a:fld id="{ED88E37B-CCA0-4BF7-B7AF-2BF4EC7610D2}" type="datetime1">
              <a:rPr lang="en-US" smtClean="0"/>
              <a:pPr>
                <a:defRPr/>
              </a:pPr>
              <a:t>10/11/2025</a:t>
            </a:fld>
            <a:endParaRPr lang="en-US" dirty="0"/>
          </a:p>
        </p:txBody>
      </p:sp>
      <p:sp>
        <p:nvSpPr>
          <p:cNvPr id="6" name="Footer Placeholder 5">
            <a:extLst>
              <a:ext uri="{FF2B5EF4-FFF2-40B4-BE49-F238E27FC236}">
                <a16:creationId xmlns:a16="http://schemas.microsoft.com/office/drawing/2014/main" id="{CE79D874-3E53-419D-8C82-3E772F73DA12}"/>
              </a:ext>
            </a:extLst>
          </p:cNvPr>
          <p:cNvSpPr>
            <a:spLocks noGrp="1"/>
          </p:cNvSpPr>
          <p:nvPr>
            <p:ph type="ftr" sz="quarter" idx="11"/>
          </p:nvPr>
        </p:nvSpPr>
        <p:spPr/>
        <p:txBody>
          <a:bodyPr/>
          <a:lstStyle/>
          <a:p>
            <a:pPr>
              <a:defRPr/>
            </a:pPr>
            <a:r>
              <a:rPr lang="en-US"/>
              <a:t>Copyright © 2015 McGraw-Hill Education</a:t>
            </a:r>
            <a:endParaRPr lang="en-US" dirty="0"/>
          </a:p>
        </p:txBody>
      </p:sp>
      <p:sp>
        <p:nvSpPr>
          <p:cNvPr id="7" name="Slide Number Placeholder 6">
            <a:extLst>
              <a:ext uri="{FF2B5EF4-FFF2-40B4-BE49-F238E27FC236}">
                <a16:creationId xmlns:a16="http://schemas.microsoft.com/office/drawing/2014/main" id="{44EB5090-F9E3-4FA5-B32F-54204C780AAF}"/>
              </a:ext>
            </a:extLst>
          </p:cNvPr>
          <p:cNvSpPr>
            <a:spLocks noGrp="1"/>
          </p:cNvSpPr>
          <p:nvPr>
            <p:ph type="sldNum" sz="quarter" idx="12"/>
          </p:nvPr>
        </p:nvSpPr>
        <p:spPr/>
        <p:txBody>
          <a:bodyPr/>
          <a:lstStyle/>
          <a:p>
            <a:pPr>
              <a:defRPr/>
            </a:pPr>
            <a:fld id="{759EE4FC-2A91-409C-B8D2-F3728F9891D1}" type="slidenum">
              <a:rPr lang="en-US" smtClean="0"/>
              <a:pPr>
                <a:defRPr/>
              </a:pPr>
              <a:t>‹#›</a:t>
            </a:fld>
            <a:endParaRPr lang="en-US" dirty="0"/>
          </a:p>
        </p:txBody>
      </p:sp>
    </p:spTree>
    <p:extLst>
      <p:ext uri="{BB962C8B-B14F-4D97-AF65-F5344CB8AC3E}">
        <p14:creationId xmlns:p14="http://schemas.microsoft.com/office/powerpoint/2010/main" val="4021513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97437F-279B-4932-9EF7-FFD910F0FF22}"/>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HK"/>
          </a:p>
        </p:txBody>
      </p:sp>
      <p:sp>
        <p:nvSpPr>
          <p:cNvPr id="3" name="Picture Placeholder 2">
            <a:extLst>
              <a:ext uri="{FF2B5EF4-FFF2-40B4-BE49-F238E27FC236}">
                <a16:creationId xmlns:a16="http://schemas.microsoft.com/office/drawing/2014/main" id="{D68E7D60-0F4E-4BE9-B09F-E7246F9691BC}"/>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HK"/>
          </a:p>
        </p:txBody>
      </p:sp>
      <p:sp>
        <p:nvSpPr>
          <p:cNvPr id="4" name="Text Placeholder 3">
            <a:extLst>
              <a:ext uri="{FF2B5EF4-FFF2-40B4-BE49-F238E27FC236}">
                <a16:creationId xmlns:a16="http://schemas.microsoft.com/office/drawing/2014/main" id="{6FF00D92-3484-4528-A351-19165E1E6085}"/>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a:extLst>
              <a:ext uri="{FF2B5EF4-FFF2-40B4-BE49-F238E27FC236}">
                <a16:creationId xmlns:a16="http://schemas.microsoft.com/office/drawing/2014/main" id="{C47D33E0-CCF8-4FEC-A987-DCEDD3193901}"/>
              </a:ext>
            </a:extLst>
          </p:cNvPr>
          <p:cNvSpPr>
            <a:spLocks noGrp="1"/>
          </p:cNvSpPr>
          <p:nvPr>
            <p:ph type="dt" sz="half" idx="10"/>
          </p:nvPr>
        </p:nvSpPr>
        <p:spPr/>
        <p:txBody>
          <a:bodyPr/>
          <a:lstStyle/>
          <a:p>
            <a:pPr>
              <a:defRPr/>
            </a:pPr>
            <a:fld id="{6A607C7E-F4F5-4B77-8CDC-90CC78F38487}" type="datetime1">
              <a:rPr lang="en-US" smtClean="0"/>
              <a:pPr>
                <a:defRPr/>
              </a:pPr>
              <a:t>10/11/2025</a:t>
            </a:fld>
            <a:endParaRPr lang="en-US" dirty="0"/>
          </a:p>
        </p:txBody>
      </p:sp>
      <p:sp>
        <p:nvSpPr>
          <p:cNvPr id="6" name="Footer Placeholder 5">
            <a:extLst>
              <a:ext uri="{FF2B5EF4-FFF2-40B4-BE49-F238E27FC236}">
                <a16:creationId xmlns:a16="http://schemas.microsoft.com/office/drawing/2014/main" id="{D8A906EF-43E0-4C73-8925-C4A8189FB145}"/>
              </a:ext>
            </a:extLst>
          </p:cNvPr>
          <p:cNvSpPr>
            <a:spLocks noGrp="1"/>
          </p:cNvSpPr>
          <p:nvPr>
            <p:ph type="ftr" sz="quarter" idx="11"/>
          </p:nvPr>
        </p:nvSpPr>
        <p:spPr/>
        <p:txBody>
          <a:bodyPr/>
          <a:lstStyle/>
          <a:p>
            <a:pPr>
              <a:defRPr/>
            </a:pPr>
            <a:r>
              <a:rPr lang="en-US"/>
              <a:t>Copyright © 2015 McGraw-Hill Education</a:t>
            </a:r>
            <a:endParaRPr lang="en-US" dirty="0"/>
          </a:p>
        </p:txBody>
      </p:sp>
      <p:sp>
        <p:nvSpPr>
          <p:cNvPr id="7" name="Slide Number Placeholder 6">
            <a:extLst>
              <a:ext uri="{FF2B5EF4-FFF2-40B4-BE49-F238E27FC236}">
                <a16:creationId xmlns:a16="http://schemas.microsoft.com/office/drawing/2014/main" id="{35C2ED9E-B863-4067-A92B-B18B62177CC5}"/>
              </a:ext>
            </a:extLst>
          </p:cNvPr>
          <p:cNvSpPr>
            <a:spLocks noGrp="1"/>
          </p:cNvSpPr>
          <p:nvPr>
            <p:ph type="sldNum" sz="quarter" idx="12"/>
          </p:nvPr>
        </p:nvSpPr>
        <p:spPr/>
        <p:txBody>
          <a:bodyPr/>
          <a:lstStyle/>
          <a:p>
            <a:pPr>
              <a:defRPr/>
            </a:pPr>
            <a:fld id="{5FAA990F-E072-4953-8691-83ED6C82154B}" type="slidenum">
              <a:rPr lang="en-US" smtClean="0"/>
              <a:pPr>
                <a:defRPr/>
              </a:pPr>
              <a:t>‹#›</a:t>
            </a:fld>
            <a:endParaRPr lang="en-US" dirty="0"/>
          </a:p>
        </p:txBody>
      </p:sp>
    </p:spTree>
    <p:extLst>
      <p:ext uri="{BB962C8B-B14F-4D97-AF65-F5344CB8AC3E}">
        <p14:creationId xmlns:p14="http://schemas.microsoft.com/office/powerpoint/2010/main" val="3873350323"/>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DCC477-2B1A-4487-9A1A-D9D3C01F65C3}"/>
              </a:ext>
            </a:extLst>
          </p:cNvPr>
          <p:cNvSpPr>
            <a:spLocks noGrp="1"/>
          </p:cNvSpPr>
          <p:nvPr>
            <p:ph type="title"/>
          </p:nvPr>
        </p:nvSpPr>
        <p:spPr/>
        <p:txBody>
          <a:bodyPr/>
          <a:lstStyle/>
          <a:p>
            <a:r>
              <a:rPr lang="en-US"/>
              <a:t>Click to edit Master title style</a:t>
            </a:r>
            <a:endParaRPr lang="en-HK"/>
          </a:p>
        </p:txBody>
      </p:sp>
      <p:sp>
        <p:nvSpPr>
          <p:cNvPr id="3" name="Vertical Text Placeholder 2">
            <a:extLst>
              <a:ext uri="{FF2B5EF4-FFF2-40B4-BE49-F238E27FC236}">
                <a16:creationId xmlns:a16="http://schemas.microsoft.com/office/drawing/2014/main" id="{95AA2816-85E2-44D9-878A-B0F1465BB90B}"/>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HK"/>
          </a:p>
        </p:txBody>
      </p:sp>
      <p:sp>
        <p:nvSpPr>
          <p:cNvPr id="4" name="Date Placeholder 3">
            <a:extLst>
              <a:ext uri="{FF2B5EF4-FFF2-40B4-BE49-F238E27FC236}">
                <a16:creationId xmlns:a16="http://schemas.microsoft.com/office/drawing/2014/main" id="{8C3A877E-BE39-43C8-9EE8-D621A9D0EDB7}"/>
              </a:ext>
            </a:extLst>
          </p:cNvPr>
          <p:cNvSpPr>
            <a:spLocks noGrp="1"/>
          </p:cNvSpPr>
          <p:nvPr>
            <p:ph type="dt" sz="half" idx="10"/>
          </p:nvPr>
        </p:nvSpPr>
        <p:spPr/>
        <p:txBody>
          <a:bodyPr/>
          <a:lstStyle/>
          <a:p>
            <a:pPr>
              <a:defRPr/>
            </a:pPr>
            <a:fld id="{7103DD5F-3ADD-4550-807E-1C58669018A4}" type="datetime1">
              <a:rPr lang="en-US" smtClean="0"/>
              <a:pPr>
                <a:defRPr/>
              </a:pPr>
              <a:t>10/11/2025</a:t>
            </a:fld>
            <a:endParaRPr lang="en-US" dirty="0"/>
          </a:p>
        </p:txBody>
      </p:sp>
      <p:sp>
        <p:nvSpPr>
          <p:cNvPr id="5" name="Footer Placeholder 4">
            <a:extLst>
              <a:ext uri="{FF2B5EF4-FFF2-40B4-BE49-F238E27FC236}">
                <a16:creationId xmlns:a16="http://schemas.microsoft.com/office/drawing/2014/main" id="{F0429F1C-DBE1-4824-91C7-103FAFC42734}"/>
              </a:ext>
            </a:extLst>
          </p:cNvPr>
          <p:cNvSpPr>
            <a:spLocks noGrp="1"/>
          </p:cNvSpPr>
          <p:nvPr>
            <p:ph type="ftr" sz="quarter" idx="11"/>
          </p:nvPr>
        </p:nvSpPr>
        <p:spPr/>
        <p:txBody>
          <a:bodyPr/>
          <a:lstStyle/>
          <a:p>
            <a:pPr>
              <a:defRPr/>
            </a:pPr>
            <a:r>
              <a:rPr lang="en-US"/>
              <a:t>Copyright © 2015 McGraw-Hill Education</a:t>
            </a:r>
            <a:endParaRPr lang="en-US" dirty="0"/>
          </a:p>
        </p:txBody>
      </p:sp>
      <p:sp>
        <p:nvSpPr>
          <p:cNvPr id="6" name="Slide Number Placeholder 5">
            <a:extLst>
              <a:ext uri="{FF2B5EF4-FFF2-40B4-BE49-F238E27FC236}">
                <a16:creationId xmlns:a16="http://schemas.microsoft.com/office/drawing/2014/main" id="{7487950F-2711-4E12-8356-E605F7485B5E}"/>
              </a:ext>
            </a:extLst>
          </p:cNvPr>
          <p:cNvSpPr>
            <a:spLocks noGrp="1"/>
          </p:cNvSpPr>
          <p:nvPr>
            <p:ph type="sldNum" sz="quarter" idx="12"/>
          </p:nvPr>
        </p:nvSpPr>
        <p:spPr/>
        <p:txBody>
          <a:bodyPr/>
          <a:lstStyle/>
          <a:p>
            <a:pPr>
              <a:defRPr/>
            </a:pPr>
            <a:fld id="{A3AD7A4F-0B31-4615-9C11-A8677BAFCAEB}" type="slidenum">
              <a:rPr lang="en-US" smtClean="0"/>
              <a:pPr>
                <a:defRPr/>
              </a:pPr>
              <a:t>‹#›</a:t>
            </a:fld>
            <a:endParaRPr lang="en-US" dirty="0"/>
          </a:p>
        </p:txBody>
      </p:sp>
    </p:spTree>
    <p:extLst>
      <p:ext uri="{BB962C8B-B14F-4D97-AF65-F5344CB8AC3E}">
        <p14:creationId xmlns:p14="http://schemas.microsoft.com/office/powerpoint/2010/main" val="34913690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42CA952-B5B7-4257-8694-84F3A9F90440}"/>
              </a:ext>
            </a:extLst>
          </p:cNvPr>
          <p:cNvSpPr>
            <a:spLocks noGrp="1"/>
          </p:cNvSpPr>
          <p:nvPr>
            <p:ph type="title" orient="vert"/>
          </p:nvPr>
        </p:nvSpPr>
        <p:spPr>
          <a:xfrm>
            <a:off x="6543675" y="365125"/>
            <a:ext cx="1971675" cy="5811838"/>
          </a:xfrm>
        </p:spPr>
        <p:txBody>
          <a:bodyPr vert="eaVert"/>
          <a:lstStyle/>
          <a:p>
            <a:r>
              <a:rPr lang="en-US"/>
              <a:t>Click to edit Master title style</a:t>
            </a:r>
            <a:endParaRPr lang="en-HK"/>
          </a:p>
        </p:txBody>
      </p:sp>
      <p:sp>
        <p:nvSpPr>
          <p:cNvPr id="3" name="Vertical Text Placeholder 2">
            <a:extLst>
              <a:ext uri="{FF2B5EF4-FFF2-40B4-BE49-F238E27FC236}">
                <a16:creationId xmlns:a16="http://schemas.microsoft.com/office/drawing/2014/main" id="{57EB2DB1-6CAB-4906-8B39-FB4DED0A89BF}"/>
              </a:ext>
            </a:extLst>
          </p:cNvPr>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HK"/>
          </a:p>
        </p:txBody>
      </p:sp>
      <p:sp>
        <p:nvSpPr>
          <p:cNvPr id="4" name="Date Placeholder 3">
            <a:extLst>
              <a:ext uri="{FF2B5EF4-FFF2-40B4-BE49-F238E27FC236}">
                <a16:creationId xmlns:a16="http://schemas.microsoft.com/office/drawing/2014/main" id="{3FB8120D-AC6D-4553-9834-55272B2AA92D}"/>
              </a:ext>
            </a:extLst>
          </p:cNvPr>
          <p:cNvSpPr>
            <a:spLocks noGrp="1"/>
          </p:cNvSpPr>
          <p:nvPr>
            <p:ph type="dt" sz="half" idx="10"/>
          </p:nvPr>
        </p:nvSpPr>
        <p:spPr/>
        <p:txBody>
          <a:bodyPr/>
          <a:lstStyle/>
          <a:p>
            <a:pPr>
              <a:defRPr/>
            </a:pPr>
            <a:fld id="{6281D123-9B63-43A4-93F3-FBB2E34B51D6}" type="datetime1">
              <a:rPr lang="en-US" smtClean="0"/>
              <a:pPr>
                <a:defRPr/>
              </a:pPr>
              <a:t>10/11/2025</a:t>
            </a:fld>
            <a:endParaRPr lang="en-US" dirty="0"/>
          </a:p>
        </p:txBody>
      </p:sp>
      <p:sp>
        <p:nvSpPr>
          <p:cNvPr id="5" name="Footer Placeholder 4">
            <a:extLst>
              <a:ext uri="{FF2B5EF4-FFF2-40B4-BE49-F238E27FC236}">
                <a16:creationId xmlns:a16="http://schemas.microsoft.com/office/drawing/2014/main" id="{38426FC3-224D-4426-B73C-2AA0B48F55CA}"/>
              </a:ext>
            </a:extLst>
          </p:cNvPr>
          <p:cNvSpPr>
            <a:spLocks noGrp="1"/>
          </p:cNvSpPr>
          <p:nvPr>
            <p:ph type="ftr" sz="quarter" idx="11"/>
          </p:nvPr>
        </p:nvSpPr>
        <p:spPr/>
        <p:txBody>
          <a:bodyPr/>
          <a:lstStyle/>
          <a:p>
            <a:pPr>
              <a:defRPr/>
            </a:pPr>
            <a:r>
              <a:rPr lang="en-US"/>
              <a:t>Copyright © 2015 McGraw-Hill Education</a:t>
            </a:r>
            <a:endParaRPr lang="en-US" dirty="0"/>
          </a:p>
        </p:txBody>
      </p:sp>
      <p:sp>
        <p:nvSpPr>
          <p:cNvPr id="6" name="Slide Number Placeholder 5">
            <a:extLst>
              <a:ext uri="{FF2B5EF4-FFF2-40B4-BE49-F238E27FC236}">
                <a16:creationId xmlns:a16="http://schemas.microsoft.com/office/drawing/2014/main" id="{BEEEE764-C080-4BE3-AFC3-EA929A6EE48D}"/>
              </a:ext>
            </a:extLst>
          </p:cNvPr>
          <p:cNvSpPr>
            <a:spLocks noGrp="1"/>
          </p:cNvSpPr>
          <p:nvPr>
            <p:ph type="sldNum" sz="quarter" idx="12"/>
          </p:nvPr>
        </p:nvSpPr>
        <p:spPr/>
        <p:txBody>
          <a:bodyPr/>
          <a:lstStyle/>
          <a:p>
            <a:pPr>
              <a:defRPr/>
            </a:pPr>
            <a:fld id="{9B01C260-B825-4CE8-9DDA-33D812275B3B}" type="slidenum">
              <a:rPr lang="en-US" smtClean="0"/>
              <a:pPr>
                <a:defRPr/>
              </a:pPr>
              <a:t>‹#›</a:t>
            </a:fld>
            <a:endParaRPr lang="en-US" dirty="0"/>
          </a:p>
        </p:txBody>
      </p:sp>
    </p:spTree>
    <p:extLst>
      <p:ext uri="{BB962C8B-B14F-4D97-AF65-F5344CB8AC3E}">
        <p14:creationId xmlns:p14="http://schemas.microsoft.com/office/powerpoint/2010/main" val="33362810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2" name="Title 1"/>
          <p:cNvSpPr>
            <a:spLocks noGrp="1"/>
          </p:cNvSpPr>
          <p:nvPr>
            <p:ph type="title"/>
          </p:nvPr>
        </p:nvSpPr>
        <p:spPr>
          <a:xfrm>
            <a:off x="566257" y="273050"/>
            <a:ext cx="8001000" cy="1143000"/>
          </a:xfrm>
        </p:spPr>
        <p:txBody>
          <a:bodyPr/>
          <a:lstStyle>
            <a:lvl1pPr algn="ctr">
              <a:defRPr/>
            </a:lvl1pPr>
          </a:lstStyle>
          <a:p>
            <a:r>
              <a:rPr lang="en-US"/>
              <a:t>Click to edit Master title style</a:t>
            </a:r>
          </a:p>
        </p:txBody>
      </p:sp>
      <p:sp>
        <p:nvSpPr>
          <p:cNvPr id="11" name="Content Placeholder 10"/>
          <p:cNvSpPr>
            <a:spLocks noGrp="1"/>
          </p:cNvSpPr>
          <p:nvPr>
            <p:ph sz="quarter" idx="2"/>
          </p:nvPr>
        </p:nvSpPr>
        <p:spPr>
          <a:xfrm>
            <a:off x="733425" y="2362200"/>
            <a:ext cx="36576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2"/>
          <p:cNvSpPr>
            <a:spLocks noGrp="1"/>
          </p:cNvSpPr>
          <p:nvPr>
            <p:ph sz="quarter" idx="4"/>
          </p:nvPr>
        </p:nvSpPr>
        <p:spPr>
          <a:xfrm>
            <a:off x="4648200" y="2362200"/>
            <a:ext cx="36576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Comparison">
    <p:spTree>
      <p:nvGrpSpPr>
        <p:cNvPr id="1" name=""/>
        <p:cNvGrpSpPr/>
        <p:nvPr/>
      </p:nvGrpSpPr>
      <p:grpSpPr>
        <a:xfrm>
          <a:off x="0" y="0"/>
          <a:ext cx="0" cy="0"/>
          <a:chOff x="0" y="0"/>
          <a:chExt cx="0" cy="0"/>
        </a:xfrm>
      </p:grpSpPr>
      <p:sp>
        <p:nvSpPr>
          <p:cNvPr id="2" name="Title 1"/>
          <p:cNvSpPr>
            <a:spLocks noGrp="1"/>
          </p:cNvSpPr>
          <p:nvPr>
            <p:ph type="title"/>
          </p:nvPr>
        </p:nvSpPr>
        <p:spPr>
          <a:xfrm>
            <a:off x="566257" y="273050"/>
            <a:ext cx="8001000" cy="1143000"/>
          </a:xfrm>
        </p:spPr>
        <p:txBody>
          <a:bodyPr/>
          <a:lstStyle>
            <a:lvl1pPr algn="ctr">
              <a:defRPr/>
            </a:lvl1pPr>
          </a:lstStyle>
          <a:p>
            <a:r>
              <a:rPr lang="en-US"/>
              <a:t>Click to edit Master title style</a:t>
            </a:r>
          </a:p>
        </p:txBody>
      </p:sp>
      <p:sp>
        <p:nvSpPr>
          <p:cNvPr id="11" name="Content Placeholder 10"/>
          <p:cNvSpPr>
            <a:spLocks noGrp="1"/>
          </p:cNvSpPr>
          <p:nvPr>
            <p:ph sz="quarter" idx="2"/>
          </p:nvPr>
        </p:nvSpPr>
        <p:spPr>
          <a:xfrm>
            <a:off x="733425" y="2362200"/>
            <a:ext cx="36576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2"/>
          <p:cNvSpPr>
            <a:spLocks noGrp="1"/>
          </p:cNvSpPr>
          <p:nvPr>
            <p:ph sz="quarter" idx="4"/>
          </p:nvPr>
        </p:nvSpPr>
        <p:spPr>
          <a:xfrm>
            <a:off x="4648200" y="2362200"/>
            <a:ext cx="36576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Comparison">
    <p:spTree>
      <p:nvGrpSpPr>
        <p:cNvPr id="1" name=""/>
        <p:cNvGrpSpPr/>
        <p:nvPr/>
      </p:nvGrpSpPr>
      <p:grpSpPr>
        <a:xfrm>
          <a:off x="0" y="0"/>
          <a:ext cx="0" cy="0"/>
          <a:chOff x="0" y="0"/>
          <a:chExt cx="0" cy="0"/>
        </a:xfrm>
      </p:grpSpPr>
      <p:sp>
        <p:nvSpPr>
          <p:cNvPr id="2" name="Title 1"/>
          <p:cNvSpPr>
            <a:spLocks noGrp="1"/>
          </p:cNvSpPr>
          <p:nvPr>
            <p:ph type="title"/>
          </p:nvPr>
        </p:nvSpPr>
        <p:spPr>
          <a:xfrm>
            <a:off x="566257" y="273050"/>
            <a:ext cx="8001000" cy="1143000"/>
          </a:xfrm>
        </p:spPr>
        <p:txBody>
          <a:bodyPr/>
          <a:lstStyle>
            <a:lvl1pPr algn="ctr">
              <a:defRPr/>
            </a:lvl1pPr>
          </a:lstStyle>
          <a:p>
            <a:r>
              <a:rPr lang="en-US"/>
              <a:t>Click to edit Master title style</a:t>
            </a:r>
          </a:p>
        </p:txBody>
      </p:sp>
      <p:sp>
        <p:nvSpPr>
          <p:cNvPr id="11" name="Content Placeholder 10"/>
          <p:cNvSpPr>
            <a:spLocks noGrp="1"/>
          </p:cNvSpPr>
          <p:nvPr>
            <p:ph sz="quarter" idx="2"/>
          </p:nvPr>
        </p:nvSpPr>
        <p:spPr>
          <a:xfrm>
            <a:off x="733425" y="2362200"/>
            <a:ext cx="36576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2"/>
          <p:cNvSpPr>
            <a:spLocks noGrp="1"/>
          </p:cNvSpPr>
          <p:nvPr>
            <p:ph sz="quarter" idx="4"/>
          </p:nvPr>
        </p:nvSpPr>
        <p:spPr>
          <a:xfrm>
            <a:off x="4648200" y="2362200"/>
            <a:ext cx="36576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922080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DE64F96-0661-4ECF-9982-9B197F1FD6C4}"/>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HK"/>
          </a:p>
        </p:txBody>
      </p:sp>
      <p:sp>
        <p:nvSpPr>
          <p:cNvPr id="3" name="Text Placeholder 2">
            <a:extLst>
              <a:ext uri="{FF2B5EF4-FFF2-40B4-BE49-F238E27FC236}">
                <a16:creationId xmlns:a16="http://schemas.microsoft.com/office/drawing/2014/main" id="{DAD15EEC-6249-47C2-8057-6D2EEB8EAC4A}"/>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HK"/>
          </a:p>
        </p:txBody>
      </p:sp>
      <p:sp>
        <p:nvSpPr>
          <p:cNvPr id="4" name="Date Placeholder 3">
            <a:extLst>
              <a:ext uri="{FF2B5EF4-FFF2-40B4-BE49-F238E27FC236}">
                <a16:creationId xmlns:a16="http://schemas.microsoft.com/office/drawing/2014/main" id="{2FFA0C48-B9DE-4CE6-A788-912657533B75}"/>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a:defRPr/>
            </a:pPr>
            <a:fld id="{6A607C7E-F4F5-4B77-8CDC-90CC78F38487}" type="datetime1">
              <a:rPr lang="en-US" smtClean="0"/>
              <a:pPr>
                <a:defRPr/>
              </a:pPr>
              <a:t>10/11/2025</a:t>
            </a:fld>
            <a:endParaRPr lang="en-US" dirty="0"/>
          </a:p>
        </p:txBody>
      </p:sp>
      <p:sp>
        <p:nvSpPr>
          <p:cNvPr id="5" name="Footer Placeholder 4">
            <a:extLst>
              <a:ext uri="{FF2B5EF4-FFF2-40B4-BE49-F238E27FC236}">
                <a16:creationId xmlns:a16="http://schemas.microsoft.com/office/drawing/2014/main" id="{F3B3B9AB-B01B-4609-977B-94A63EF8D5AE}"/>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a:defRPr/>
            </a:pPr>
            <a:r>
              <a:rPr lang="en-US"/>
              <a:t>Copyright © 2015 McGraw-Hill Education</a:t>
            </a:r>
            <a:endParaRPr lang="en-US" dirty="0"/>
          </a:p>
        </p:txBody>
      </p:sp>
      <p:sp>
        <p:nvSpPr>
          <p:cNvPr id="6" name="Slide Number Placeholder 5">
            <a:extLst>
              <a:ext uri="{FF2B5EF4-FFF2-40B4-BE49-F238E27FC236}">
                <a16:creationId xmlns:a16="http://schemas.microsoft.com/office/drawing/2014/main" id="{B2444386-A281-4CF3-A02F-A34096AE11C7}"/>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a:defRPr/>
            </a:pPr>
            <a:fld id="{5FAA990F-E072-4953-8691-83ED6C82154B}" type="slidenum">
              <a:rPr lang="en-US" smtClean="0"/>
              <a:pPr>
                <a:defRPr/>
              </a:pPr>
              <a:t>‹#›</a:t>
            </a:fld>
            <a:endParaRPr lang="en-US" dirty="0"/>
          </a:p>
        </p:txBody>
      </p:sp>
    </p:spTree>
    <p:extLst>
      <p:ext uri="{BB962C8B-B14F-4D97-AF65-F5344CB8AC3E}">
        <p14:creationId xmlns:p14="http://schemas.microsoft.com/office/powerpoint/2010/main" val="4252344573"/>
      </p:ext>
    </p:extLst>
  </p:cSld>
  <p:clrMap bg1="lt1" tx1="dk1" bg2="lt2" tx2="dk2" accent1="accent1" accent2="accent2" accent3="accent3" accent4="accent4" accent5="accent5" accent6="accent6" hlink="hlink" folHlink="folHlink"/>
  <p:sldLayoutIdLst>
    <p:sldLayoutId id="2147485722" r:id="rId1"/>
    <p:sldLayoutId id="2147485723" r:id="rId2"/>
    <p:sldLayoutId id="2147485724" r:id="rId3"/>
    <p:sldLayoutId id="2147485725" r:id="rId4"/>
    <p:sldLayoutId id="2147485726" r:id="rId5"/>
    <p:sldLayoutId id="2147485727" r:id="rId6"/>
    <p:sldLayoutId id="2147485728" r:id="rId7"/>
    <p:sldLayoutId id="2147485729" r:id="rId8"/>
    <p:sldLayoutId id="2147485730" r:id="rId9"/>
    <p:sldLayoutId id="2147485731" r:id="rId10"/>
    <p:sldLayoutId id="2147485732" r:id="rId11"/>
    <p:sldLayoutId id="2147484929" r:id="rId12"/>
    <p:sldLayoutId id="2147484917" r:id="rId13"/>
    <p:sldLayoutId id="2147485054" r:id="rId14"/>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6.xml"/><Relationship Id="rId1" Type="http://schemas.openxmlformats.org/officeDocument/2006/relationships/tags" Target="../tags/tag1.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6.xml"/><Relationship Id="rId1" Type="http://schemas.openxmlformats.org/officeDocument/2006/relationships/tags" Target="../tags/tag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microsoft.com/office/2007/relationships/hdphoto" Target="../media/hdphoto5.wdp"/><Relationship Id="rId3" Type="http://schemas.openxmlformats.org/officeDocument/2006/relationships/notesSlide" Target="../notesSlides/notesSlide4.xml"/><Relationship Id="rId7" Type="http://schemas.openxmlformats.org/officeDocument/2006/relationships/image" Target="../media/image8.png"/><Relationship Id="rId2" Type="http://schemas.openxmlformats.org/officeDocument/2006/relationships/slideLayout" Target="../slideLayouts/slideLayout6.xml"/><Relationship Id="rId1" Type="http://schemas.openxmlformats.org/officeDocument/2006/relationships/tags" Target="../tags/tag3.xml"/><Relationship Id="rId6" Type="http://schemas.openxmlformats.org/officeDocument/2006/relationships/image" Target="../media/image7.png"/><Relationship Id="rId5" Type="http://schemas.microsoft.com/office/2007/relationships/hdphoto" Target="../media/hdphoto4.wdp"/><Relationship Id="rId10" Type="http://schemas.microsoft.com/office/2007/relationships/hdphoto" Target="../media/hdphoto6.wdp"/><Relationship Id="rId4" Type="http://schemas.openxmlformats.org/officeDocument/2006/relationships/image" Target="../media/image6.png"/><Relationship Id="rId9" Type="http://schemas.openxmlformats.org/officeDocument/2006/relationships/image" Target="../media/image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33.xml.rels><?xml version="1.0" encoding="UTF-8" standalone="yes"?>
<Relationships xmlns="http://schemas.openxmlformats.org/package/2006/relationships"><Relationship Id="rId8" Type="http://schemas.openxmlformats.org/officeDocument/2006/relationships/image" Target="../media/image14.wmf"/><Relationship Id="rId13" Type="http://schemas.openxmlformats.org/officeDocument/2006/relationships/oleObject" Target="../embeddings/oleObject5.bin"/><Relationship Id="rId18" Type="http://schemas.openxmlformats.org/officeDocument/2006/relationships/image" Target="../media/image19.wmf"/><Relationship Id="rId3" Type="http://schemas.openxmlformats.org/officeDocument/2006/relationships/slideLayout" Target="../slideLayouts/slideLayout6.xml"/><Relationship Id="rId7" Type="http://schemas.openxmlformats.org/officeDocument/2006/relationships/oleObject" Target="../embeddings/oleObject2.bin"/><Relationship Id="rId12" Type="http://schemas.openxmlformats.org/officeDocument/2006/relationships/image" Target="../media/image16.wmf"/><Relationship Id="rId17" Type="http://schemas.openxmlformats.org/officeDocument/2006/relationships/oleObject" Target="../embeddings/oleObject7.bin"/><Relationship Id="rId2" Type="http://schemas.openxmlformats.org/officeDocument/2006/relationships/tags" Target="../tags/tag7.xml"/><Relationship Id="rId16" Type="http://schemas.openxmlformats.org/officeDocument/2006/relationships/image" Target="../media/image18.wmf"/><Relationship Id="rId1" Type="http://schemas.openxmlformats.org/officeDocument/2006/relationships/vmlDrawing" Target="../drawings/vmlDrawing1.vml"/><Relationship Id="rId6" Type="http://schemas.openxmlformats.org/officeDocument/2006/relationships/image" Target="../media/image13.wmf"/><Relationship Id="rId11" Type="http://schemas.openxmlformats.org/officeDocument/2006/relationships/oleObject" Target="../embeddings/oleObject4.bin"/><Relationship Id="rId5" Type="http://schemas.openxmlformats.org/officeDocument/2006/relationships/oleObject" Target="../embeddings/oleObject1.bin"/><Relationship Id="rId15" Type="http://schemas.openxmlformats.org/officeDocument/2006/relationships/oleObject" Target="../embeddings/oleObject6.bin"/><Relationship Id="rId10" Type="http://schemas.openxmlformats.org/officeDocument/2006/relationships/image" Target="../media/image15.wmf"/><Relationship Id="rId4" Type="http://schemas.openxmlformats.org/officeDocument/2006/relationships/notesSlide" Target="../notesSlides/notesSlide8.xml"/><Relationship Id="rId9" Type="http://schemas.openxmlformats.org/officeDocument/2006/relationships/oleObject" Target="../embeddings/oleObject3.bin"/><Relationship Id="rId14" Type="http://schemas.openxmlformats.org/officeDocument/2006/relationships/image" Target="../media/image17.wmf"/></Relationships>
</file>

<file path=ppt/slides/_rels/slide34.xml.rels><?xml version="1.0" encoding="UTF-8" standalone="yes"?>
<Relationships xmlns="http://schemas.openxmlformats.org/package/2006/relationships"><Relationship Id="rId8" Type="http://schemas.openxmlformats.org/officeDocument/2006/relationships/image" Target="../media/image16.wmf"/><Relationship Id="rId3" Type="http://schemas.openxmlformats.org/officeDocument/2006/relationships/slideLayout" Target="../slideLayouts/slideLayout2.xml"/><Relationship Id="rId7" Type="http://schemas.openxmlformats.org/officeDocument/2006/relationships/oleObject" Target="../embeddings/oleObject9.bin"/><Relationship Id="rId2" Type="http://schemas.openxmlformats.org/officeDocument/2006/relationships/tags" Target="../tags/tag8.xml"/><Relationship Id="rId1" Type="http://schemas.openxmlformats.org/officeDocument/2006/relationships/vmlDrawing" Target="../drawings/vmlDrawing2.vml"/><Relationship Id="rId6" Type="http://schemas.openxmlformats.org/officeDocument/2006/relationships/image" Target="../media/image20.wmf"/><Relationship Id="rId5" Type="http://schemas.openxmlformats.org/officeDocument/2006/relationships/oleObject" Target="../embeddings/oleObject8.bin"/><Relationship Id="rId10" Type="http://schemas.openxmlformats.org/officeDocument/2006/relationships/image" Target="../media/image17.wmf"/><Relationship Id="rId4" Type="http://schemas.openxmlformats.org/officeDocument/2006/relationships/notesSlide" Target="../notesSlides/notesSlide9.xml"/><Relationship Id="rId9" Type="http://schemas.openxmlformats.org/officeDocument/2006/relationships/oleObject" Target="../embeddings/oleObject10.bin"/></Relationships>
</file>

<file path=ppt/slides/_rels/slide35.xml.rels><?xml version="1.0" encoding="UTF-8" standalone="yes"?>
<Relationships xmlns="http://schemas.openxmlformats.org/package/2006/relationships"><Relationship Id="rId8" Type="http://schemas.openxmlformats.org/officeDocument/2006/relationships/image" Target="../media/image16.wmf"/><Relationship Id="rId3" Type="http://schemas.openxmlformats.org/officeDocument/2006/relationships/slideLayout" Target="../slideLayouts/slideLayout2.xml"/><Relationship Id="rId7" Type="http://schemas.openxmlformats.org/officeDocument/2006/relationships/oleObject" Target="../embeddings/oleObject12.bin"/><Relationship Id="rId2" Type="http://schemas.openxmlformats.org/officeDocument/2006/relationships/tags" Target="../tags/tag9.xml"/><Relationship Id="rId1" Type="http://schemas.openxmlformats.org/officeDocument/2006/relationships/vmlDrawing" Target="../drawings/vmlDrawing3.vml"/><Relationship Id="rId6" Type="http://schemas.openxmlformats.org/officeDocument/2006/relationships/image" Target="../media/image21.wmf"/><Relationship Id="rId5" Type="http://schemas.openxmlformats.org/officeDocument/2006/relationships/oleObject" Target="../embeddings/oleObject11.bin"/><Relationship Id="rId10" Type="http://schemas.openxmlformats.org/officeDocument/2006/relationships/image" Target="../media/image19.wmf"/><Relationship Id="rId4" Type="http://schemas.openxmlformats.org/officeDocument/2006/relationships/notesSlide" Target="../notesSlides/notesSlide10.xml"/><Relationship Id="rId9" Type="http://schemas.openxmlformats.org/officeDocument/2006/relationships/oleObject" Target="../embeddings/oleObject13.bin"/></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37.xml.rels><?xml version="1.0" encoding="UTF-8" standalone="yes"?>
<Relationships xmlns="http://schemas.openxmlformats.org/package/2006/relationships"><Relationship Id="rId8" Type="http://schemas.openxmlformats.org/officeDocument/2006/relationships/image" Target="../media/image16.wmf"/><Relationship Id="rId3" Type="http://schemas.openxmlformats.org/officeDocument/2006/relationships/slideLayout" Target="../slideLayouts/slideLayout2.xml"/><Relationship Id="rId7" Type="http://schemas.openxmlformats.org/officeDocument/2006/relationships/oleObject" Target="../embeddings/oleObject15.bin"/><Relationship Id="rId2" Type="http://schemas.openxmlformats.org/officeDocument/2006/relationships/tags" Target="../tags/tag11.xml"/><Relationship Id="rId1" Type="http://schemas.openxmlformats.org/officeDocument/2006/relationships/vmlDrawing" Target="../drawings/vmlDrawing4.vml"/><Relationship Id="rId6" Type="http://schemas.openxmlformats.org/officeDocument/2006/relationships/image" Target="../media/image22.wmf"/><Relationship Id="rId5" Type="http://schemas.openxmlformats.org/officeDocument/2006/relationships/oleObject" Target="../embeddings/oleObject14.bin"/><Relationship Id="rId10" Type="http://schemas.openxmlformats.org/officeDocument/2006/relationships/image" Target="../media/image19.wmf"/><Relationship Id="rId4" Type="http://schemas.openxmlformats.org/officeDocument/2006/relationships/notesSlide" Target="../notesSlides/notesSlide12.xml"/><Relationship Id="rId9" Type="http://schemas.openxmlformats.org/officeDocument/2006/relationships/oleObject" Target="../embeddings/oleObject16.bin"/></Relationships>
</file>

<file path=ppt/slides/_rels/slide38.xml.rels><?xml version="1.0" encoding="UTF-8" standalone="yes"?>
<Relationships xmlns="http://schemas.openxmlformats.org/package/2006/relationships"><Relationship Id="rId8" Type="http://schemas.openxmlformats.org/officeDocument/2006/relationships/image" Target="../media/image14.wmf"/><Relationship Id="rId3" Type="http://schemas.openxmlformats.org/officeDocument/2006/relationships/slideLayout" Target="../slideLayouts/slideLayout2.xml"/><Relationship Id="rId7" Type="http://schemas.openxmlformats.org/officeDocument/2006/relationships/oleObject" Target="../embeddings/oleObject18.bin"/><Relationship Id="rId2" Type="http://schemas.openxmlformats.org/officeDocument/2006/relationships/tags" Target="../tags/tag12.xml"/><Relationship Id="rId1" Type="http://schemas.openxmlformats.org/officeDocument/2006/relationships/vmlDrawing" Target="../drawings/vmlDrawing5.vml"/><Relationship Id="rId6" Type="http://schemas.openxmlformats.org/officeDocument/2006/relationships/image" Target="../media/image23.wmf"/><Relationship Id="rId5" Type="http://schemas.openxmlformats.org/officeDocument/2006/relationships/oleObject" Target="../embeddings/oleObject17.bin"/><Relationship Id="rId10" Type="http://schemas.openxmlformats.org/officeDocument/2006/relationships/image" Target="../media/image15.wmf"/><Relationship Id="rId4" Type="http://schemas.openxmlformats.org/officeDocument/2006/relationships/notesSlide" Target="../notesSlides/notesSlide13.xml"/><Relationship Id="rId9" Type="http://schemas.openxmlformats.org/officeDocument/2006/relationships/oleObject" Target="../embeddings/oleObject19.bin"/></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13.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14.xml"/></Relationships>
</file>

<file path=ppt/slides/_rels/slide41.xml.rels><?xml version="1.0" encoding="UTF-8" standalone="yes"?>
<Relationships xmlns="http://schemas.openxmlformats.org/package/2006/relationships"><Relationship Id="rId8" Type="http://schemas.openxmlformats.org/officeDocument/2006/relationships/image" Target="../media/image16.wmf"/><Relationship Id="rId3" Type="http://schemas.openxmlformats.org/officeDocument/2006/relationships/slideLayout" Target="../slideLayouts/slideLayout2.xml"/><Relationship Id="rId7" Type="http://schemas.openxmlformats.org/officeDocument/2006/relationships/oleObject" Target="../embeddings/oleObject21.bin"/><Relationship Id="rId2" Type="http://schemas.openxmlformats.org/officeDocument/2006/relationships/tags" Target="../tags/tag15.xml"/><Relationship Id="rId1" Type="http://schemas.openxmlformats.org/officeDocument/2006/relationships/vmlDrawing" Target="../drawings/vmlDrawing6.vml"/><Relationship Id="rId6" Type="http://schemas.openxmlformats.org/officeDocument/2006/relationships/image" Target="../media/image24.wmf"/><Relationship Id="rId5" Type="http://schemas.openxmlformats.org/officeDocument/2006/relationships/oleObject" Target="../embeddings/oleObject20.bin"/><Relationship Id="rId10" Type="http://schemas.openxmlformats.org/officeDocument/2006/relationships/image" Target="../media/image17.wmf"/><Relationship Id="rId4" Type="http://schemas.openxmlformats.org/officeDocument/2006/relationships/notesSlide" Target="../notesSlides/notesSlide16.xml"/><Relationship Id="rId9" Type="http://schemas.openxmlformats.org/officeDocument/2006/relationships/oleObject" Target="../embeddings/oleObject22.bin"/></Relationships>
</file>

<file path=ppt/slides/_rels/slide42.xml.rels><?xml version="1.0" encoding="UTF-8" standalone="yes"?>
<Relationships xmlns="http://schemas.openxmlformats.org/package/2006/relationships"><Relationship Id="rId8" Type="http://schemas.openxmlformats.org/officeDocument/2006/relationships/image" Target="../media/image16.wmf"/><Relationship Id="rId3" Type="http://schemas.openxmlformats.org/officeDocument/2006/relationships/slideLayout" Target="../slideLayouts/slideLayout2.xml"/><Relationship Id="rId7" Type="http://schemas.openxmlformats.org/officeDocument/2006/relationships/oleObject" Target="../embeddings/oleObject24.bin"/><Relationship Id="rId2" Type="http://schemas.openxmlformats.org/officeDocument/2006/relationships/tags" Target="../tags/tag16.xml"/><Relationship Id="rId1" Type="http://schemas.openxmlformats.org/officeDocument/2006/relationships/vmlDrawing" Target="../drawings/vmlDrawing7.vml"/><Relationship Id="rId6" Type="http://schemas.openxmlformats.org/officeDocument/2006/relationships/image" Target="../media/image25.wmf"/><Relationship Id="rId5" Type="http://schemas.openxmlformats.org/officeDocument/2006/relationships/oleObject" Target="../embeddings/oleObject23.bin"/><Relationship Id="rId10" Type="http://schemas.openxmlformats.org/officeDocument/2006/relationships/image" Target="../media/image19.wmf"/><Relationship Id="rId4" Type="http://schemas.openxmlformats.org/officeDocument/2006/relationships/notesSlide" Target="../notesSlides/notesSlide17.xml"/><Relationship Id="rId9" Type="http://schemas.openxmlformats.org/officeDocument/2006/relationships/oleObject" Target="../embeddings/oleObject25.bin"/></Relationships>
</file>

<file path=ppt/slides/_rels/slide43.xml.rels><?xml version="1.0" encoding="UTF-8" standalone="yes"?>
<Relationships xmlns="http://schemas.openxmlformats.org/package/2006/relationships"><Relationship Id="rId8" Type="http://schemas.openxmlformats.org/officeDocument/2006/relationships/image" Target="../media/image16.wmf"/><Relationship Id="rId3" Type="http://schemas.openxmlformats.org/officeDocument/2006/relationships/slideLayout" Target="../slideLayouts/slideLayout2.xml"/><Relationship Id="rId7" Type="http://schemas.openxmlformats.org/officeDocument/2006/relationships/oleObject" Target="../embeddings/oleObject27.bin"/><Relationship Id="rId2" Type="http://schemas.openxmlformats.org/officeDocument/2006/relationships/tags" Target="../tags/tag17.xml"/><Relationship Id="rId1" Type="http://schemas.openxmlformats.org/officeDocument/2006/relationships/vmlDrawing" Target="../drawings/vmlDrawing8.vml"/><Relationship Id="rId6" Type="http://schemas.openxmlformats.org/officeDocument/2006/relationships/image" Target="../media/image26.wmf"/><Relationship Id="rId5" Type="http://schemas.openxmlformats.org/officeDocument/2006/relationships/oleObject" Target="../embeddings/oleObject26.bin"/><Relationship Id="rId10" Type="http://schemas.openxmlformats.org/officeDocument/2006/relationships/image" Target="../media/image19.wmf"/><Relationship Id="rId4" Type="http://schemas.openxmlformats.org/officeDocument/2006/relationships/notesSlide" Target="../notesSlides/notesSlide18.xml"/><Relationship Id="rId9" Type="http://schemas.openxmlformats.org/officeDocument/2006/relationships/oleObject" Target="../embeddings/oleObject28.bin"/></Relationships>
</file>

<file path=ppt/slides/_rels/slide44.xml.rels><?xml version="1.0" encoding="UTF-8" standalone="yes"?>
<Relationships xmlns="http://schemas.openxmlformats.org/package/2006/relationships"><Relationship Id="rId8" Type="http://schemas.openxmlformats.org/officeDocument/2006/relationships/image" Target="../media/image14.wmf"/><Relationship Id="rId3" Type="http://schemas.openxmlformats.org/officeDocument/2006/relationships/slideLayout" Target="../slideLayouts/slideLayout2.xml"/><Relationship Id="rId7" Type="http://schemas.openxmlformats.org/officeDocument/2006/relationships/oleObject" Target="../embeddings/oleObject30.bin"/><Relationship Id="rId2" Type="http://schemas.openxmlformats.org/officeDocument/2006/relationships/tags" Target="../tags/tag18.xml"/><Relationship Id="rId1" Type="http://schemas.openxmlformats.org/officeDocument/2006/relationships/vmlDrawing" Target="../drawings/vmlDrawing9.vml"/><Relationship Id="rId6" Type="http://schemas.openxmlformats.org/officeDocument/2006/relationships/image" Target="../media/image27.wmf"/><Relationship Id="rId5" Type="http://schemas.openxmlformats.org/officeDocument/2006/relationships/oleObject" Target="../embeddings/oleObject29.bin"/><Relationship Id="rId10" Type="http://schemas.openxmlformats.org/officeDocument/2006/relationships/image" Target="../media/image15.wmf"/><Relationship Id="rId4" Type="http://schemas.openxmlformats.org/officeDocument/2006/relationships/notesSlide" Target="../notesSlides/notesSlide19.xml"/><Relationship Id="rId9" Type="http://schemas.openxmlformats.org/officeDocument/2006/relationships/oleObject" Target="../embeddings/oleObject31.bin"/></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tags" Target="../tags/tag19.xml"/></Relationships>
</file>

<file path=ppt/slides/_rels/slide46.xml.rels><?xml version="1.0" encoding="UTF-8" standalone="yes"?>
<Relationships xmlns="http://schemas.openxmlformats.org/package/2006/relationships"><Relationship Id="rId8" Type="http://schemas.openxmlformats.org/officeDocument/2006/relationships/image" Target="../media/image29.wmf"/><Relationship Id="rId3" Type="http://schemas.openxmlformats.org/officeDocument/2006/relationships/slideLayout" Target="../slideLayouts/slideLayout2.xml"/><Relationship Id="rId7" Type="http://schemas.openxmlformats.org/officeDocument/2006/relationships/oleObject" Target="../embeddings/oleObject33.bin"/><Relationship Id="rId2" Type="http://schemas.openxmlformats.org/officeDocument/2006/relationships/tags" Target="../tags/tag20.xml"/><Relationship Id="rId1" Type="http://schemas.openxmlformats.org/officeDocument/2006/relationships/vmlDrawing" Target="../drawings/vmlDrawing10.vml"/><Relationship Id="rId6" Type="http://schemas.openxmlformats.org/officeDocument/2006/relationships/image" Target="../media/image28.emf"/><Relationship Id="rId5" Type="http://schemas.openxmlformats.org/officeDocument/2006/relationships/oleObject" Target="../embeddings/oleObject32.bin"/><Relationship Id="rId4" Type="http://schemas.openxmlformats.org/officeDocument/2006/relationships/notesSlide" Target="../notesSlides/notesSlide21.xml"/></Relationships>
</file>

<file path=ppt/slides/_rels/slide47.xml.rels><?xml version="1.0" encoding="UTF-8" standalone="yes"?>
<Relationships xmlns="http://schemas.openxmlformats.org/package/2006/relationships"><Relationship Id="rId8" Type="http://schemas.openxmlformats.org/officeDocument/2006/relationships/image" Target="../media/image14.wmf"/><Relationship Id="rId3" Type="http://schemas.openxmlformats.org/officeDocument/2006/relationships/slideLayout" Target="../slideLayouts/slideLayout2.xml"/><Relationship Id="rId7" Type="http://schemas.openxmlformats.org/officeDocument/2006/relationships/oleObject" Target="../embeddings/oleObject35.bin"/><Relationship Id="rId2" Type="http://schemas.openxmlformats.org/officeDocument/2006/relationships/tags" Target="../tags/tag21.xml"/><Relationship Id="rId1" Type="http://schemas.openxmlformats.org/officeDocument/2006/relationships/vmlDrawing" Target="../drawings/vmlDrawing11.vml"/><Relationship Id="rId6" Type="http://schemas.openxmlformats.org/officeDocument/2006/relationships/image" Target="../media/image30.wmf"/><Relationship Id="rId5" Type="http://schemas.openxmlformats.org/officeDocument/2006/relationships/oleObject" Target="../embeddings/oleObject34.bin"/><Relationship Id="rId4" Type="http://schemas.openxmlformats.org/officeDocument/2006/relationships/notesSlide" Target="../notesSlides/notesSlide22.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tags" Target="../tags/tag22.xml"/></Relationships>
</file>

<file path=ppt/slides/_rels/slide49.xml.rels><?xml version="1.0" encoding="UTF-8" standalone="yes"?>
<Relationships xmlns="http://schemas.openxmlformats.org/package/2006/relationships"><Relationship Id="rId8" Type="http://schemas.openxmlformats.org/officeDocument/2006/relationships/image" Target="../media/image14.wmf"/><Relationship Id="rId3" Type="http://schemas.openxmlformats.org/officeDocument/2006/relationships/slideLayout" Target="../slideLayouts/slideLayout2.xml"/><Relationship Id="rId7" Type="http://schemas.openxmlformats.org/officeDocument/2006/relationships/oleObject" Target="../embeddings/oleObject37.bin"/><Relationship Id="rId2" Type="http://schemas.openxmlformats.org/officeDocument/2006/relationships/tags" Target="../tags/tag23.xml"/><Relationship Id="rId1" Type="http://schemas.openxmlformats.org/officeDocument/2006/relationships/vmlDrawing" Target="../drawings/vmlDrawing12.vml"/><Relationship Id="rId6" Type="http://schemas.openxmlformats.org/officeDocument/2006/relationships/image" Target="../media/image31.wmf"/><Relationship Id="rId5" Type="http://schemas.openxmlformats.org/officeDocument/2006/relationships/oleObject" Target="../embeddings/oleObject36.bin"/><Relationship Id="rId4" Type="http://schemas.openxmlformats.org/officeDocument/2006/relationships/notesSlide" Target="../notesSlides/notesSlide24.xml"/></Relationships>
</file>

<file path=ppt/slides/_rels/slide50.xml.rels><?xml version="1.0" encoding="UTF-8" standalone="yes"?>
<Relationships xmlns="http://schemas.openxmlformats.org/package/2006/relationships"><Relationship Id="rId8" Type="http://schemas.openxmlformats.org/officeDocument/2006/relationships/image" Target="../media/image29.wmf"/><Relationship Id="rId3" Type="http://schemas.openxmlformats.org/officeDocument/2006/relationships/slideLayout" Target="../slideLayouts/slideLayout2.xml"/><Relationship Id="rId7" Type="http://schemas.openxmlformats.org/officeDocument/2006/relationships/oleObject" Target="../embeddings/oleObject39.bin"/><Relationship Id="rId2" Type="http://schemas.openxmlformats.org/officeDocument/2006/relationships/tags" Target="../tags/tag24.xml"/><Relationship Id="rId1" Type="http://schemas.openxmlformats.org/officeDocument/2006/relationships/vmlDrawing" Target="../drawings/vmlDrawing13.vml"/><Relationship Id="rId6" Type="http://schemas.openxmlformats.org/officeDocument/2006/relationships/image" Target="../media/image32.wmf"/><Relationship Id="rId5" Type="http://schemas.openxmlformats.org/officeDocument/2006/relationships/oleObject" Target="../embeddings/oleObject38.bin"/><Relationship Id="rId4" Type="http://schemas.openxmlformats.org/officeDocument/2006/relationships/notesSlide" Target="../notesSlides/notesSlide25.xml"/></Relationships>
</file>

<file path=ppt/slides/_rels/slide51.xml.rels><?xml version="1.0" encoding="UTF-8" standalone="yes"?>
<Relationships xmlns="http://schemas.openxmlformats.org/package/2006/relationships"><Relationship Id="rId8" Type="http://schemas.openxmlformats.org/officeDocument/2006/relationships/image" Target="../media/image29.wmf"/><Relationship Id="rId3" Type="http://schemas.openxmlformats.org/officeDocument/2006/relationships/slideLayout" Target="../slideLayouts/slideLayout7.xml"/><Relationship Id="rId7" Type="http://schemas.openxmlformats.org/officeDocument/2006/relationships/oleObject" Target="../embeddings/oleObject41.bin"/><Relationship Id="rId2" Type="http://schemas.openxmlformats.org/officeDocument/2006/relationships/tags" Target="../tags/tag25.xml"/><Relationship Id="rId1" Type="http://schemas.openxmlformats.org/officeDocument/2006/relationships/vmlDrawing" Target="../drawings/vmlDrawing14.vml"/><Relationship Id="rId6" Type="http://schemas.openxmlformats.org/officeDocument/2006/relationships/image" Target="../media/image33.wmf"/><Relationship Id="rId5" Type="http://schemas.openxmlformats.org/officeDocument/2006/relationships/oleObject" Target="../embeddings/oleObject40.bin"/><Relationship Id="rId4" Type="http://schemas.openxmlformats.org/officeDocument/2006/relationships/notesSlide" Target="../notesSlides/notesSlide26.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tags" Target="../tags/tag26.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tags" Target="../tags/tag27.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29.xml"/><Relationship Id="rId7" Type="http://schemas.microsoft.com/office/2007/relationships/hdphoto" Target="../media/hdphoto9.wdp"/><Relationship Id="rId2" Type="http://schemas.openxmlformats.org/officeDocument/2006/relationships/slideLayout" Target="../slideLayouts/slideLayout6.xml"/><Relationship Id="rId1" Type="http://schemas.openxmlformats.org/officeDocument/2006/relationships/tags" Target="../tags/tag28.xml"/><Relationship Id="rId6" Type="http://schemas.openxmlformats.org/officeDocument/2006/relationships/image" Target="../media/image35.png"/><Relationship Id="rId5" Type="http://schemas.microsoft.com/office/2007/relationships/hdphoto" Target="../media/hdphoto8.wdp"/><Relationship Id="rId4" Type="http://schemas.openxmlformats.org/officeDocument/2006/relationships/image" Target="../media/image34.png"/></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6.xml"/><Relationship Id="rId1" Type="http://schemas.openxmlformats.org/officeDocument/2006/relationships/tags" Target="../tags/tag29.xml"/><Relationship Id="rId5" Type="http://schemas.microsoft.com/office/2007/relationships/hdphoto" Target="../media/hdphoto10.wdp"/><Relationship Id="rId4" Type="http://schemas.openxmlformats.org/officeDocument/2006/relationships/image" Target="../media/image36.png"/></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6.xml"/><Relationship Id="rId1" Type="http://schemas.openxmlformats.org/officeDocument/2006/relationships/tags" Target="../tags/tag30.xml"/><Relationship Id="rId5" Type="http://schemas.microsoft.com/office/2007/relationships/hdphoto" Target="../media/hdphoto11.wdp"/><Relationship Id="rId4" Type="http://schemas.openxmlformats.org/officeDocument/2006/relationships/image" Target="../media/image37.png"/></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6.xml"/><Relationship Id="rId1" Type="http://schemas.openxmlformats.org/officeDocument/2006/relationships/tags" Target="../tags/tag31.xml"/><Relationship Id="rId5" Type="http://schemas.microsoft.com/office/2007/relationships/hdphoto" Target="../media/hdphoto12.wdp"/><Relationship Id="rId4" Type="http://schemas.openxmlformats.org/officeDocument/2006/relationships/image" Target="../media/image38.png"/></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6.xml"/><Relationship Id="rId1" Type="http://schemas.openxmlformats.org/officeDocument/2006/relationships/tags" Target="../tags/tag32.xml"/><Relationship Id="rId4" Type="http://schemas.openxmlformats.org/officeDocument/2006/relationships/image" Target="../media/image39.png"/></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6.xml"/><Relationship Id="rId1" Type="http://schemas.openxmlformats.org/officeDocument/2006/relationships/tags" Target="../tags/tag33.xml"/><Relationship Id="rId4" Type="http://schemas.openxmlformats.org/officeDocument/2006/relationships/image" Target="../media/image40.png"/></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7.xml"/><Relationship Id="rId1" Type="http://schemas.openxmlformats.org/officeDocument/2006/relationships/tags" Target="../tags/tag34.xml"/><Relationship Id="rId5" Type="http://schemas.microsoft.com/office/2007/relationships/hdphoto" Target="../media/hdphoto13.wdp"/><Relationship Id="rId4" Type="http://schemas.openxmlformats.org/officeDocument/2006/relationships/image" Target="../media/image41.png"/></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7.xml"/><Relationship Id="rId1" Type="http://schemas.openxmlformats.org/officeDocument/2006/relationships/tags" Target="../tags/tag35.xml"/><Relationship Id="rId5" Type="http://schemas.microsoft.com/office/2007/relationships/hdphoto" Target="../media/hdphoto14.wdp"/><Relationship Id="rId4" Type="http://schemas.openxmlformats.org/officeDocument/2006/relationships/image" Target="../media/image42.png"/></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6.xml"/><Relationship Id="rId1" Type="http://schemas.openxmlformats.org/officeDocument/2006/relationships/tags" Target="../tags/tag36.xml"/><Relationship Id="rId5" Type="http://schemas.microsoft.com/office/2007/relationships/hdphoto" Target="../media/hdphoto15.wdp"/><Relationship Id="rId4" Type="http://schemas.openxmlformats.org/officeDocument/2006/relationships/image" Target="../media/image43.png"/></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6.xml"/><Relationship Id="rId1" Type="http://schemas.openxmlformats.org/officeDocument/2006/relationships/tags" Target="../tags/tag37.xml"/><Relationship Id="rId5" Type="http://schemas.microsoft.com/office/2007/relationships/hdphoto" Target="../media/hdphoto16.wdp"/><Relationship Id="rId4" Type="http://schemas.openxmlformats.org/officeDocument/2006/relationships/image" Target="../media/image44.png"/></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7.xml"/><Relationship Id="rId1" Type="http://schemas.openxmlformats.org/officeDocument/2006/relationships/tags" Target="../tags/tag38.xml"/><Relationship Id="rId5" Type="http://schemas.microsoft.com/office/2007/relationships/hdphoto" Target="../media/hdphoto17.wdp"/><Relationship Id="rId4" Type="http://schemas.openxmlformats.org/officeDocument/2006/relationships/image" Target="../media/image45.png"/></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7.xml"/><Relationship Id="rId1" Type="http://schemas.openxmlformats.org/officeDocument/2006/relationships/tags" Target="../tags/tag39.xml"/><Relationship Id="rId5" Type="http://schemas.microsoft.com/office/2007/relationships/hdphoto" Target="../media/hdphoto18.wdp"/><Relationship Id="rId4" Type="http://schemas.openxmlformats.org/officeDocument/2006/relationships/image" Target="../media/image46.png"/></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6.xml"/><Relationship Id="rId1" Type="http://schemas.openxmlformats.org/officeDocument/2006/relationships/tags" Target="../tags/tag40.xml"/><Relationship Id="rId5" Type="http://schemas.microsoft.com/office/2007/relationships/hdphoto" Target="../media/hdphoto19.wdp"/><Relationship Id="rId4" Type="http://schemas.openxmlformats.org/officeDocument/2006/relationships/image" Target="../media/image47.png"/></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6.xml"/><Relationship Id="rId1" Type="http://schemas.openxmlformats.org/officeDocument/2006/relationships/tags" Target="../tags/tag41.xml"/><Relationship Id="rId5" Type="http://schemas.microsoft.com/office/2007/relationships/hdphoto" Target="../media/hdphoto20.wdp"/><Relationship Id="rId4" Type="http://schemas.openxmlformats.org/officeDocument/2006/relationships/image" Target="../media/image48.png"/></Relationships>
</file>

<file path=ppt/slides/_rels/slide68.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7.xml"/><Relationship Id="rId1" Type="http://schemas.openxmlformats.org/officeDocument/2006/relationships/tags" Target="../tags/tag42.xml"/><Relationship Id="rId5" Type="http://schemas.microsoft.com/office/2007/relationships/hdphoto" Target="../media/hdphoto21.wdp"/><Relationship Id="rId4" Type="http://schemas.openxmlformats.org/officeDocument/2006/relationships/image" Target="../media/image49.png"/></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6.xml"/><Relationship Id="rId1" Type="http://schemas.openxmlformats.org/officeDocument/2006/relationships/tags" Target="../tags/tag43.xml"/><Relationship Id="rId5" Type="http://schemas.microsoft.com/office/2007/relationships/hdphoto" Target="../media/hdphoto22.wdp"/><Relationship Id="rId4" Type="http://schemas.openxmlformats.org/officeDocument/2006/relationships/image" Target="../media/image50.png"/></Relationships>
</file>

<file path=ppt/slides/_rels/slide70.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6.xml"/><Relationship Id="rId1" Type="http://schemas.openxmlformats.org/officeDocument/2006/relationships/tags" Target="../tags/tag44.xml"/><Relationship Id="rId5" Type="http://schemas.microsoft.com/office/2007/relationships/hdphoto" Target="../media/hdphoto23.wdp"/><Relationship Id="rId4" Type="http://schemas.openxmlformats.org/officeDocument/2006/relationships/image" Target="../media/image51.png"/></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7.xml"/><Relationship Id="rId1" Type="http://schemas.openxmlformats.org/officeDocument/2006/relationships/tags" Target="../tags/tag45.xml"/><Relationship Id="rId5" Type="http://schemas.microsoft.com/office/2007/relationships/hdphoto" Target="../media/hdphoto24.wdp"/><Relationship Id="rId4" Type="http://schemas.openxmlformats.org/officeDocument/2006/relationships/image" Target="../media/image52.png"/></Relationships>
</file>

<file path=ppt/slides/_rels/slide72.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6.xml"/><Relationship Id="rId1" Type="http://schemas.openxmlformats.org/officeDocument/2006/relationships/tags" Target="../tags/tag46.xml"/><Relationship Id="rId5" Type="http://schemas.microsoft.com/office/2007/relationships/hdphoto" Target="../media/hdphoto25.wdp"/><Relationship Id="rId4" Type="http://schemas.openxmlformats.org/officeDocument/2006/relationships/image" Target="../media/image53.png"/></Relationships>
</file>

<file path=ppt/slides/_rels/slide73.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6.xml"/><Relationship Id="rId1" Type="http://schemas.openxmlformats.org/officeDocument/2006/relationships/tags" Target="../tags/tag47.xml"/><Relationship Id="rId5" Type="http://schemas.microsoft.com/office/2007/relationships/hdphoto" Target="../media/hdphoto26.wdp"/><Relationship Id="rId4" Type="http://schemas.openxmlformats.org/officeDocument/2006/relationships/image" Target="../media/image54.png"/></Relationships>
</file>

<file path=ppt/slides/_rels/slide74.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7.xml"/><Relationship Id="rId1" Type="http://schemas.openxmlformats.org/officeDocument/2006/relationships/tags" Target="../tags/tag48.xml"/><Relationship Id="rId5" Type="http://schemas.microsoft.com/office/2007/relationships/hdphoto" Target="../media/hdphoto27.wdp"/><Relationship Id="rId4" Type="http://schemas.openxmlformats.org/officeDocument/2006/relationships/image" Target="../media/image55.png"/></Relationships>
</file>

<file path=ppt/slides/_rels/slide75.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6.xml"/><Relationship Id="rId1" Type="http://schemas.openxmlformats.org/officeDocument/2006/relationships/tags" Target="../tags/tag49.xml"/><Relationship Id="rId5" Type="http://schemas.microsoft.com/office/2007/relationships/hdphoto" Target="../media/hdphoto28.wdp"/><Relationship Id="rId4" Type="http://schemas.openxmlformats.org/officeDocument/2006/relationships/image" Target="../media/image56.png"/></Relationships>
</file>

<file path=ppt/slides/_rels/slide76.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6.xml"/><Relationship Id="rId1" Type="http://schemas.openxmlformats.org/officeDocument/2006/relationships/tags" Target="../tags/tag50.xml"/><Relationship Id="rId5" Type="http://schemas.microsoft.com/office/2007/relationships/hdphoto" Target="../media/hdphoto26.wdp"/><Relationship Id="rId4" Type="http://schemas.openxmlformats.org/officeDocument/2006/relationships/image" Target="../media/image54.png"/></Relationships>
</file>

<file path=ppt/slides/_rels/slide77.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7.xml"/><Relationship Id="rId1" Type="http://schemas.openxmlformats.org/officeDocument/2006/relationships/tags" Target="../tags/tag51.xml"/><Relationship Id="rId5" Type="http://schemas.microsoft.com/office/2007/relationships/hdphoto" Target="../media/hdphoto29.wdp"/><Relationship Id="rId4" Type="http://schemas.openxmlformats.org/officeDocument/2006/relationships/image" Target="../media/image57.png"/></Relationships>
</file>

<file path=ppt/slides/_rels/slide78.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6.xml"/><Relationship Id="rId1" Type="http://schemas.openxmlformats.org/officeDocument/2006/relationships/tags" Target="../tags/tag52.xml"/><Relationship Id="rId5" Type="http://schemas.microsoft.com/office/2007/relationships/hdphoto" Target="../media/hdphoto30.wdp"/><Relationship Id="rId4" Type="http://schemas.openxmlformats.org/officeDocument/2006/relationships/image" Target="../media/image58.png"/></Relationships>
</file>

<file path=ppt/slides/_rels/slide79.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6.xml"/><Relationship Id="rId1" Type="http://schemas.openxmlformats.org/officeDocument/2006/relationships/tags" Target="../tags/tag53.xml"/><Relationship Id="rId5" Type="http://schemas.microsoft.com/office/2007/relationships/hdphoto" Target="../media/hdphoto26.wdp"/><Relationship Id="rId4" Type="http://schemas.openxmlformats.org/officeDocument/2006/relationships/image" Target="../media/image54.png"/></Relationships>
</file>

<file path=ppt/slides/_rels/slide80.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7.xml"/><Relationship Id="rId1" Type="http://schemas.openxmlformats.org/officeDocument/2006/relationships/tags" Target="../tags/tag54.xml"/><Relationship Id="rId5" Type="http://schemas.microsoft.com/office/2007/relationships/hdphoto" Target="../media/hdphoto31.wdp"/><Relationship Id="rId4" Type="http://schemas.openxmlformats.org/officeDocument/2006/relationships/image" Target="../media/image59.png"/></Relationships>
</file>

<file path=ppt/slides/_rels/slide81.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7.xml"/><Relationship Id="rId1" Type="http://schemas.openxmlformats.org/officeDocument/2006/relationships/tags" Target="../tags/tag55.xml"/><Relationship Id="rId5" Type="http://schemas.microsoft.com/office/2007/relationships/hdphoto" Target="../media/hdphoto32.wdp"/><Relationship Id="rId4" Type="http://schemas.openxmlformats.org/officeDocument/2006/relationships/image" Target="../media/image60.png"/></Relationships>
</file>

<file path=ppt/slides/_rels/slide82.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7.xml"/><Relationship Id="rId1" Type="http://schemas.openxmlformats.org/officeDocument/2006/relationships/tags" Target="../tags/tag56.xml"/><Relationship Id="rId5" Type="http://schemas.microsoft.com/office/2007/relationships/hdphoto" Target="../media/hdphoto33.wdp"/><Relationship Id="rId4" Type="http://schemas.openxmlformats.org/officeDocument/2006/relationships/image" Target="../media/image61.png"/></Relationships>
</file>

<file path=ppt/slides/_rels/slide83.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7.xml"/><Relationship Id="rId1" Type="http://schemas.openxmlformats.org/officeDocument/2006/relationships/tags" Target="../tags/tag57.xml"/><Relationship Id="rId5" Type="http://schemas.microsoft.com/office/2007/relationships/hdphoto" Target="../media/hdphoto34.wdp"/><Relationship Id="rId4" Type="http://schemas.openxmlformats.org/officeDocument/2006/relationships/image" Target="../media/image62.png"/></Relationships>
</file>

<file path=ppt/slides/_rels/slide84.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6.xml"/><Relationship Id="rId1" Type="http://schemas.openxmlformats.org/officeDocument/2006/relationships/tags" Target="../tags/tag58.xml"/><Relationship Id="rId5" Type="http://schemas.microsoft.com/office/2007/relationships/hdphoto" Target="../media/hdphoto35.wdp"/><Relationship Id="rId4" Type="http://schemas.openxmlformats.org/officeDocument/2006/relationships/image" Target="../media/image63.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6.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60.xml"/><Relationship Id="rId1" Type="http://schemas.openxmlformats.org/officeDocument/2006/relationships/slideLayout" Target="../slideLayouts/slideLayout6.xml"/><Relationship Id="rId5" Type="http://schemas.openxmlformats.org/officeDocument/2006/relationships/image" Target="../media/image66.png"/><Relationship Id="rId4" Type="http://schemas.openxmlformats.org/officeDocument/2006/relationships/image" Target="../media/image65.png"/></Relationships>
</file>

<file path=ppt/slides/_rels/slide87.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61.xml"/><Relationship Id="rId1" Type="http://schemas.openxmlformats.org/officeDocument/2006/relationships/slideLayout" Target="../slideLayouts/slideLayout7.xml"/><Relationship Id="rId5" Type="http://schemas.openxmlformats.org/officeDocument/2006/relationships/image" Target="../media/image69.png"/><Relationship Id="rId4" Type="http://schemas.openxmlformats.org/officeDocument/2006/relationships/image" Target="../media/image68.png"/></Relationships>
</file>

<file path=ppt/slides/_rels/slide88.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62.xml"/><Relationship Id="rId1" Type="http://schemas.openxmlformats.org/officeDocument/2006/relationships/slideLayout" Target="../slideLayouts/slideLayout7.xml"/><Relationship Id="rId4" Type="http://schemas.openxmlformats.org/officeDocument/2006/relationships/image" Target="../media/image71.png"/></Relationships>
</file>

<file path=ppt/slides/_rels/slide89.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63.xml"/><Relationship Id="rId1" Type="http://schemas.openxmlformats.org/officeDocument/2006/relationships/slideLayout" Target="../slideLayouts/slideLayout7.xml"/><Relationship Id="rId4" Type="http://schemas.openxmlformats.org/officeDocument/2006/relationships/image" Target="../media/image73.png"/></Relationships>
</file>

<file path=ppt/slides/_rels/slide90.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64.xml"/><Relationship Id="rId1" Type="http://schemas.openxmlformats.org/officeDocument/2006/relationships/slideLayout" Target="../slideLayouts/slideLayout7.xml"/><Relationship Id="rId4" Type="http://schemas.openxmlformats.org/officeDocument/2006/relationships/image" Target="../media/image75.png"/></Relationships>
</file>

<file path=ppt/slides/_rels/slide91.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Title 3"/>
          <p:cNvSpPr>
            <a:spLocks noGrp="1"/>
          </p:cNvSpPr>
          <p:nvPr>
            <p:ph type="ctrTitle"/>
          </p:nvPr>
        </p:nvSpPr>
        <p:spPr>
          <a:xfrm>
            <a:off x="609600" y="1088237"/>
            <a:ext cx="6858000" cy="1718936"/>
          </a:xfrm>
        </p:spPr>
        <p:txBody>
          <a:bodyPr>
            <a:normAutofit/>
          </a:bodyPr>
          <a:lstStyle/>
          <a:p>
            <a:pPr algn="l" eaLnBrk="1" hangingPunct="1"/>
            <a:r>
              <a:rPr lang="en-US" altLang="en-US" b="1" dirty="0"/>
              <a:t>AC6761 Artificial Intelligence Accounting</a:t>
            </a:r>
          </a:p>
        </p:txBody>
      </p:sp>
      <p:sp>
        <p:nvSpPr>
          <p:cNvPr id="129027" name="Subtitle 2"/>
          <p:cNvSpPr>
            <a:spLocks noGrp="1"/>
          </p:cNvSpPr>
          <p:nvPr>
            <p:ph type="subTitle" idx="1"/>
          </p:nvPr>
        </p:nvSpPr>
        <p:spPr>
          <a:xfrm>
            <a:off x="762000" y="3429000"/>
            <a:ext cx="7162800" cy="1543012"/>
          </a:xfrm>
        </p:spPr>
        <p:txBody>
          <a:bodyPr>
            <a:normAutofit/>
          </a:bodyPr>
          <a:lstStyle/>
          <a:p>
            <a:pPr algn="l" eaLnBrk="1" hangingPunct="1">
              <a:buFont typeface="Wingdings" pitchFamily="-107" charset="2"/>
              <a:buNone/>
            </a:pPr>
            <a:r>
              <a:rPr lang="en-US" altLang="en-US" sz="3600" b="1" dirty="0">
                <a:solidFill>
                  <a:srgbClr val="898989"/>
                </a:solidFill>
              </a:rPr>
              <a:t>Chapter 6 Accounting Information </a:t>
            </a:r>
            <a:r>
              <a:rPr lang="en-US" altLang="en-US" sz="3600" b="1">
                <a:solidFill>
                  <a:srgbClr val="898989"/>
                </a:solidFill>
              </a:rPr>
              <a:t>Querying with ACCESS</a:t>
            </a:r>
            <a:r>
              <a:rPr lang="en-US" altLang="zh-CN" sz="3600" b="1">
                <a:solidFill>
                  <a:srgbClr val="898989"/>
                </a:solidFill>
              </a:rPr>
              <a:t> </a:t>
            </a:r>
            <a:endParaRPr lang="en-US" altLang="en-US" sz="3600" b="1" dirty="0">
              <a:solidFill>
                <a:srgbClr val="898989"/>
              </a:solidFill>
            </a:endParaRPr>
          </a:p>
        </p:txBody>
      </p:sp>
      <p:sp>
        <p:nvSpPr>
          <p:cNvPr id="10" name="Rectangle 9"/>
          <p:cNvSpPr/>
          <p:nvPr/>
        </p:nvSpPr>
        <p:spPr>
          <a:xfrm>
            <a:off x="0" y="0"/>
            <a:ext cx="9144000" cy="533400"/>
          </a:xfrm>
          <a:prstGeom prst="rect">
            <a:avLst/>
          </a:prstGeom>
          <a:solidFill>
            <a:srgbClr val="006991"/>
          </a:solidFill>
          <a:ln w="28575" cap="flat" cmpd="sng" algn="ctr">
            <a:solidFill>
              <a:srgbClr val="6076B4">
                <a:shade val="50000"/>
              </a:srgbClr>
            </a:solidFill>
            <a:prstDash val="solid"/>
          </a:ln>
          <a:effectLst/>
        </p:spPr>
        <p:txBody>
          <a:bodyPr anchor="ctr"/>
          <a:lstStyle/>
          <a:p>
            <a:pPr algn="ctr" fontAlgn="auto">
              <a:spcBef>
                <a:spcPts val="0"/>
              </a:spcBef>
              <a:spcAft>
                <a:spcPts val="0"/>
              </a:spcAft>
              <a:defRPr/>
            </a:pPr>
            <a:endParaRPr lang="en-US" kern="0" dirty="0">
              <a:solidFill>
                <a:sysClr val="window" lastClr="FFFFFF"/>
              </a:solidFill>
              <a:latin typeface="Palatino Linotype"/>
              <a:cs typeface="+mn-c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714245-4A17-4485-B283-7BD5E143AF9A}"/>
              </a:ext>
            </a:extLst>
          </p:cNvPr>
          <p:cNvSpPr>
            <a:spLocks noGrp="1"/>
          </p:cNvSpPr>
          <p:nvPr>
            <p:ph type="title"/>
          </p:nvPr>
        </p:nvSpPr>
        <p:spPr/>
        <p:txBody>
          <a:bodyPr/>
          <a:lstStyle/>
          <a:p>
            <a:endParaRPr lang="en-HK"/>
          </a:p>
        </p:txBody>
      </p:sp>
      <p:sp>
        <p:nvSpPr>
          <p:cNvPr id="3" name="Content Placeholder 2">
            <a:extLst>
              <a:ext uri="{FF2B5EF4-FFF2-40B4-BE49-F238E27FC236}">
                <a16:creationId xmlns:a16="http://schemas.microsoft.com/office/drawing/2014/main" id="{558BBC6A-65E0-4039-9144-116B523D8161}"/>
              </a:ext>
            </a:extLst>
          </p:cNvPr>
          <p:cNvSpPr>
            <a:spLocks noGrp="1"/>
          </p:cNvSpPr>
          <p:nvPr>
            <p:ph idx="1"/>
          </p:nvPr>
        </p:nvSpPr>
        <p:spPr/>
        <p:txBody>
          <a:bodyPr>
            <a:normAutofit/>
          </a:bodyPr>
          <a:lstStyle/>
          <a:p>
            <a:pPr marL="0" indent="0">
              <a:buNone/>
            </a:pPr>
            <a:r>
              <a:rPr lang="en-HK" sz="6000" dirty="0"/>
              <a:t>Construct database using ACCESS</a:t>
            </a:r>
          </a:p>
        </p:txBody>
      </p:sp>
      <p:sp>
        <p:nvSpPr>
          <p:cNvPr id="4" name="Slide Number Placeholder 3">
            <a:extLst>
              <a:ext uri="{FF2B5EF4-FFF2-40B4-BE49-F238E27FC236}">
                <a16:creationId xmlns:a16="http://schemas.microsoft.com/office/drawing/2014/main" id="{44AFF965-08B2-4A81-B38B-42152AE1ABEE}"/>
              </a:ext>
            </a:extLst>
          </p:cNvPr>
          <p:cNvSpPr>
            <a:spLocks noGrp="1"/>
          </p:cNvSpPr>
          <p:nvPr>
            <p:ph type="sldNum" sz="quarter" idx="12"/>
          </p:nvPr>
        </p:nvSpPr>
        <p:spPr/>
        <p:txBody>
          <a:bodyPr/>
          <a:lstStyle/>
          <a:p>
            <a:pPr>
              <a:defRPr/>
            </a:pPr>
            <a:fld id="{4D43F197-C583-4294-BD21-B6AE0DDD46C4}" type="slidenum">
              <a:rPr lang="en-US" smtClean="0"/>
              <a:pPr>
                <a:defRPr/>
              </a:pPr>
              <a:t>2</a:t>
            </a:fld>
            <a:endParaRPr lang="en-US" dirty="0"/>
          </a:p>
        </p:txBody>
      </p:sp>
    </p:spTree>
    <p:extLst>
      <p:ext uri="{BB962C8B-B14F-4D97-AF65-F5344CB8AC3E}">
        <p14:creationId xmlns:p14="http://schemas.microsoft.com/office/powerpoint/2010/main" val="5988433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Microsoft Access</a:t>
            </a:r>
          </a:p>
        </p:txBody>
      </p:sp>
      <p:sp>
        <p:nvSpPr>
          <p:cNvPr id="3" name="Content Placeholder 2"/>
          <p:cNvSpPr>
            <a:spLocks noGrp="1"/>
          </p:cNvSpPr>
          <p:nvPr>
            <p:ph idx="1"/>
          </p:nvPr>
        </p:nvSpPr>
        <p:spPr>
          <a:xfrm>
            <a:off x="304800" y="1690688"/>
            <a:ext cx="8534400" cy="4786311"/>
          </a:xfrm>
        </p:spPr>
        <p:txBody>
          <a:bodyPr/>
          <a:lstStyle/>
          <a:p>
            <a:r>
              <a:rPr lang="en-US" sz="2400" dirty="0"/>
              <a:t>When you start a new database, Access automatically opens a new table for you, which is opened in datasheet view.</a:t>
            </a:r>
          </a:p>
          <a:p>
            <a:r>
              <a:rPr lang="en-US" sz="2400" dirty="0"/>
              <a:t>Datasheet view assumes you want to create table simply by entering data. In contrast, design view gives you control over all choices that need to be made during table creation, such as specifying data types and field properties for each attribute in the table. </a:t>
            </a:r>
          </a:p>
          <a:p>
            <a:r>
              <a:rPr lang="en-US" sz="2400" dirty="0"/>
              <a:t>A data type or field property determines what kind of data values may be entered into a database table’s column. Examples include text, numbers, currency, date/time, etc.</a:t>
            </a:r>
          </a:p>
          <a:p>
            <a:endParaRPr lang="en-US" dirty="0"/>
          </a:p>
        </p:txBody>
      </p:sp>
      <p:sp>
        <p:nvSpPr>
          <p:cNvPr id="4" name="Slide Number Placeholder 3"/>
          <p:cNvSpPr>
            <a:spLocks noGrp="1"/>
          </p:cNvSpPr>
          <p:nvPr>
            <p:ph type="sldNum" sz="quarter" idx="10"/>
          </p:nvPr>
        </p:nvSpPr>
        <p:spPr/>
        <p:txBody>
          <a:bodyPr/>
          <a:lstStyle/>
          <a:p>
            <a:pPr>
              <a:defRPr/>
            </a:pPr>
            <a:fld id="{7E855043-158F-4F2D-9531-B1E60F32BA28}" type="slidenum">
              <a:rPr lang="en-US" smtClean="0"/>
              <a:pPr>
                <a:defRPr/>
              </a:pPr>
              <a:t>3</a:t>
            </a:fld>
            <a:endParaRPr lang="en-US"/>
          </a:p>
        </p:txBody>
      </p:sp>
    </p:spTree>
    <p:extLst>
      <p:ext uri="{BB962C8B-B14F-4D97-AF65-F5344CB8AC3E}">
        <p14:creationId xmlns:p14="http://schemas.microsoft.com/office/powerpoint/2010/main" val="9935419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Microsoft Access</a:t>
            </a:r>
          </a:p>
        </p:txBody>
      </p:sp>
      <p:sp>
        <p:nvSpPr>
          <p:cNvPr id="3" name="Content Placeholder 2"/>
          <p:cNvSpPr>
            <a:spLocks noGrp="1"/>
          </p:cNvSpPr>
          <p:nvPr>
            <p:ph idx="1"/>
          </p:nvPr>
        </p:nvSpPr>
        <p:spPr/>
        <p:txBody>
          <a:bodyPr/>
          <a:lstStyle/>
          <a:p>
            <a:r>
              <a:rPr lang="en-US" dirty="0"/>
              <a:t>Change the datasheet view to design view by clicking on the View icon near the top left corner of the Table Tools window and then click on Design View. </a:t>
            </a:r>
          </a:p>
        </p:txBody>
      </p:sp>
      <p:sp>
        <p:nvSpPr>
          <p:cNvPr id="4" name="Slide Number Placeholder 3"/>
          <p:cNvSpPr>
            <a:spLocks noGrp="1"/>
          </p:cNvSpPr>
          <p:nvPr>
            <p:ph type="sldNum" sz="quarter" idx="10"/>
          </p:nvPr>
        </p:nvSpPr>
        <p:spPr/>
        <p:txBody>
          <a:bodyPr/>
          <a:lstStyle/>
          <a:p>
            <a:pPr>
              <a:defRPr/>
            </a:pPr>
            <a:fld id="{7E855043-158F-4F2D-9531-B1E60F32BA28}" type="slidenum">
              <a:rPr lang="en-US" smtClean="0"/>
              <a:pPr>
                <a:defRPr/>
              </a:pPr>
              <a:t>4</a:t>
            </a:fld>
            <a:endParaRPr lang="en-US"/>
          </a:p>
        </p:txBody>
      </p:sp>
    </p:spTree>
    <p:extLst>
      <p:ext uri="{BB962C8B-B14F-4D97-AF65-F5344CB8AC3E}">
        <p14:creationId xmlns:p14="http://schemas.microsoft.com/office/powerpoint/2010/main" val="969948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121" y="0"/>
            <a:ext cx="7886700" cy="1325563"/>
          </a:xfrm>
        </p:spPr>
        <p:txBody>
          <a:bodyPr/>
          <a:lstStyle/>
          <a:p>
            <a:r>
              <a:rPr lang="en-US" dirty="0"/>
              <a:t>Table Tools</a:t>
            </a:r>
          </a:p>
        </p:txBody>
      </p:sp>
      <p:sp>
        <p:nvSpPr>
          <p:cNvPr id="3" name="Slide Number Placeholder 2"/>
          <p:cNvSpPr>
            <a:spLocks noGrp="1"/>
          </p:cNvSpPr>
          <p:nvPr>
            <p:ph type="sldNum" sz="quarter" idx="10"/>
          </p:nvPr>
        </p:nvSpPr>
        <p:spPr/>
        <p:txBody>
          <a:bodyPr/>
          <a:lstStyle/>
          <a:p>
            <a:pPr>
              <a:defRPr/>
            </a:pPr>
            <a:fld id="{EE7103AD-53E8-41CE-9658-23CEDD250A81}" type="slidenum">
              <a:rPr lang="en-US" smtClean="0">
                <a:solidFill>
                  <a:srgbClr val="19138D"/>
                </a:solidFill>
              </a:rPr>
              <a:pPr>
                <a:defRPr/>
              </a:pPr>
              <a:t>5</a:t>
            </a:fld>
            <a:endParaRPr lang="en-US">
              <a:solidFill>
                <a:srgbClr val="19138D"/>
              </a:solidFill>
            </a:endParaRPr>
          </a:p>
        </p:txBody>
      </p:sp>
      <p:pic>
        <p:nvPicPr>
          <p:cNvPr id="30722" name="Picture 2"/>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100000"/>
                    </a14:imgEffect>
                  </a14:imgLayer>
                </a14:imgProps>
              </a:ext>
              <a:ext uri="{28A0092B-C50C-407E-A947-70E740481C1C}">
                <a14:useLocalDpi xmlns:a14="http://schemas.microsoft.com/office/drawing/2010/main" val="0"/>
              </a:ext>
            </a:extLst>
          </a:blip>
          <a:srcRect r="7028"/>
          <a:stretch>
            <a:fillRect/>
          </a:stretch>
        </p:blipFill>
        <p:spPr bwMode="auto">
          <a:xfrm>
            <a:off x="685800" y="1181100"/>
            <a:ext cx="7855021"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p:cNvSpPr txBox="1"/>
          <p:nvPr/>
        </p:nvSpPr>
        <p:spPr>
          <a:xfrm>
            <a:off x="3657600" y="2399437"/>
            <a:ext cx="3130621" cy="1754326"/>
          </a:xfrm>
          <a:prstGeom prst="rect">
            <a:avLst/>
          </a:prstGeom>
          <a:solidFill>
            <a:schemeClr val="accent1"/>
          </a:solidFill>
          <a:ln>
            <a:solidFill>
              <a:schemeClr val="accent2"/>
            </a:solidFill>
          </a:ln>
        </p:spPr>
        <p:txBody>
          <a:bodyPr wrap="square" rtlCol="0">
            <a:spAutoFit/>
          </a:bodyPr>
          <a:lstStyle/>
          <a:p>
            <a:r>
              <a:rPr lang="en-US" dirty="0"/>
              <a:t>When you create a blank database, Access assumes you want to create a table in datasheet view, and it assigns Table1 as a default name for the table</a:t>
            </a:r>
          </a:p>
        </p:txBody>
      </p:sp>
      <p:sp>
        <p:nvSpPr>
          <p:cNvPr id="6" name="TextBox 5"/>
          <p:cNvSpPr txBox="1"/>
          <p:nvPr/>
        </p:nvSpPr>
        <p:spPr>
          <a:xfrm>
            <a:off x="712922" y="3810000"/>
            <a:ext cx="1911421" cy="2031325"/>
          </a:xfrm>
          <a:prstGeom prst="rect">
            <a:avLst/>
          </a:prstGeom>
          <a:solidFill>
            <a:schemeClr val="accent1"/>
          </a:solidFill>
          <a:ln>
            <a:solidFill>
              <a:schemeClr val="accent2"/>
            </a:solidFill>
          </a:ln>
        </p:spPr>
        <p:txBody>
          <a:bodyPr wrap="square" rtlCol="0">
            <a:spAutoFit/>
          </a:bodyPr>
          <a:lstStyle/>
          <a:p>
            <a:r>
              <a:rPr lang="en-US" dirty="0"/>
              <a:t>To refuse the suggestion and instead create the table in design view, click on this View icon</a:t>
            </a:r>
          </a:p>
        </p:txBody>
      </p:sp>
      <p:cxnSp>
        <p:nvCxnSpPr>
          <p:cNvPr id="7" name="Straight Arrow Connector 6"/>
          <p:cNvCxnSpPr>
            <a:stCxn id="6" idx="0"/>
          </p:cNvCxnSpPr>
          <p:nvPr/>
        </p:nvCxnSpPr>
        <p:spPr>
          <a:xfrm flipH="1" flipV="1">
            <a:off x="838200" y="1752600"/>
            <a:ext cx="830433" cy="2057400"/>
          </a:xfrm>
          <a:prstGeom prst="straightConnector1">
            <a:avLst/>
          </a:prstGeom>
          <a:ln w="25400">
            <a:solidFill>
              <a:schemeClr val="accent2"/>
            </a:solidFill>
            <a:tailEnd type="arrow"/>
          </a:ln>
        </p:spPr>
        <p:style>
          <a:lnRef idx="1">
            <a:schemeClr val="accent1"/>
          </a:lnRef>
          <a:fillRef idx="0">
            <a:schemeClr val="accent1"/>
          </a:fillRef>
          <a:effectRef idx="0">
            <a:schemeClr val="accent1"/>
          </a:effectRef>
          <a:fontRef idx="minor">
            <a:schemeClr val="tx1"/>
          </a:fontRef>
        </p:style>
      </p:cxnSp>
      <p:pic>
        <p:nvPicPr>
          <p:cNvPr id="30723"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79810" y="4252442"/>
            <a:ext cx="2667000" cy="1181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10"/>
          <p:cNvSpPr txBox="1"/>
          <p:nvPr/>
        </p:nvSpPr>
        <p:spPr>
          <a:xfrm>
            <a:off x="5946810" y="4306163"/>
            <a:ext cx="2594011" cy="1477328"/>
          </a:xfrm>
          <a:prstGeom prst="rect">
            <a:avLst/>
          </a:prstGeom>
          <a:solidFill>
            <a:schemeClr val="accent1"/>
          </a:solidFill>
          <a:ln>
            <a:solidFill>
              <a:schemeClr val="accent2"/>
            </a:solidFill>
          </a:ln>
        </p:spPr>
        <p:txBody>
          <a:bodyPr wrap="square" rtlCol="0">
            <a:spAutoFit/>
          </a:bodyPr>
          <a:lstStyle/>
          <a:p>
            <a:r>
              <a:rPr lang="en-US" dirty="0"/>
              <a:t>A popup window will prompt you to save the table before switching to design view; we’ll name the table Sale</a:t>
            </a:r>
          </a:p>
        </p:txBody>
      </p:sp>
    </p:spTree>
    <p:extLst>
      <p:ext uri="{BB962C8B-B14F-4D97-AF65-F5344CB8AC3E}">
        <p14:creationId xmlns:p14="http://schemas.microsoft.com/office/powerpoint/2010/main" val="19935137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07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11"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6" name="Picture 2"/>
          <p:cNvPicPr>
            <a:picLocks noChangeAspect="1" noChangeArrowheads="1"/>
          </p:cNvPicPr>
          <p:nvPr/>
        </p:nvPicPr>
        <p:blipFill>
          <a:blip r:embed="rId4">
            <a:extLst>
              <a:ext uri="{28A0092B-C50C-407E-A947-70E740481C1C}">
                <a14:useLocalDpi xmlns:a14="http://schemas.microsoft.com/office/drawing/2010/main" val="0"/>
              </a:ext>
            </a:extLst>
          </a:blip>
          <a:srcRect r="4919"/>
          <a:stretch>
            <a:fillRect/>
          </a:stretch>
        </p:blipFill>
        <p:spPr bwMode="auto">
          <a:xfrm>
            <a:off x="485616" y="1114219"/>
            <a:ext cx="8281771" cy="46295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18" name="Slide Number Placeholder 2"/>
          <p:cNvSpPr>
            <a:spLocks noGrp="1"/>
          </p:cNvSpPr>
          <p:nvPr>
            <p:ph type="sldNum" sz="quarter" idx="10"/>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512849F1-43F1-4609-8C01-21440663C5CB}" type="slidenum">
              <a:rPr lang="en-US">
                <a:solidFill>
                  <a:srgbClr val="19138D"/>
                </a:solidFill>
              </a:rPr>
              <a:pPr eaLnBrk="1" hangingPunct="1"/>
              <a:t>6</a:t>
            </a:fld>
            <a:endParaRPr lang="en-US">
              <a:solidFill>
                <a:srgbClr val="19138D"/>
              </a:solidFill>
            </a:endParaRPr>
          </a:p>
        </p:txBody>
      </p:sp>
      <p:sp>
        <p:nvSpPr>
          <p:cNvPr id="34819" name="Rectangle 2"/>
          <p:cNvSpPr>
            <a:spLocks noGrp="1" noChangeArrowheads="1"/>
          </p:cNvSpPr>
          <p:nvPr>
            <p:ph type="title"/>
          </p:nvPr>
        </p:nvSpPr>
        <p:spPr>
          <a:xfrm>
            <a:off x="880687" y="-14211"/>
            <a:ext cx="7886700" cy="1325563"/>
          </a:xfrm>
        </p:spPr>
        <p:txBody>
          <a:bodyPr/>
          <a:lstStyle/>
          <a:p>
            <a:pPr eaLnBrk="1" hangingPunct="1"/>
            <a:r>
              <a:rPr lang="en-US" sz="3600" dirty="0"/>
              <a:t>Microsoft Access Table Design View</a:t>
            </a:r>
          </a:p>
        </p:txBody>
      </p:sp>
      <p:sp>
        <p:nvSpPr>
          <p:cNvPr id="2" name="AutoShape 2"/>
          <p:cNvSpPr>
            <a:spLocks/>
          </p:cNvSpPr>
          <p:nvPr/>
        </p:nvSpPr>
        <p:spPr bwMode="auto">
          <a:xfrm>
            <a:off x="6773426" y="2312239"/>
            <a:ext cx="115005" cy="1650161"/>
          </a:xfrm>
          <a:prstGeom prst="rightBracket">
            <a:avLst>
              <a:gd name="adj" fmla="val 97135"/>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 Box 3"/>
          <p:cNvSpPr txBox="1">
            <a:spLocks noChangeArrowheads="1"/>
          </p:cNvSpPr>
          <p:nvPr/>
        </p:nvSpPr>
        <p:spPr bwMode="auto">
          <a:xfrm>
            <a:off x="6934200" y="2507535"/>
            <a:ext cx="1081768" cy="1121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100" b="0" i="0" u="none" strike="noStrike" cap="none" normalizeH="0" baseline="0" dirty="0">
              <a:ln>
                <a:noFill/>
              </a:ln>
              <a:solidFill>
                <a:schemeClr val="tx1"/>
              </a:solidFill>
              <a:effectLst/>
              <a:latin typeface="Arial" pitchFamily="34" charset="0"/>
              <a:ea typeface="Times New Roman" pitchFamily="18"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100" b="0" i="0" u="none" strike="noStrike" cap="none" normalizeH="0" baseline="0" dirty="0">
                <a:ln>
                  <a:noFill/>
                </a:ln>
                <a:solidFill>
                  <a:schemeClr val="tx1"/>
                </a:solidFill>
                <a:effectLst/>
                <a:latin typeface="Arial" pitchFamily="34" charset="0"/>
                <a:ea typeface="Times New Roman" pitchFamily="18" charset="0"/>
                <a:cs typeface="Arial" pitchFamily="34" charset="0"/>
              </a:rPr>
              <a:t>Section 1:  table design grid</a:t>
            </a:r>
            <a:endParaRPr kumimoji="0" lang="en-US" sz="1800" b="0" i="0" u="none" strike="noStrike" cap="none" normalizeH="0" baseline="0" dirty="0">
              <a:ln>
                <a:noFill/>
              </a:ln>
              <a:solidFill>
                <a:schemeClr val="tx1"/>
              </a:solidFill>
              <a:effectLst/>
              <a:latin typeface="Arial" pitchFamily="34" charset="0"/>
              <a:cs typeface="Arial" pitchFamily="34" charset="0"/>
            </a:endParaRPr>
          </a:p>
        </p:txBody>
      </p:sp>
      <p:sp>
        <p:nvSpPr>
          <p:cNvPr id="4" name="AutoShape 4"/>
          <p:cNvSpPr>
            <a:spLocks/>
          </p:cNvSpPr>
          <p:nvPr/>
        </p:nvSpPr>
        <p:spPr bwMode="auto">
          <a:xfrm>
            <a:off x="5830169" y="4070974"/>
            <a:ext cx="150945" cy="1249788"/>
          </a:xfrm>
          <a:prstGeom prst="rightBracket">
            <a:avLst>
              <a:gd name="adj" fmla="val 56052"/>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 Box 5"/>
          <p:cNvSpPr txBox="1">
            <a:spLocks noChangeArrowheads="1"/>
          </p:cNvSpPr>
          <p:nvPr/>
        </p:nvSpPr>
        <p:spPr bwMode="auto">
          <a:xfrm>
            <a:off x="6019800" y="4342823"/>
            <a:ext cx="1187788" cy="769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100" b="0" i="0" u="none" strike="noStrike" cap="none" normalizeH="0" baseline="0" dirty="0">
                <a:ln>
                  <a:noFill/>
                </a:ln>
                <a:solidFill>
                  <a:schemeClr val="tx1"/>
                </a:solidFill>
                <a:effectLst/>
                <a:latin typeface="Arial" pitchFamily="34" charset="0"/>
                <a:ea typeface="Times New Roman" pitchFamily="18" charset="0"/>
                <a:cs typeface="Arial" pitchFamily="34" charset="0"/>
              </a:rPr>
              <a:t>Section 2: field properties panel</a:t>
            </a:r>
            <a:endParaRPr kumimoji="0" lang="en-US" sz="1800" b="0" i="0" u="none" strike="noStrike" cap="none" normalizeH="0" baseline="0" dirty="0">
              <a:ln>
                <a:noFill/>
              </a:ln>
              <a:solidFill>
                <a:schemeClr val="tx1"/>
              </a:solidFill>
              <a:effectLst/>
              <a:latin typeface="Arial" pitchFamily="34" charset="0"/>
              <a:cs typeface="Arial" pitchFamily="34" charset="0"/>
            </a:endParaRPr>
          </a:p>
        </p:txBody>
      </p:sp>
      <p:sp>
        <p:nvSpPr>
          <p:cNvPr id="7" name="Rectangle 7"/>
          <p:cNvSpPr>
            <a:spLocks noChangeArrowheads="1"/>
          </p:cNvSpPr>
          <p:nvPr/>
        </p:nvSpPr>
        <p:spPr bwMode="auto">
          <a:xfrm>
            <a:off x="0" y="4572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8"/>
          <p:cNvSpPr>
            <a:spLocks noChangeArrowheads="1"/>
          </p:cNvSpPr>
          <p:nvPr/>
        </p:nvSpPr>
        <p:spPr bwMode="auto">
          <a:xfrm>
            <a:off x="0" y="3629025"/>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Tree>
    <p:custDataLst>
      <p:tags r:id="rId1"/>
    </p:custDataLst>
    <p:extLst>
      <p:ext uri="{BB962C8B-B14F-4D97-AF65-F5344CB8AC3E}">
        <p14:creationId xmlns:p14="http://schemas.microsoft.com/office/powerpoint/2010/main" val="37220532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Microsoft Access</a:t>
            </a:r>
          </a:p>
        </p:txBody>
      </p:sp>
      <p:sp>
        <p:nvSpPr>
          <p:cNvPr id="3" name="Content Placeholder 2"/>
          <p:cNvSpPr>
            <a:spLocks noGrp="1"/>
          </p:cNvSpPr>
          <p:nvPr>
            <p:ph idx="1"/>
          </p:nvPr>
        </p:nvSpPr>
        <p:spPr/>
        <p:txBody>
          <a:bodyPr/>
          <a:lstStyle/>
          <a:p>
            <a:r>
              <a:rPr lang="en-US" dirty="0"/>
              <a:t>Section 1 shows the overall layout of the table.</a:t>
            </a:r>
          </a:p>
          <a:p>
            <a:r>
              <a:rPr lang="en-US" dirty="0"/>
              <a:t>The attributes/fields of the table are listed on the left.</a:t>
            </a:r>
          </a:p>
          <a:p>
            <a:r>
              <a:rPr lang="en-US" dirty="0"/>
              <a:t>The appropriate data type for each attribute could be chosen in the middle column (e.g. text, currency, date, number, </a:t>
            </a:r>
            <a:r>
              <a:rPr lang="en-US" dirty="0" err="1"/>
              <a:t>etc</a:t>
            </a:r>
            <a:r>
              <a:rPr lang="en-US" dirty="0"/>
              <a:t>). </a:t>
            </a:r>
          </a:p>
          <a:p>
            <a:r>
              <a:rPr lang="en-US" dirty="0"/>
              <a:t>The description of attribute is provided in the right-hand column (maybe left blank). </a:t>
            </a:r>
          </a:p>
        </p:txBody>
      </p:sp>
      <p:sp>
        <p:nvSpPr>
          <p:cNvPr id="4" name="Slide Number Placeholder 3"/>
          <p:cNvSpPr>
            <a:spLocks noGrp="1"/>
          </p:cNvSpPr>
          <p:nvPr>
            <p:ph type="sldNum" sz="quarter" idx="10"/>
          </p:nvPr>
        </p:nvSpPr>
        <p:spPr/>
        <p:txBody>
          <a:bodyPr/>
          <a:lstStyle/>
          <a:p>
            <a:pPr>
              <a:defRPr/>
            </a:pPr>
            <a:fld id="{7E855043-158F-4F2D-9531-B1E60F32BA28}" type="slidenum">
              <a:rPr lang="en-US" smtClean="0"/>
              <a:pPr>
                <a:defRPr/>
              </a:pPr>
              <a:t>7</a:t>
            </a:fld>
            <a:endParaRPr lang="en-US"/>
          </a:p>
        </p:txBody>
      </p:sp>
    </p:spTree>
    <p:extLst>
      <p:ext uri="{BB962C8B-B14F-4D97-AF65-F5344CB8AC3E}">
        <p14:creationId xmlns:p14="http://schemas.microsoft.com/office/powerpoint/2010/main" val="24737768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Microsoft Access</a:t>
            </a:r>
          </a:p>
        </p:txBody>
      </p:sp>
      <p:sp>
        <p:nvSpPr>
          <p:cNvPr id="3" name="Content Placeholder 2"/>
          <p:cNvSpPr>
            <a:spLocks noGrp="1"/>
          </p:cNvSpPr>
          <p:nvPr>
            <p:ph idx="1"/>
          </p:nvPr>
        </p:nvSpPr>
        <p:spPr/>
        <p:txBody>
          <a:bodyPr/>
          <a:lstStyle/>
          <a:p>
            <a:r>
              <a:rPr lang="en-US" dirty="0"/>
              <a:t>In section 2, additional properties for each field should be set, such as field size, customized format, default value, validation rules, or a specification as to whether the field is required to contain data (or whether it’s ok to have null values). </a:t>
            </a:r>
          </a:p>
        </p:txBody>
      </p:sp>
      <p:sp>
        <p:nvSpPr>
          <p:cNvPr id="4" name="Slide Number Placeholder 3"/>
          <p:cNvSpPr>
            <a:spLocks noGrp="1"/>
          </p:cNvSpPr>
          <p:nvPr>
            <p:ph type="sldNum" sz="quarter" idx="10"/>
          </p:nvPr>
        </p:nvSpPr>
        <p:spPr/>
        <p:txBody>
          <a:bodyPr/>
          <a:lstStyle/>
          <a:p>
            <a:pPr>
              <a:defRPr/>
            </a:pPr>
            <a:fld id="{7E855043-158F-4F2D-9531-B1E60F32BA28}" type="slidenum">
              <a:rPr lang="en-US" smtClean="0"/>
              <a:pPr>
                <a:defRPr/>
              </a:pPr>
              <a:t>8</a:t>
            </a:fld>
            <a:endParaRPr lang="en-US"/>
          </a:p>
        </p:txBody>
      </p:sp>
    </p:spTree>
    <p:extLst>
      <p:ext uri="{BB962C8B-B14F-4D97-AF65-F5344CB8AC3E}">
        <p14:creationId xmlns:p14="http://schemas.microsoft.com/office/powerpoint/2010/main" val="3963606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lide Number Placeholder 2"/>
          <p:cNvSpPr>
            <a:spLocks noGrp="1"/>
          </p:cNvSpPr>
          <p:nvPr>
            <p:ph type="sldNum" sz="quarter" idx="10"/>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F28FC83D-FC17-45F4-A763-92BFE02E514A}" type="slidenum">
              <a:rPr lang="en-US" smtClean="0">
                <a:solidFill>
                  <a:srgbClr val="19138D"/>
                </a:solidFill>
              </a:rPr>
              <a:pPr eaLnBrk="1" hangingPunct="1"/>
              <a:t>9</a:t>
            </a:fld>
            <a:endParaRPr lang="en-US">
              <a:solidFill>
                <a:srgbClr val="19138D"/>
              </a:solidFill>
            </a:endParaRPr>
          </a:p>
        </p:txBody>
      </p:sp>
      <p:sp>
        <p:nvSpPr>
          <p:cNvPr id="86019" name="Rectangle 2"/>
          <p:cNvSpPr>
            <a:spLocks noGrp="1" noChangeArrowheads="1"/>
          </p:cNvSpPr>
          <p:nvPr>
            <p:ph type="title"/>
          </p:nvPr>
        </p:nvSpPr>
        <p:spPr/>
        <p:txBody>
          <a:bodyPr/>
          <a:lstStyle/>
          <a:p>
            <a:pPr eaLnBrk="1" hangingPunct="1"/>
            <a:r>
              <a:rPr lang="en-US" sz="4000" dirty="0"/>
              <a:t>Example 1</a:t>
            </a:r>
          </a:p>
        </p:txBody>
      </p:sp>
      <p:graphicFrame>
        <p:nvGraphicFramePr>
          <p:cNvPr id="21507" name="Group 3"/>
          <p:cNvGraphicFramePr>
            <a:graphicFrameLocks noGrp="1"/>
          </p:cNvGraphicFramePr>
          <p:nvPr>
            <p:extLst/>
          </p:nvPr>
        </p:nvGraphicFramePr>
        <p:xfrm>
          <a:off x="1752599" y="4267200"/>
          <a:ext cx="4816475" cy="1004889"/>
        </p:xfrm>
        <a:graphic>
          <a:graphicData uri="http://schemas.openxmlformats.org/drawingml/2006/table">
            <a:tbl>
              <a:tblPr/>
              <a:tblGrid>
                <a:gridCol w="1464625">
                  <a:extLst>
                    <a:ext uri="{9D8B030D-6E8A-4147-A177-3AD203B41FA5}">
                      <a16:colId xmlns:a16="http://schemas.microsoft.com/office/drawing/2014/main" val="20000"/>
                    </a:ext>
                  </a:extLst>
                </a:gridCol>
                <a:gridCol w="1675925">
                  <a:extLst>
                    <a:ext uri="{9D8B030D-6E8A-4147-A177-3AD203B41FA5}">
                      <a16:colId xmlns:a16="http://schemas.microsoft.com/office/drawing/2014/main" val="20001"/>
                    </a:ext>
                  </a:extLst>
                </a:gridCol>
                <a:gridCol w="1675925">
                  <a:extLst>
                    <a:ext uri="{9D8B030D-6E8A-4147-A177-3AD203B41FA5}">
                      <a16:colId xmlns:a16="http://schemas.microsoft.com/office/drawing/2014/main" val="20002"/>
                    </a:ext>
                  </a:extLst>
                </a:gridCol>
              </a:tblGrid>
              <a:tr h="334963">
                <a:tc>
                  <a:txBody>
                    <a:bodyPr/>
                    <a:lstStyle/>
                    <a:p>
                      <a:pPr marL="0" marR="0" lvl="0" indent="0" algn="l" defTabSz="914400" rtl="0" eaLnBrk="1" fontAlgn="base" latinLnBrk="0" hangingPunct="1">
                        <a:lnSpc>
                          <a:spcPct val="100000"/>
                        </a:lnSpc>
                        <a:spcBef>
                          <a:spcPct val="20000"/>
                        </a:spcBef>
                        <a:spcAft>
                          <a:spcPct val="0"/>
                        </a:spcAft>
                        <a:buClr>
                          <a:srgbClr val="D98E29"/>
                        </a:buClr>
                        <a:buSzTx/>
                        <a:buFontTx/>
                        <a:buNone/>
                        <a:tabLst/>
                      </a:pPr>
                      <a:r>
                        <a:rPr kumimoji="0" lang="en-US" sz="1400" b="0" i="0" u="none" strike="noStrike" cap="none" normalizeH="0" baseline="0" dirty="0" err="1">
                          <a:ln>
                            <a:noFill/>
                          </a:ln>
                          <a:solidFill>
                            <a:schemeClr val="tx1"/>
                          </a:solidFill>
                          <a:effectLst/>
                          <a:latin typeface="Arial" charset="0"/>
                        </a:rPr>
                        <a:t>SalespersonID</a:t>
                      </a:r>
                      <a:endParaRPr kumimoji="0" lang="en-US" sz="1400" b="0" i="0" u="none" strike="noStrike" cap="none" normalizeH="0" baseline="0" dirty="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D98E29"/>
                        </a:buClr>
                        <a:buSzTx/>
                        <a:buFontTx/>
                        <a:buNone/>
                        <a:tabLst/>
                      </a:pPr>
                      <a:r>
                        <a:rPr kumimoji="0" lang="en-US" sz="1400" b="0" i="0" u="none" strike="noStrike" cap="none" normalizeH="0" baseline="0" dirty="0">
                          <a:ln>
                            <a:noFill/>
                          </a:ln>
                          <a:solidFill>
                            <a:schemeClr val="tx1"/>
                          </a:solidFill>
                          <a:effectLst/>
                          <a:latin typeface="Arial" charset="0"/>
                        </a:rPr>
                        <a:t>Name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D98E29"/>
                        </a:buClr>
                        <a:buSzTx/>
                        <a:buFontTx/>
                        <a:buNone/>
                        <a:tabLst/>
                      </a:pPr>
                      <a:r>
                        <a:rPr kumimoji="0" lang="en-US" sz="1400" b="0" i="0" u="none" strike="noStrike" cap="none" normalizeH="0" baseline="0" dirty="0">
                          <a:ln>
                            <a:noFill/>
                          </a:ln>
                          <a:solidFill>
                            <a:schemeClr val="tx1"/>
                          </a:solidFill>
                          <a:effectLst/>
                          <a:latin typeface="Arial" charset="0"/>
                        </a:rPr>
                        <a:t>Telephone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34963">
                <a:tc>
                  <a:txBody>
                    <a:bodyPr/>
                    <a:lstStyle/>
                    <a:p>
                      <a:pPr marL="0" marR="0" lvl="0" indent="0" algn="l" defTabSz="914400" rtl="0" eaLnBrk="1" fontAlgn="base" latinLnBrk="0" hangingPunct="1">
                        <a:lnSpc>
                          <a:spcPct val="100000"/>
                        </a:lnSpc>
                        <a:spcBef>
                          <a:spcPct val="20000"/>
                        </a:spcBef>
                        <a:spcAft>
                          <a:spcPct val="0"/>
                        </a:spcAft>
                        <a:buClr>
                          <a:srgbClr val="D98E29"/>
                        </a:buClr>
                        <a:buSzTx/>
                        <a:buFontTx/>
                        <a:buNone/>
                        <a:tabLst/>
                      </a:pPr>
                      <a:r>
                        <a:rPr kumimoji="0" lang="en-US" sz="1400" b="0" i="0" u="none" strike="noStrike" cap="none" normalizeH="0" baseline="0">
                          <a:ln>
                            <a:noFill/>
                          </a:ln>
                          <a:solidFill>
                            <a:srgbClr val="EB4945"/>
                          </a:solidFill>
                          <a:effectLst/>
                          <a:latin typeface="Arial" charset="0"/>
                        </a:rPr>
                        <a:t>123456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D98E29"/>
                        </a:buClr>
                        <a:buSzTx/>
                        <a:buFontTx/>
                        <a:buNone/>
                        <a:tabLst/>
                      </a:pPr>
                      <a:r>
                        <a:rPr kumimoji="0" lang="en-US" sz="1400" b="0" i="0" u="none" strike="noStrike" cap="none" normalizeH="0" baseline="0" dirty="0">
                          <a:ln>
                            <a:noFill/>
                          </a:ln>
                          <a:solidFill>
                            <a:schemeClr val="tx1"/>
                          </a:solidFill>
                          <a:effectLst/>
                          <a:latin typeface="Arial" charset="0"/>
                        </a:rPr>
                        <a:t>Fred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D98E29"/>
                        </a:buClr>
                        <a:buSzTx/>
                        <a:buFontTx/>
                        <a:buNone/>
                        <a:tabLst/>
                      </a:pPr>
                      <a:r>
                        <a:rPr kumimoji="0" lang="en-US" sz="1400" b="0" i="0" u="none" strike="noStrike" cap="none" normalizeH="0" baseline="0" dirty="0">
                          <a:ln>
                            <a:noFill/>
                          </a:ln>
                          <a:solidFill>
                            <a:schemeClr val="tx1"/>
                          </a:solidFill>
                          <a:effectLst/>
                          <a:latin typeface="Arial" charset="0"/>
                        </a:rPr>
                        <a:t>555-0063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34963">
                <a:tc>
                  <a:txBody>
                    <a:bodyPr/>
                    <a:lstStyle/>
                    <a:p>
                      <a:pPr marL="0" marR="0" lvl="0" indent="0" algn="l" defTabSz="914400" rtl="0" eaLnBrk="1" fontAlgn="base" latinLnBrk="0" hangingPunct="1">
                        <a:lnSpc>
                          <a:spcPct val="100000"/>
                        </a:lnSpc>
                        <a:spcBef>
                          <a:spcPct val="20000"/>
                        </a:spcBef>
                        <a:spcAft>
                          <a:spcPct val="0"/>
                        </a:spcAft>
                        <a:buClr>
                          <a:srgbClr val="D98E29"/>
                        </a:buClr>
                        <a:buSzTx/>
                        <a:buFontTx/>
                        <a:buNone/>
                        <a:tabLst/>
                      </a:pPr>
                      <a:r>
                        <a:rPr kumimoji="0" lang="en-US" sz="1400" b="0" i="0" u="none" strike="noStrike" cap="none" normalizeH="0" baseline="0">
                          <a:ln>
                            <a:noFill/>
                          </a:ln>
                          <a:solidFill>
                            <a:srgbClr val="EB4945"/>
                          </a:solidFill>
                          <a:effectLst/>
                          <a:latin typeface="Arial" charset="0"/>
                        </a:rPr>
                        <a:t>654321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D98E29"/>
                        </a:buClr>
                        <a:buSzTx/>
                        <a:buFontTx/>
                        <a:buNone/>
                        <a:tabLst/>
                      </a:pPr>
                      <a:r>
                        <a:rPr kumimoji="0" lang="en-US" sz="1400" b="0" i="0" u="none" strike="noStrike" cap="none" normalizeH="0" baseline="0" dirty="0">
                          <a:ln>
                            <a:noFill/>
                          </a:ln>
                          <a:solidFill>
                            <a:schemeClr val="tx1"/>
                          </a:solidFill>
                          <a:effectLst/>
                          <a:latin typeface="Arial" charset="0"/>
                        </a:rPr>
                        <a:t>Francis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D98E29"/>
                        </a:buClr>
                        <a:buSzTx/>
                        <a:buFontTx/>
                        <a:buNone/>
                        <a:tabLst/>
                      </a:pPr>
                      <a:r>
                        <a:rPr kumimoji="0" lang="en-US" sz="1400" b="0" i="0" u="none" strike="noStrike" cap="none" normalizeH="0" baseline="0" dirty="0">
                          <a:ln>
                            <a:noFill/>
                          </a:ln>
                          <a:solidFill>
                            <a:schemeClr val="tx1"/>
                          </a:solidFill>
                          <a:effectLst/>
                          <a:latin typeface="Arial" charset="0"/>
                        </a:rPr>
                        <a:t>555-0007</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1521" name="Group 17"/>
          <p:cNvGraphicFramePr>
            <a:graphicFrameLocks noGrp="1"/>
          </p:cNvGraphicFramePr>
          <p:nvPr>
            <p:extLst/>
          </p:nvPr>
        </p:nvGraphicFramePr>
        <p:xfrm>
          <a:off x="2667000" y="1295400"/>
          <a:ext cx="3962400" cy="2427285"/>
        </p:xfrm>
        <a:graphic>
          <a:graphicData uri="http://schemas.openxmlformats.org/drawingml/2006/table">
            <a:tbl>
              <a:tblPr/>
              <a:tblGrid>
                <a:gridCol w="1003300">
                  <a:extLst>
                    <a:ext uri="{9D8B030D-6E8A-4147-A177-3AD203B41FA5}">
                      <a16:colId xmlns:a16="http://schemas.microsoft.com/office/drawing/2014/main" val="20000"/>
                    </a:ext>
                  </a:extLst>
                </a:gridCol>
                <a:gridCol w="706437">
                  <a:extLst>
                    <a:ext uri="{9D8B030D-6E8A-4147-A177-3AD203B41FA5}">
                      <a16:colId xmlns:a16="http://schemas.microsoft.com/office/drawing/2014/main" val="20001"/>
                    </a:ext>
                  </a:extLst>
                </a:gridCol>
                <a:gridCol w="912813">
                  <a:extLst>
                    <a:ext uri="{9D8B030D-6E8A-4147-A177-3AD203B41FA5}">
                      <a16:colId xmlns:a16="http://schemas.microsoft.com/office/drawing/2014/main" val="20002"/>
                    </a:ext>
                  </a:extLst>
                </a:gridCol>
                <a:gridCol w="1339850">
                  <a:extLst>
                    <a:ext uri="{9D8B030D-6E8A-4147-A177-3AD203B41FA5}">
                      <a16:colId xmlns:a16="http://schemas.microsoft.com/office/drawing/2014/main" val="20003"/>
                    </a:ext>
                  </a:extLst>
                </a:gridCol>
              </a:tblGrid>
              <a:tr h="404812">
                <a:tc>
                  <a:txBody>
                    <a:bodyPr/>
                    <a:lstStyle/>
                    <a:p>
                      <a:pPr marL="0" marR="0" lvl="0" indent="0" algn="l" defTabSz="914400" rtl="0" eaLnBrk="1" fontAlgn="base" latinLnBrk="0" hangingPunct="1">
                        <a:lnSpc>
                          <a:spcPct val="100000"/>
                        </a:lnSpc>
                        <a:spcBef>
                          <a:spcPct val="20000"/>
                        </a:spcBef>
                        <a:spcAft>
                          <a:spcPct val="0"/>
                        </a:spcAft>
                        <a:buClr>
                          <a:srgbClr val="D98E29"/>
                        </a:buClr>
                        <a:buSzTx/>
                        <a:buFontTx/>
                        <a:buNone/>
                        <a:tabLst/>
                      </a:pPr>
                      <a:r>
                        <a:rPr kumimoji="0" lang="en-US" sz="1400" b="0" i="0" u="none" strike="noStrike" cap="none" normalizeH="0" baseline="0" dirty="0" err="1">
                          <a:ln>
                            <a:noFill/>
                          </a:ln>
                          <a:solidFill>
                            <a:schemeClr val="tx1"/>
                          </a:solidFill>
                          <a:effectLst/>
                          <a:latin typeface="Arial" charset="0"/>
                        </a:rPr>
                        <a:t>SaleID</a:t>
                      </a:r>
                      <a:endParaRPr kumimoji="0" lang="en-US" sz="1400" b="0" i="0" u="none" strike="noStrike" cap="none" normalizeH="0" baseline="0" dirty="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D98E29"/>
                        </a:buClr>
                        <a:buSzTx/>
                        <a:buFontTx/>
                        <a:buNone/>
                        <a:tabLst/>
                      </a:pPr>
                      <a:r>
                        <a:rPr kumimoji="0" lang="en-US" sz="1400" b="0" i="0" u="none" strike="noStrike" cap="none" normalizeH="0" baseline="0">
                          <a:ln>
                            <a:noFill/>
                          </a:ln>
                          <a:solidFill>
                            <a:schemeClr val="tx1"/>
                          </a:solidFill>
                          <a:effectLst/>
                          <a:latin typeface="Arial" charset="0"/>
                        </a:rPr>
                        <a:t>Date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D98E29"/>
                        </a:buClr>
                        <a:buSzTx/>
                        <a:buFontTx/>
                        <a:buNone/>
                        <a:tabLst/>
                      </a:pPr>
                      <a:r>
                        <a:rPr kumimoji="0" lang="en-US" sz="1400" b="0" i="0" u="none" strike="noStrike" cap="none" normalizeH="0" baseline="0" dirty="0">
                          <a:ln>
                            <a:noFill/>
                          </a:ln>
                          <a:solidFill>
                            <a:schemeClr val="tx1"/>
                          </a:solidFill>
                          <a:effectLst/>
                          <a:latin typeface="Arial" charset="0"/>
                        </a:rPr>
                        <a:t>Amount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D98E29"/>
                        </a:buClr>
                        <a:buSzTx/>
                        <a:buFontTx/>
                        <a:buNone/>
                        <a:tabLst/>
                      </a:pPr>
                      <a:r>
                        <a:rPr kumimoji="0" lang="en-US" sz="1400" b="0" i="0" u="none" strike="noStrike" cap="none" normalizeH="0" baseline="0">
                          <a:ln>
                            <a:noFill/>
                          </a:ln>
                          <a:solidFill>
                            <a:schemeClr val="tx1"/>
                          </a:solidFill>
                          <a:effectLst/>
                          <a:latin typeface="Arial" charset="0"/>
                        </a:rPr>
                        <a:t>Salesperson</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04812">
                <a:tc>
                  <a:txBody>
                    <a:bodyPr/>
                    <a:lstStyle/>
                    <a:p>
                      <a:pPr marL="0" marR="0" lvl="0" indent="0" algn="l" defTabSz="914400" rtl="0" eaLnBrk="1" fontAlgn="base" latinLnBrk="0" hangingPunct="1">
                        <a:lnSpc>
                          <a:spcPct val="100000"/>
                        </a:lnSpc>
                        <a:spcBef>
                          <a:spcPct val="20000"/>
                        </a:spcBef>
                        <a:spcAft>
                          <a:spcPct val="0"/>
                        </a:spcAft>
                        <a:buClr>
                          <a:srgbClr val="D98E29"/>
                        </a:buClr>
                        <a:buSzTx/>
                        <a:buFontTx/>
                        <a:buNone/>
                        <a:tabLst/>
                      </a:pPr>
                      <a:r>
                        <a:rPr kumimoji="0" lang="en-US" sz="1400" b="0" i="0" u="none" strike="noStrike" cap="none" normalizeH="0" baseline="0">
                          <a:ln>
                            <a:noFill/>
                          </a:ln>
                          <a:solidFill>
                            <a:schemeClr val="tx1"/>
                          </a:solidFill>
                          <a:effectLst/>
                          <a:latin typeface="Arial" charset="0"/>
                        </a:rPr>
                        <a:t>061401A</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D98E29"/>
                        </a:buClr>
                        <a:buSzTx/>
                        <a:buFontTx/>
                        <a:buNone/>
                        <a:tabLst/>
                      </a:pPr>
                      <a:r>
                        <a:rPr kumimoji="0" lang="en-US" sz="1400" b="0" i="0" u="none" strike="noStrike" cap="none" normalizeH="0" baseline="0">
                          <a:ln>
                            <a:noFill/>
                          </a:ln>
                          <a:solidFill>
                            <a:schemeClr val="tx1"/>
                          </a:solidFill>
                          <a:effectLst/>
                          <a:latin typeface="Arial" charset="0"/>
                        </a:rPr>
                        <a:t>6/14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D98E29"/>
                        </a:buClr>
                        <a:buSzTx/>
                        <a:buFontTx/>
                        <a:buNone/>
                        <a:tabLst/>
                      </a:pPr>
                      <a:r>
                        <a:rPr kumimoji="0" lang="en-US" sz="1400" b="0" i="0" u="none" strike="noStrike" cap="none" normalizeH="0" baseline="0">
                          <a:ln>
                            <a:noFill/>
                          </a:ln>
                          <a:solidFill>
                            <a:schemeClr val="tx1"/>
                          </a:solidFill>
                          <a:effectLst/>
                          <a:latin typeface="Arial" charset="0"/>
                        </a:rPr>
                        <a:t>$4,218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D98E29"/>
                        </a:buClr>
                        <a:buSzTx/>
                        <a:buFontTx/>
                        <a:buNone/>
                        <a:tabLst/>
                      </a:pPr>
                      <a:r>
                        <a:rPr kumimoji="0" lang="en-US" sz="1400" b="0" i="0" u="none" strike="noStrike" cap="none" normalizeH="0" baseline="0" dirty="0">
                          <a:ln>
                            <a:noFill/>
                          </a:ln>
                          <a:solidFill>
                            <a:srgbClr val="EB4945"/>
                          </a:solidFill>
                          <a:effectLst/>
                          <a:latin typeface="Arial" charset="0"/>
                        </a:rPr>
                        <a:t>123456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03225">
                <a:tc>
                  <a:txBody>
                    <a:bodyPr/>
                    <a:lstStyle/>
                    <a:p>
                      <a:pPr marL="0" marR="0" lvl="0" indent="0" algn="l" defTabSz="914400" rtl="0" eaLnBrk="1" fontAlgn="base" latinLnBrk="0" hangingPunct="1">
                        <a:lnSpc>
                          <a:spcPct val="100000"/>
                        </a:lnSpc>
                        <a:spcBef>
                          <a:spcPct val="20000"/>
                        </a:spcBef>
                        <a:spcAft>
                          <a:spcPct val="0"/>
                        </a:spcAft>
                        <a:buClr>
                          <a:srgbClr val="D98E29"/>
                        </a:buClr>
                        <a:buSzTx/>
                        <a:buFontTx/>
                        <a:buNone/>
                        <a:tabLst/>
                      </a:pPr>
                      <a:r>
                        <a:rPr kumimoji="0" lang="en-US" sz="1400" b="0" i="0" u="none" strike="noStrike" cap="none" normalizeH="0" baseline="0">
                          <a:ln>
                            <a:noFill/>
                          </a:ln>
                          <a:solidFill>
                            <a:schemeClr val="tx1"/>
                          </a:solidFill>
                          <a:effectLst/>
                          <a:latin typeface="Arial" charset="0"/>
                        </a:rPr>
                        <a:t>061401B</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D98E29"/>
                        </a:buClr>
                        <a:buSzTx/>
                        <a:buFontTx/>
                        <a:buNone/>
                        <a:tabLst/>
                      </a:pPr>
                      <a:r>
                        <a:rPr kumimoji="0" lang="en-US" sz="1400" b="0" i="0" u="none" strike="noStrike" cap="none" normalizeH="0" baseline="0">
                          <a:ln>
                            <a:noFill/>
                          </a:ln>
                          <a:solidFill>
                            <a:schemeClr val="tx1"/>
                          </a:solidFill>
                          <a:effectLst/>
                          <a:latin typeface="Arial" charset="0"/>
                        </a:rPr>
                        <a:t>6/14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D98E29"/>
                        </a:buClr>
                        <a:buSzTx/>
                        <a:buFontTx/>
                        <a:buNone/>
                        <a:tabLst/>
                      </a:pPr>
                      <a:r>
                        <a:rPr kumimoji="0" lang="en-US" sz="1400" b="0" i="0" u="none" strike="noStrike" cap="none" normalizeH="0" baseline="0" dirty="0">
                          <a:ln>
                            <a:noFill/>
                          </a:ln>
                          <a:solidFill>
                            <a:schemeClr val="tx1"/>
                          </a:solidFill>
                          <a:effectLst/>
                          <a:latin typeface="Arial" charset="0"/>
                        </a:rPr>
                        <a:t>$6,437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D98E29"/>
                        </a:buClr>
                        <a:buSzTx/>
                        <a:buFontTx/>
                        <a:buNone/>
                        <a:tabLst/>
                      </a:pPr>
                      <a:r>
                        <a:rPr kumimoji="0" lang="en-US" sz="1400" b="0" i="0" u="none" strike="noStrike" cap="none" normalizeH="0" baseline="0" dirty="0">
                          <a:ln>
                            <a:noFill/>
                          </a:ln>
                          <a:solidFill>
                            <a:srgbClr val="EB4945"/>
                          </a:solidFill>
                          <a:effectLst/>
                          <a:latin typeface="Arial" charset="0"/>
                        </a:rPr>
                        <a:t>654321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04812">
                <a:tc>
                  <a:txBody>
                    <a:bodyPr/>
                    <a:lstStyle/>
                    <a:p>
                      <a:pPr marL="0" marR="0" lvl="0" indent="0" algn="l" defTabSz="914400" rtl="0" eaLnBrk="1" fontAlgn="base" latinLnBrk="0" hangingPunct="1">
                        <a:lnSpc>
                          <a:spcPct val="100000"/>
                        </a:lnSpc>
                        <a:spcBef>
                          <a:spcPct val="20000"/>
                        </a:spcBef>
                        <a:spcAft>
                          <a:spcPct val="0"/>
                        </a:spcAft>
                        <a:buClr>
                          <a:srgbClr val="D98E29"/>
                        </a:buClr>
                        <a:buSzTx/>
                        <a:buFontTx/>
                        <a:buNone/>
                        <a:tabLst/>
                      </a:pPr>
                      <a:r>
                        <a:rPr kumimoji="0" lang="en-US" sz="1400" b="0" i="0" u="none" strike="noStrike" cap="none" normalizeH="0" baseline="0" dirty="0">
                          <a:ln>
                            <a:noFill/>
                          </a:ln>
                          <a:solidFill>
                            <a:schemeClr val="tx1"/>
                          </a:solidFill>
                          <a:effectLst/>
                          <a:latin typeface="Arial" charset="0"/>
                        </a:rPr>
                        <a:t>061501A</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D98E29"/>
                        </a:buClr>
                        <a:buSzTx/>
                        <a:buFontTx/>
                        <a:buNone/>
                        <a:tabLst/>
                      </a:pPr>
                      <a:r>
                        <a:rPr kumimoji="0" lang="en-US" sz="1400" b="0" i="0" u="none" strike="noStrike" cap="none" normalizeH="0" baseline="0" dirty="0">
                          <a:ln>
                            <a:noFill/>
                          </a:ln>
                          <a:solidFill>
                            <a:schemeClr val="tx1"/>
                          </a:solidFill>
                          <a:effectLst/>
                          <a:latin typeface="Arial" charset="0"/>
                        </a:rPr>
                        <a:t>6/15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D98E29"/>
                        </a:buClr>
                        <a:buSzTx/>
                        <a:buFontTx/>
                        <a:buNone/>
                        <a:tabLst/>
                      </a:pPr>
                      <a:r>
                        <a:rPr kumimoji="0" lang="en-US" sz="1400" b="0" i="0" u="none" strike="noStrike" cap="none" normalizeH="0" baseline="0" dirty="0">
                          <a:ln>
                            <a:noFill/>
                          </a:ln>
                          <a:solidFill>
                            <a:schemeClr val="tx1"/>
                          </a:solidFill>
                          <a:effectLst/>
                          <a:latin typeface="Arial" charset="0"/>
                        </a:rPr>
                        <a:t>$1,112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D98E29"/>
                        </a:buClr>
                        <a:buSzTx/>
                        <a:buFontTx/>
                        <a:buNone/>
                        <a:tabLst/>
                      </a:pPr>
                      <a:r>
                        <a:rPr kumimoji="0" lang="en-US" sz="1400" b="0" i="0" u="none" strike="noStrike" cap="none" normalizeH="0" baseline="0" dirty="0">
                          <a:ln>
                            <a:noFill/>
                          </a:ln>
                          <a:solidFill>
                            <a:srgbClr val="EB4945"/>
                          </a:solidFill>
                          <a:effectLst/>
                          <a:latin typeface="Arial" charset="0"/>
                        </a:rPr>
                        <a:t>654321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04812">
                <a:tc>
                  <a:txBody>
                    <a:bodyPr/>
                    <a:lstStyle/>
                    <a:p>
                      <a:pPr marL="0" marR="0" lvl="0" indent="0" algn="l" defTabSz="914400" rtl="0" eaLnBrk="1" fontAlgn="base" latinLnBrk="0" hangingPunct="1">
                        <a:lnSpc>
                          <a:spcPct val="100000"/>
                        </a:lnSpc>
                        <a:spcBef>
                          <a:spcPct val="20000"/>
                        </a:spcBef>
                        <a:spcAft>
                          <a:spcPct val="0"/>
                        </a:spcAft>
                        <a:buClr>
                          <a:srgbClr val="D98E29"/>
                        </a:buClr>
                        <a:buSzTx/>
                        <a:buFontTx/>
                        <a:buNone/>
                        <a:tabLst/>
                      </a:pPr>
                      <a:r>
                        <a:rPr kumimoji="0" lang="en-US" sz="1400" b="0" i="0" u="none" strike="noStrike" cap="none" normalizeH="0" baseline="0" dirty="0">
                          <a:ln>
                            <a:noFill/>
                          </a:ln>
                          <a:solidFill>
                            <a:schemeClr val="tx1"/>
                          </a:solidFill>
                          <a:effectLst/>
                          <a:latin typeface="Arial" charset="0"/>
                        </a:rPr>
                        <a:t>061501B</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D98E29"/>
                        </a:buClr>
                        <a:buSzTx/>
                        <a:buFontTx/>
                        <a:buNone/>
                        <a:tabLst/>
                      </a:pPr>
                      <a:r>
                        <a:rPr kumimoji="0" lang="en-US" sz="1400" b="0" i="0" u="none" strike="noStrike" cap="none" normalizeH="0" baseline="0" dirty="0">
                          <a:ln>
                            <a:noFill/>
                          </a:ln>
                          <a:solidFill>
                            <a:schemeClr val="tx1"/>
                          </a:solidFill>
                          <a:effectLst/>
                          <a:latin typeface="Arial" charset="0"/>
                        </a:rPr>
                        <a:t>6/15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D98E29"/>
                        </a:buClr>
                        <a:buSzTx/>
                        <a:buFontTx/>
                        <a:buNone/>
                        <a:tabLst/>
                      </a:pPr>
                      <a:r>
                        <a:rPr kumimoji="0" lang="en-US" sz="1400" b="0" i="0" u="none" strike="noStrike" cap="none" normalizeH="0" baseline="0" dirty="0">
                          <a:ln>
                            <a:noFill/>
                          </a:ln>
                          <a:solidFill>
                            <a:schemeClr val="tx1"/>
                          </a:solidFill>
                          <a:effectLst/>
                          <a:latin typeface="Arial" charset="0"/>
                        </a:rPr>
                        <a:t>$3,300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D98E29"/>
                        </a:buClr>
                        <a:buSzTx/>
                        <a:buFontTx/>
                        <a:buNone/>
                        <a:tabLst/>
                      </a:pPr>
                      <a:endParaRPr kumimoji="0" lang="en-US" sz="1400" b="0" i="0" u="none" strike="noStrike" cap="none" normalizeH="0" baseline="0" dirty="0">
                        <a:ln>
                          <a:noFill/>
                        </a:ln>
                        <a:solidFill>
                          <a:srgbClr val="EB4945"/>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04812">
                <a:tc>
                  <a:txBody>
                    <a:bodyPr/>
                    <a:lstStyle/>
                    <a:p>
                      <a:pPr marL="0" marR="0" lvl="0" indent="0" algn="l" defTabSz="914400" rtl="0" eaLnBrk="1" fontAlgn="base" latinLnBrk="0" hangingPunct="1">
                        <a:lnSpc>
                          <a:spcPct val="100000"/>
                        </a:lnSpc>
                        <a:spcBef>
                          <a:spcPct val="20000"/>
                        </a:spcBef>
                        <a:spcAft>
                          <a:spcPct val="0"/>
                        </a:spcAft>
                        <a:buClr>
                          <a:srgbClr val="D98E29"/>
                        </a:buClr>
                        <a:buSzTx/>
                        <a:buFontTx/>
                        <a:buNone/>
                        <a:tabLst/>
                      </a:pPr>
                      <a:r>
                        <a:rPr kumimoji="0" lang="en-US" sz="1400" b="0" i="0" u="none" strike="noStrike" cap="none" normalizeH="0" baseline="0" dirty="0">
                          <a:ln>
                            <a:noFill/>
                          </a:ln>
                          <a:solidFill>
                            <a:schemeClr val="tx1"/>
                          </a:solidFill>
                          <a:effectLst/>
                          <a:latin typeface="Arial" charset="0"/>
                        </a:rPr>
                        <a:t>061501C</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D98E29"/>
                        </a:buClr>
                        <a:buSzTx/>
                        <a:buFontTx/>
                        <a:buNone/>
                        <a:tabLst/>
                      </a:pPr>
                      <a:r>
                        <a:rPr kumimoji="0" lang="en-US" sz="1400" b="0" i="0" u="none" strike="noStrike" cap="none" normalizeH="0" baseline="0" dirty="0">
                          <a:ln>
                            <a:noFill/>
                          </a:ln>
                          <a:solidFill>
                            <a:schemeClr val="tx1"/>
                          </a:solidFill>
                          <a:effectLst/>
                          <a:latin typeface="Arial" charset="0"/>
                        </a:rPr>
                        <a:t>6/15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D98E29"/>
                        </a:buClr>
                        <a:buSzTx/>
                        <a:buFontTx/>
                        <a:buNone/>
                        <a:tabLst/>
                      </a:pPr>
                      <a:r>
                        <a:rPr kumimoji="0" lang="en-US" sz="1400" b="0" i="0" u="none" strike="noStrike" cap="none" normalizeH="0" baseline="0" dirty="0">
                          <a:ln>
                            <a:noFill/>
                          </a:ln>
                          <a:solidFill>
                            <a:schemeClr val="tx1"/>
                          </a:solidFill>
                          <a:effectLst/>
                          <a:latin typeface="Arial" charset="0"/>
                        </a:rPr>
                        <a:t>$1,776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D98E29"/>
                        </a:buClr>
                        <a:buSzTx/>
                        <a:buFontTx/>
                        <a:buNone/>
                        <a:tabLst/>
                      </a:pPr>
                      <a:endParaRPr kumimoji="0" lang="en-US" sz="1400" b="0" i="0" u="none" strike="noStrike" cap="none" normalizeH="0" baseline="0" dirty="0">
                        <a:ln>
                          <a:noFill/>
                        </a:ln>
                        <a:solidFill>
                          <a:srgbClr val="EB4945"/>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21548" name="Line 44"/>
          <p:cNvSpPr>
            <a:spLocks noChangeShapeType="1"/>
          </p:cNvSpPr>
          <p:nvPr/>
        </p:nvSpPr>
        <p:spPr bwMode="auto">
          <a:xfrm flipV="1">
            <a:off x="4114800" y="2819400"/>
            <a:ext cx="1676400" cy="1401763"/>
          </a:xfrm>
          <a:prstGeom prst="line">
            <a:avLst/>
          </a:prstGeom>
          <a:noFill/>
          <a:ln w="25400">
            <a:solidFill>
              <a:srgbClr val="EB4945"/>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Tree>
    <p:custDataLst>
      <p:tags r:id="rId1"/>
    </p:custDataLst>
    <p:extLst>
      <p:ext uri="{BB962C8B-B14F-4D97-AF65-F5344CB8AC3E}">
        <p14:creationId xmlns:p14="http://schemas.microsoft.com/office/powerpoint/2010/main" val="321878587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15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4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1</a:t>
            </a:r>
          </a:p>
        </p:txBody>
      </p:sp>
      <p:sp>
        <p:nvSpPr>
          <p:cNvPr id="3" name="Content Placeholder 2"/>
          <p:cNvSpPr>
            <a:spLocks noGrp="1"/>
          </p:cNvSpPr>
          <p:nvPr>
            <p:ph idx="1"/>
          </p:nvPr>
        </p:nvSpPr>
        <p:spPr/>
        <p:txBody>
          <a:bodyPr/>
          <a:lstStyle/>
          <a:p>
            <a:r>
              <a:rPr lang="en-US" sz="2400" dirty="0"/>
              <a:t>Enter the four fields (</a:t>
            </a:r>
            <a:r>
              <a:rPr lang="en-US" sz="2400" dirty="0" err="1"/>
              <a:t>SaleID</a:t>
            </a:r>
            <a:r>
              <a:rPr lang="en-US" sz="2400" dirty="0"/>
              <a:t>, Date, Amount, and Salesperson) in the leftmost column and change each data type to its appropriate value. </a:t>
            </a:r>
          </a:p>
          <a:p>
            <a:r>
              <a:rPr lang="en-US" sz="2400" dirty="0"/>
              <a:t>A rule of thumb: if the data type is not a date, and you do not need to be able to perform calculations with it, then set the data type as text; if you do need to perform calculations with it, then set the data type as number, unless it is a dollar value in which case you should set it as currency</a:t>
            </a:r>
            <a:r>
              <a:rPr lang="en-US" dirty="0"/>
              <a:t>. </a:t>
            </a:r>
          </a:p>
        </p:txBody>
      </p:sp>
      <p:sp>
        <p:nvSpPr>
          <p:cNvPr id="4" name="Slide Number Placeholder 3"/>
          <p:cNvSpPr>
            <a:spLocks noGrp="1"/>
          </p:cNvSpPr>
          <p:nvPr>
            <p:ph type="sldNum" sz="quarter" idx="10"/>
          </p:nvPr>
        </p:nvSpPr>
        <p:spPr/>
        <p:txBody>
          <a:bodyPr/>
          <a:lstStyle/>
          <a:p>
            <a:pPr>
              <a:defRPr/>
            </a:pPr>
            <a:fld id="{7E855043-158F-4F2D-9531-B1E60F32BA28}" type="slidenum">
              <a:rPr lang="en-US" smtClean="0"/>
              <a:pPr>
                <a:defRPr/>
              </a:pPr>
              <a:t>10</a:t>
            </a:fld>
            <a:endParaRPr lang="en-US"/>
          </a:p>
        </p:txBody>
      </p:sp>
    </p:spTree>
    <p:extLst>
      <p:ext uri="{BB962C8B-B14F-4D97-AF65-F5344CB8AC3E}">
        <p14:creationId xmlns:p14="http://schemas.microsoft.com/office/powerpoint/2010/main" val="29967320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1</a:t>
            </a:r>
          </a:p>
        </p:txBody>
      </p:sp>
      <p:sp>
        <p:nvSpPr>
          <p:cNvPr id="3" name="Content Placeholder 2"/>
          <p:cNvSpPr>
            <a:spLocks noGrp="1"/>
          </p:cNvSpPr>
          <p:nvPr>
            <p:ph idx="1"/>
          </p:nvPr>
        </p:nvSpPr>
        <p:spPr/>
        <p:txBody>
          <a:bodyPr/>
          <a:lstStyle/>
          <a:p>
            <a:r>
              <a:rPr lang="en-US" dirty="0" err="1"/>
              <a:t>SaleID</a:t>
            </a:r>
            <a:r>
              <a:rPr lang="en-US" dirty="0"/>
              <a:t> – text</a:t>
            </a:r>
          </a:p>
          <a:p>
            <a:r>
              <a:rPr lang="en-US" dirty="0"/>
              <a:t>Date – Date/Time (change the name from Date to </a:t>
            </a:r>
            <a:r>
              <a:rPr lang="en-US" dirty="0" err="1"/>
              <a:t>SaleDate</a:t>
            </a:r>
            <a:r>
              <a:rPr lang="en-US" dirty="0"/>
              <a:t> because date is a reserved word). </a:t>
            </a:r>
          </a:p>
          <a:p>
            <a:r>
              <a:rPr lang="en-US" dirty="0"/>
              <a:t>Amount – Currency</a:t>
            </a:r>
          </a:p>
          <a:p>
            <a:r>
              <a:rPr lang="en-US" dirty="0"/>
              <a:t>Salesperson – text</a:t>
            </a:r>
          </a:p>
          <a:p>
            <a:pPr marL="0" indent="0">
              <a:buNone/>
            </a:pPr>
            <a:endParaRPr lang="en-US" dirty="0"/>
          </a:p>
        </p:txBody>
      </p:sp>
      <p:sp>
        <p:nvSpPr>
          <p:cNvPr id="4" name="Slide Number Placeholder 3"/>
          <p:cNvSpPr>
            <a:spLocks noGrp="1"/>
          </p:cNvSpPr>
          <p:nvPr>
            <p:ph type="sldNum" sz="quarter" idx="10"/>
          </p:nvPr>
        </p:nvSpPr>
        <p:spPr/>
        <p:txBody>
          <a:bodyPr/>
          <a:lstStyle/>
          <a:p>
            <a:pPr>
              <a:defRPr/>
            </a:pPr>
            <a:fld id="{7E855043-158F-4F2D-9531-B1E60F32BA28}" type="slidenum">
              <a:rPr lang="en-US" smtClean="0"/>
              <a:pPr>
                <a:defRPr/>
              </a:pPr>
              <a:t>11</a:t>
            </a:fld>
            <a:endParaRPr lang="en-US"/>
          </a:p>
        </p:txBody>
      </p:sp>
    </p:spTree>
    <p:extLst>
      <p:ext uri="{BB962C8B-B14F-4D97-AF65-F5344CB8AC3E}">
        <p14:creationId xmlns:p14="http://schemas.microsoft.com/office/powerpoint/2010/main" val="25880996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3931"/>
            <a:ext cx="7886700" cy="1325563"/>
          </a:xfrm>
        </p:spPr>
        <p:txBody>
          <a:bodyPr/>
          <a:lstStyle/>
          <a:p>
            <a:r>
              <a:rPr lang="en-US" dirty="0"/>
              <a:t>Example Sale table design</a:t>
            </a:r>
          </a:p>
        </p:txBody>
      </p:sp>
      <p:sp>
        <p:nvSpPr>
          <p:cNvPr id="3" name="Slide Number Placeholder 2"/>
          <p:cNvSpPr>
            <a:spLocks noGrp="1"/>
          </p:cNvSpPr>
          <p:nvPr>
            <p:ph type="sldNum" sz="quarter" idx="10"/>
          </p:nvPr>
        </p:nvSpPr>
        <p:spPr/>
        <p:txBody>
          <a:bodyPr/>
          <a:lstStyle/>
          <a:p>
            <a:pPr>
              <a:defRPr/>
            </a:pPr>
            <a:fld id="{EE7103AD-53E8-41CE-9658-23CEDD250A81}" type="slidenum">
              <a:rPr lang="en-US" smtClean="0">
                <a:solidFill>
                  <a:srgbClr val="19138D"/>
                </a:solidFill>
              </a:rPr>
              <a:pPr>
                <a:defRPr/>
              </a:pPr>
              <a:t>12</a:t>
            </a:fld>
            <a:endParaRPr lang="en-US">
              <a:solidFill>
                <a:srgbClr val="19138D"/>
              </a:solidFill>
            </a:endParaRPr>
          </a:p>
        </p:txBody>
      </p:sp>
      <p:pic>
        <p:nvPicPr>
          <p:cNvPr id="32770" name="Picture 2"/>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100000"/>
                    </a14:imgEffect>
                  </a14:imgLayer>
                </a14:imgProps>
              </a:ext>
              <a:ext uri="{28A0092B-C50C-407E-A947-70E740481C1C}">
                <a14:useLocalDpi xmlns:a14="http://schemas.microsoft.com/office/drawing/2010/main" val="0"/>
              </a:ext>
            </a:extLst>
          </a:blip>
          <a:srcRect r="7028"/>
          <a:stretch>
            <a:fillRect/>
          </a:stretch>
        </p:blipFill>
        <p:spPr bwMode="auto">
          <a:xfrm>
            <a:off x="838200" y="1257300"/>
            <a:ext cx="7594884"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732967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136524"/>
            <a:ext cx="7886700" cy="1325563"/>
          </a:xfrm>
        </p:spPr>
        <p:txBody>
          <a:bodyPr/>
          <a:lstStyle/>
          <a:p>
            <a:r>
              <a:rPr lang="en-US" dirty="0"/>
              <a:t>Field properties</a:t>
            </a:r>
          </a:p>
        </p:txBody>
      </p:sp>
      <p:sp>
        <p:nvSpPr>
          <p:cNvPr id="3" name="Content Placeholder 2"/>
          <p:cNvSpPr>
            <a:spLocks noGrp="1"/>
          </p:cNvSpPr>
          <p:nvPr>
            <p:ph idx="1"/>
          </p:nvPr>
        </p:nvSpPr>
        <p:spPr>
          <a:xfrm>
            <a:off x="838200" y="1219200"/>
            <a:ext cx="7848600" cy="4906963"/>
          </a:xfrm>
        </p:spPr>
        <p:txBody>
          <a:bodyPr/>
          <a:lstStyle/>
          <a:p>
            <a:pPr marL="0" indent="0">
              <a:buNone/>
            </a:pPr>
            <a:r>
              <a:rPr lang="en-US" sz="2400" dirty="0"/>
              <a:t>Note: if the properties of two fields are different, then Access considers the values in those fields to be different even if the content is the same.</a:t>
            </a:r>
          </a:p>
          <a:p>
            <a:pPr marL="0" indent="0">
              <a:buNone/>
            </a:pPr>
            <a:endParaRPr lang="en-US" sz="2400" dirty="0"/>
          </a:p>
          <a:p>
            <a:pPr marL="0" indent="0">
              <a:buNone/>
            </a:pPr>
            <a:r>
              <a:rPr lang="en-US" sz="2400" dirty="0"/>
              <a:t>Recall referential integrity principle – for a data value entered in the Salesperson filed in the Sale table as a foreign key to be acceptable, it must either be null or it must match exactly a data value in the </a:t>
            </a:r>
            <a:r>
              <a:rPr lang="en-US" sz="2400" dirty="0" err="1"/>
              <a:t>SalespersonID</a:t>
            </a:r>
            <a:r>
              <a:rPr lang="en-US" sz="2400" dirty="0"/>
              <a:t> field in the Salesperson table. </a:t>
            </a:r>
          </a:p>
          <a:p>
            <a:pPr marL="0" indent="0">
              <a:buNone/>
            </a:pPr>
            <a:r>
              <a:rPr lang="en-US" sz="2400" dirty="0"/>
              <a:t>The data type or field property are part of the value of the data. </a:t>
            </a:r>
          </a:p>
        </p:txBody>
      </p:sp>
      <p:sp>
        <p:nvSpPr>
          <p:cNvPr id="4" name="Slide Number Placeholder 3"/>
          <p:cNvSpPr>
            <a:spLocks noGrp="1"/>
          </p:cNvSpPr>
          <p:nvPr>
            <p:ph type="sldNum" sz="quarter" idx="10"/>
          </p:nvPr>
        </p:nvSpPr>
        <p:spPr/>
        <p:txBody>
          <a:bodyPr/>
          <a:lstStyle/>
          <a:p>
            <a:pPr>
              <a:defRPr/>
            </a:pPr>
            <a:fld id="{7E855043-158F-4F2D-9531-B1E60F32BA28}" type="slidenum">
              <a:rPr lang="en-US" smtClean="0"/>
              <a:pPr>
                <a:defRPr/>
              </a:pPr>
              <a:t>13</a:t>
            </a:fld>
            <a:endParaRPr lang="en-US"/>
          </a:p>
        </p:txBody>
      </p:sp>
    </p:spTree>
    <p:extLst>
      <p:ext uri="{BB962C8B-B14F-4D97-AF65-F5344CB8AC3E}">
        <p14:creationId xmlns:p14="http://schemas.microsoft.com/office/powerpoint/2010/main" val="41724566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Primary Key</a:t>
            </a:r>
          </a:p>
        </p:txBody>
      </p:sp>
      <p:sp>
        <p:nvSpPr>
          <p:cNvPr id="3" name="Content Placeholder 2"/>
          <p:cNvSpPr>
            <a:spLocks noGrp="1"/>
          </p:cNvSpPr>
          <p:nvPr>
            <p:ph idx="1"/>
          </p:nvPr>
        </p:nvSpPr>
        <p:spPr/>
        <p:txBody>
          <a:bodyPr/>
          <a:lstStyle/>
          <a:p>
            <a:r>
              <a:rPr lang="en-US" dirty="0"/>
              <a:t>The small key symbol at the gray box immediately to the left of </a:t>
            </a:r>
            <a:r>
              <a:rPr lang="en-US" dirty="0" err="1"/>
              <a:t>SaleID</a:t>
            </a:r>
            <a:r>
              <a:rPr lang="en-US" dirty="0"/>
              <a:t> represents primary key attribute. </a:t>
            </a:r>
          </a:p>
          <a:p>
            <a:r>
              <a:rPr lang="en-US" dirty="0"/>
              <a:t>If you deleted the first line and added </a:t>
            </a:r>
            <a:r>
              <a:rPr lang="en-US" dirty="0" err="1"/>
              <a:t>SaleID</a:t>
            </a:r>
            <a:r>
              <a:rPr lang="en-US" dirty="0"/>
              <a:t> as a new field, you may not have a key icon.</a:t>
            </a:r>
          </a:p>
          <a:p>
            <a:r>
              <a:rPr lang="en-US" dirty="0"/>
              <a:t>Click on the small grey box to the immediate left of the field and then click on the Primary key icon near the top left corner of the </a:t>
            </a:r>
            <a:r>
              <a:rPr lang="en-US" dirty="0" err="1"/>
              <a:t>TableTools</a:t>
            </a:r>
            <a:r>
              <a:rPr lang="en-US" dirty="0"/>
              <a:t> window. </a:t>
            </a:r>
          </a:p>
        </p:txBody>
      </p:sp>
      <p:sp>
        <p:nvSpPr>
          <p:cNvPr id="4" name="Slide Number Placeholder 3"/>
          <p:cNvSpPr>
            <a:spLocks noGrp="1"/>
          </p:cNvSpPr>
          <p:nvPr>
            <p:ph type="sldNum" sz="quarter" idx="10"/>
          </p:nvPr>
        </p:nvSpPr>
        <p:spPr/>
        <p:txBody>
          <a:bodyPr/>
          <a:lstStyle/>
          <a:p>
            <a:pPr>
              <a:defRPr/>
            </a:pPr>
            <a:fld id="{7E855043-158F-4F2D-9531-B1E60F32BA28}" type="slidenum">
              <a:rPr lang="en-US" smtClean="0"/>
              <a:pPr>
                <a:defRPr/>
              </a:pPr>
              <a:t>14</a:t>
            </a:fld>
            <a:endParaRPr lang="en-US"/>
          </a:p>
        </p:txBody>
      </p:sp>
    </p:spTree>
    <p:extLst>
      <p:ext uri="{BB962C8B-B14F-4D97-AF65-F5344CB8AC3E}">
        <p14:creationId xmlns:p14="http://schemas.microsoft.com/office/powerpoint/2010/main" val="37009157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Save</a:t>
            </a:r>
          </a:p>
        </p:txBody>
      </p:sp>
      <p:sp>
        <p:nvSpPr>
          <p:cNvPr id="3" name="Content Placeholder 2"/>
          <p:cNvSpPr>
            <a:spLocks noGrp="1"/>
          </p:cNvSpPr>
          <p:nvPr>
            <p:ph idx="1"/>
          </p:nvPr>
        </p:nvSpPr>
        <p:spPr/>
        <p:txBody>
          <a:bodyPr/>
          <a:lstStyle/>
          <a:p>
            <a:r>
              <a:rPr lang="en-US" dirty="0"/>
              <a:t>File – Save</a:t>
            </a:r>
          </a:p>
          <a:p>
            <a:r>
              <a:rPr lang="en-US" dirty="0"/>
              <a:t>Close.  </a:t>
            </a:r>
          </a:p>
        </p:txBody>
      </p:sp>
      <p:sp>
        <p:nvSpPr>
          <p:cNvPr id="4" name="Slide Number Placeholder 3"/>
          <p:cNvSpPr>
            <a:spLocks noGrp="1"/>
          </p:cNvSpPr>
          <p:nvPr>
            <p:ph type="sldNum" sz="quarter" idx="10"/>
          </p:nvPr>
        </p:nvSpPr>
        <p:spPr/>
        <p:txBody>
          <a:bodyPr/>
          <a:lstStyle/>
          <a:p>
            <a:pPr>
              <a:defRPr/>
            </a:pPr>
            <a:fld id="{7E855043-158F-4F2D-9531-B1E60F32BA28}" type="slidenum">
              <a:rPr lang="en-US" smtClean="0"/>
              <a:pPr>
                <a:defRPr/>
              </a:pPr>
              <a:t>15</a:t>
            </a:fld>
            <a:endParaRPr lang="en-US"/>
          </a:p>
        </p:txBody>
      </p:sp>
    </p:spTree>
    <p:extLst>
      <p:ext uri="{BB962C8B-B14F-4D97-AF65-F5344CB8AC3E}">
        <p14:creationId xmlns:p14="http://schemas.microsoft.com/office/powerpoint/2010/main" val="13365948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Create Salesperson table</a:t>
            </a:r>
          </a:p>
        </p:txBody>
      </p:sp>
      <p:sp>
        <p:nvSpPr>
          <p:cNvPr id="3" name="Content Placeholder 2"/>
          <p:cNvSpPr>
            <a:spLocks noGrp="1"/>
          </p:cNvSpPr>
          <p:nvPr>
            <p:ph idx="1"/>
          </p:nvPr>
        </p:nvSpPr>
        <p:spPr/>
        <p:txBody>
          <a:bodyPr/>
          <a:lstStyle/>
          <a:p>
            <a:r>
              <a:rPr lang="en-US" dirty="0"/>
              <a:t>Create – Table design</a:t>
            </a:r>
          </a:p>
          <a:p>
            <a:r>
              <a:rPr lang="en-US" dirty="0"/>
              <a:t>Enter three fields: </a:t>
            </a:r>
            <a:r>
              <a:rPr lang="en-US" dirty="0" err="1"/>
              <a:t>SalespersonID</a:t>
            </a:r>
            <a:r>
              <a:rPr lang="en-US" dirty="0"/>
              <a:t>, </a:t>
            </a:r>
            <a:r>
              <a:rPr lang="en-US" dirty="0" err="1"/>
              <a:t>SalespersonName</a:t>
            </a:r>
            <a:r>
              <a:rPr lang="en-US" dirty="0"/>
              <a:t>, </a:t>
            </a:r>
            <a:r>
              <a:rPr lang="en-US" dirty="0" err="1"/>
              <a:t>SalespersonTelephoneNumber</a:t>
            </a:r>
            <a:r>
              <a:rPr lang="en-US" dirty="0"/>
              <a:t>.</a:t>
            </a:r>
          </a:p>
          <a:p>
            <a:r>
              <a:rPr lang="en-US" dirty="0"/>
              <a:t>Do not change the data type or any field properties.</a:t>
            </a:r>
          </a:p>
          <a:p>
            <a:r>
              <a:rPr lang="en-US" dirty="0"/>
              <a:t>Set </a:t>
            </a:r>
            <a:r>
              <a:rPr lang="en-US" dirty="0" err="1"/>
              <a:t>SalespersonID</a:t>
            </a:r>
            <a:r>
              <a:rPr lang="en-US" dirty="0"/>
              <a:t> as the primary key. </a:t>
            </a:r>
          </a:p>
          <a:p>
            <a:r>
              <a:rPr lang="en-US" dirty="0"/>
              <a:t>Save the table as “Salesperson”. </a:t>
            </a:r>
          </a:p>
          <a:p>
            <a:r>
              <a:rPr lang="en-US" dirty="0"/>
              <a:t>Close.</a:t>
            </a:r>
          </a:p>
          <a:p>
            <a:endParaRPr lang="en-US" dirty="0"/>
          </a:p>
        </p:txBody>
      </p:sp>
      <p:sp>
        <p:nvSpPr>
          <p:cNvPr id="4" name="Slide Number Placeholder 3"/>
          <p:cNvSpPr>
            <a:spLocks noGrp="1"/>
          </p:cNvSpPr>
          <p:nvPr>
            <p:ph type="sldNum" sz="quarter" idx="10"/>
          </p:nvPr>
        </p:nvSpPr>
        <p:spPr/>
        <p:txBody>
          <a:bodyPr/>
          <a:lstStyle/>
          <a:p>
            <a:pPr>
              <a:defRPr/>
            </a:pPr>
            <a:fld id="{7E855043-158F-4F2D-9531-B1E60F32BA28}" type="slidenum">
              <a:rPr lang="en-US" smtClean="0"/>
              <a:pPr>
                <a:defRPr/>
              </a:pPr>
              <a:t>16</a:t>
            </a:fld>
            <a:endParaRPr lang="en-US"/>
          </a:p>
        </p:txBody>
      </p:sp>
    </p:spTree>
    <p:extLst>
      <p:ext uri="{BB962C8B-B14F-4D97-AF65-F5344CB8AC3E}">
        <p14:creationId xmlns:p14="http://schemas.microsoft.com/office/powerpoint/2010/main" val="27342956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Save</a:t>
            </a:r>
          </a:p>
        </p:txBody>
      </p:sp>
      <p:sp>
        <p:nvSpPr>
          <p:cNvPr id="3" name="Content Placeholder 2"/>
          <p:cNvSpPr>
            <a:spLocks noGrp="1"/>
          </p:cNvSpPr>
          <p:nvPr>
            <p:ph idx="1"/>
          </p:nvPr>
        </p:nvSpPr>
        <p:spPr/>
        <p:txBody>
          <a:bodyPr/>
          <a:lstStyle/>
          <a:p>
            <a:r>
              <a:rPr lang="en-US" dirty="0"/>
              <a:t>File – Save</a:t>
            </a:r>
          </a:p>
          <a:p>
            <a:r>
              <a:rPr lang="en-US" dirty="0"/>
              <a:t>Close.  </a:t>
            </a:r>
          </a:p>
        </p:txBody>
      </p:sp>
      <p:sp>
        <p:nvSpPr>
          <p:cNvPr id="4" name="Slide Number Placeholder 3"/>
          <p:cNvSpPr>
            <a:spLocks noGrp="1"/>
          </p:cNvSpPr>
          <p:nvPr>
            <p:ph type="sldNum" sz="quarter" idx="10"/>
          </p:nvPr>
        </p:nvSpPr>
        <p:spPr/>
        <p:txBody>
          <a:bodyPr/>
          <a:lstStyle/>
          <a:p>
            <a:pPr>
              <a:defRPr/>
            </a:pPr>
            <a:fld id="{7E855043-158F-4F2D-9531-B1E60F32BA28}" type="slidenum">
              <a:rPr lang="en-US" smtClean="0"/>
              <a:pPr>
                <a:defRPr/>
              </a:pPr>
              <a:t>17</a:t>
            </a:fld>
            <a:endParaRPr lang="en-US"/>
          </a:p>
        </p:txBody>
      </p:sp>
    </p:spTree>
    <p:extLst>
      <p:ext uri="{BB962C8B-B14F-4D97-AF65-F5344CB8AC3E}">
        <p14:creationId xmlns:p14="http://schemas.microsoft.com/office/powerpoint/2010/main" val="39486384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Database window after designing Sale and Salesperson tables</a:t>
            </a:r>
          </a:p>
        </p:txBody>
      </p:sp>
      <p:sp>
        <p:nvSpPr>
          <p:cNvPr id="3" name="Slide Number Placeholder 2"/>
          <p:cNvSpPr>
            <a:spLocks noGrp="1"/>
          </p:cNvSpPr>
          <p:nvPr>
            <p:ph type="sldNum" sz="quarter" idx="10"/>
          </p:nvPr>
        </p:nvSpPr>
        <p:spPr/>
        <p:txBody>
          <a:bodyPr/>
          <a:lstStyle/>
          <a:p>
            <a:pPr>
              <a:defRPr/>
            </a:pPr>
            <a:fld id="{EE7103AD-53E8-41CE-9658-23CEDD250A81}" type="slidenum">
              <a:rPr lang="en-US" smtClean="0">
                <a:solidFill>
                  <a:srgbClr val="19138D"/>
                </a:solidFill>
              </a:rPr>
              <a:pPr>
                <a:defRPr/>
              </a:pPr>
              <a:t>18</a:t>
            </a:fld>
            <a:endParaRPr lang="en-US">
              <a:solidFill>
                <a:srgbClr val="19138D"/>
              </a:solidFill>
            </a:endParaRPr>
          </a:p>
        </p:txBody>
      </p:sp>
      <p:pic>
        <p:nvPicPr>
          <p:cNvPr id="33794" name="Picture 2"/>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100000"/>
                    </a14:imgEffect>
                  </a14:imgLayer>
                </a14:imgProps>
              </a:ext>
              <a:ext uri="{28A0092B-C50C-407E-A947-70E740481C1C}">
                <a14:useLocalDpi xmlns:a14="http://schemas.microsoft.com/office/drawing/2010/main" val="0"/>
              </a:ext>
            </a:extLst>
          </a:blip>
          <a:srcRect r="7028"/>
          <a:stretch>
            <a:fillRect/>
          </a:stretch>
        </p:blipFill>
        <p:spPr bwMode="auto">
          <a:xfrm>
            <a:off x="865644" y="1888467"/>
            <a:ext cx="7412712" cy="4270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953774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Link between tables</a:t>
            </a:r>
          </a:p>
        </p:txBody>
      </p:sp>
      <p:sp>
        <p:nvSpPr>
          <p:cNvPr id="3" name="Content Placeholder 2"/>
          <p:cNvSpPr>
            <a:spLocks noGrp="1"/>
          </p:cNvSpPr>
          <p:nvPr>
            <p:ph idx="1"/>
          </p:nvPr>
        </p:nvSpPr>
        <p:spPr/>
        <p:txBody>
          <a:bodyPr/>
          <a:lstStyle/>
          <a:p>
            <a:r>
              <a:rPr lang="en-US" dirty="0"/>
              <a:t>The way to communicate foreign keys (and concatenated primary keys that are formed from posting two different class’ primary keys into an association table) to Access is by establishing a relationship between the two tables. </a:t>
            </a:r>
          </a:p>
          <a:p>
            <a:r>
              <a:rPr lang="en-US" dirty="0"/>
              <a:t>Go to the “relationship layout”</a:t>
            </a:r>
          </a:p>
          <a:p>
            <a:r>
              <a:rPr lang="en-US" dirty="0"/>
              <a:t>Database Tools and then click on the icon labeled Relationships. </a:t>
            </a:r>
          </a:p>
        </p:txBody>
      </p:sp>
      <p:sp>
        <p:nvSpPr>
          <p:cNvPr id="4" name="Slide Number Placeholder 3"/>
          <p:cNvSpPr>
            <a:spLocks noGrp="1"/>
          </p:cNvSpPr>
          <p:nvPr>
            <p:ph type="sldNum" sz="quarter" idx="10"/>
          </p:nvPr>
        </p:nvSpPr>
        <p:spPr/>
        <p:txBody>
          <a:bodyPr/>
          <a:lstStyle/>
          <a:p>
            <a:pPr>
              <a:defRPr/>
            </a:pPr>
            <a:fld id="{7E855043-158F-4F2D-9531-B1E60F32BA28}" type="slidenum">
              <a:rPr lang="en-US" smtClean="0"/>
              <a:pPr>
                <a:defRPr/>
              </a:pPr>
              <a:t>19</a:t>
            </a:fld>
            <a:endParaRPr lang="en-US"/>
          </a:p>
        </p:txBody>
      </p:sp>
    </p:spTree>
    <p:extLst>
      <p:ext uri="{BB962C8B-B14F-4D97-AF65-F5344CB8AC3E}">
        <p14:creationId xmlns:p14="http://schemas.microsoft.com/office/powerpoint/2010/main" val="33824506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Number Placeholder 2"/>
          <p:cNvSpPr>
            <a:spLocks noGrp="1"/>
          </p:cNvSpPr>
          <p:nvPr>
            <p:ph type="sldNum" sz="quarter" idx="10"/>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CA3C7269-C8A9-4C49-9270-CBD65E23016B}" type="slidenum">
              <a:rPr lang="en-US">
                <a:solidFill>
                  <a:srgbClr val="19138D"/>
                </a:solidFill>
              </a:rPr>
              <a:pPr eaLnBrk="1" hangingPunct="1"/>
              <a:t>20</a:t>
            </a:fld>
            <a:endParaRPr lang="en-US">
              <a:solidFill>
                <a:srgbClr val="19138D"/>
              </a:solidFill>
            </a:endParaRPr>
          </a:p>
        </p:txBody>
      </p:sp>
      <p:sp>
        <p:nvSpPr>
          <p:cNvPr id="35843" name="Rectangle 2"/>
          <p:cNvSpPr>
            <a:spLocks noGrp="1" noChangeArrowheads="1"/>
          </p:cNvSpPr>
          <p:nvPr>
            <p:ph type="title"/>
          </p:nvPr>
        </p:nvSpPr>
        <p:spPr>
          <a:xfrm>
            <a:off x="601854" y="23157"/>
            <a:ext cx="7886700" cy="1325563"/>
          </a:xfrm>
        </p:spPr>
        <p:txBody>
          <a:bodyPr/>
          <a:lstStyle/>
          <a:p>
            <a:pPr eaLnBrk="1" hangingPunct="1"/>
            <a:r>
              <a:rPr lang="en-US" sz="3600" dirty="0"/>
              <a:t>Connecting Access Tables</a:t>
            </a:r>
          </a:p>
        </p:txBody>
      </p:sp>
      <p:pic>
        <p:nvPicPr>
          <p:cNvPr id="31745" name="Picture 1"/>
          <p:cNvPicPr>
            <a:picLocks noChangeAspect="1" noChangeArrowheads="1"/>
          </p:cNvPicPr>
          <p:nvPr/>
        </p:nvPicPr>
        <p:blipFill>
          <a:blip r:embed="rId4">
            <a:extLst>
              <a:ext uri="{BEBA8EAE-BF5A-486C-A8C5-ECC9F3942E4B}">
                <a14:imgProps xmlns:a14="http://schemas.microsoft.com/office/drawing/2010/main">
                  <a14:imgLayer r:embed="rId5">
                    <a14:imgEffect>
                      <a14:sharpenSoften amount="100000"/>
                    </a14:imgEffect>
                  </a14:imgLayer>
                </a14:imgProps>
              </a:ext>
              <a:ext uri="{28A0092B-C50C-407E-A947-70E740481C1C}">
                <a14:useLocalDpi xmlns:a14="http://schemas.microsoft.com/office/drawing/2010/main" val="0"/>
              </a:ext>
            </a:extLst>
          </a:blip>
          <a:srcRect/>
          <a:stretch>
            <a:fillRect/>
          </a:stretch>
        </p:blipFill>
        <p:spPr bwMode="auto">
          <a:xfrm>
            <a:off x="381000" y="1219200"/>
            <a:ext cx="5943600" cy="3171825"/>
          </a:xfrm>
          <a:prstGeom prst="rect">
            <a:avLst/>
          </a:prstGeom>
          <a:noFill/>
          <a:extLst>
            <a:ext uri="{909E8E84-426E-40DD-AFC4-6F175D3DCCD1}">
              <a14:hiddenFill xmlns:a14="http://schemas.microsoft.com/office/drawing/2010/main">
                <a:solidFill>
                  <a:srgbClr val="FFFFFF"/>
                </a:solidFill>
              </a14:hiddenFill>
            </a:ext>
          </a:extLst>
        </p:spPr>
      </p:pic>
      <p:sp>
        <p:nvSpPr>
          <p:cNvPr id="2" name="Oval 2"/>
          <p:cNvSpPr>
            <a:spLocks noChangeArrowheads="1"/>
          </p:cNvSpPr>
          <p:nvPr/>
        </p:nvSpPr>
        <p:spPr bwMode="auto">
          <a:xfrm>
            <a:off x="1539875" y="1292225"/>
            <a:ext cx="542925" cy="155575"/>
          </a:xfrm>
          <a:prstGeom prst="ellipse">
            <a:avLst/>
          </a:prstGeom>
          <a:noFill/>
          <a:ln w="9525">
            <a:solidFill>
              <a:srgbClr val="FF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Oval 3"/>
          <p:cNvSpPr>
            <a:spLocks noChangeArrowheads="1"/>
          </p:cNvSpPr>
          <p:nvPr/>
        </p:nvSpPr>
        <p:spPr bwMode="auto">
          <a:xfrm>
            <a:off x="1168400" y="1419225"/>
            <a:ext cx="466725" cy="285750"/>
          </a:xfrm>
          <a:prstGeom prst="ellipse">
            <a:avLst/>
          </a:prstGeom>
          <a:noFill/>
          <a:ln w="9525">
            <a:solidFill>
              <a:srgbClr val="FF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Rectangle 5"/>
          <p:cNvSpPr>
            <a:spLocks noChangeArrowheads="1"/>
          </p:cNvSpPr>
          <p:nvPr/>
        </p:nvSpPr>
        <p:spPr bwMode="auto">
          <a:xfrm>
            <a:off x="0" y="4572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6" name="Rectangle 6"/>
          <p:cNvSpPr>
            <a:spLocks noChangeArrowheads="1"/>
          </p:cNvSpPr>
          <p:nvPr/>
        </p:nvSpPr>
        <p:spPr bwMode="auto">
          <a:xfrm>
            <a:off x="0" y="36290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pic>
        <p:nvPicPr>
          <p:cNvPr id="31751"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11337" y="2209800"/>
            <a:ext cx="2347913" cy="187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52" name="Picture 1"/>
          <p:cNvPicPr>
            <a:picLocks noChangeAspect="1" noChangeArrowheads="1"/>
          </p:cNvPicPr>
          <p:nvPr/>
        </p:nvPicPr>
        <p:blipFill rotWithShape="1">
          <a:blip r:embed="rId7">
            <a:extLst>
              <a:ext uri="{BEBA8EAE-BF5A-486C-A8C5-ECC9F3942E4B}">
                <a14:imgProps xmlns:a14="http://schemas.microsoft.com/office/drawing/2010/main">
                  <a14:imgLayer r:embed="rId8">
                    <a14:imgEffect>
                      <a14:sharpenSoften amount="100000"/>
                    </a14:imgEffect>
                  </a14:imgLayer>
                </a14:imgProps>
              </a:ext>
              <a:ext uri="{28A0092B-C50C-407E-A947-70E740481C1C}">
                <a14:useLocalDpi xmlns:a14="http://schemas.microsoft.com/office/drawing/2010/main" val="0"/>
              </a:ext>
            </a:extLst>
          </a:blip>
          <a:srcRect r="32105"/>
          <a:stretch/>
        </p:blipFill>
        <p:spPr bwMode="auto">
          <a:xfrm>
            <a:off x="4159250" y="1370012"/>
            <a:ext cx="4756915" cy="3837337"/>
          </a:xfrm>
          <a:prstGeom prst="rect">
            <a:avLst/>
          </a:prstGeom>
          <a:noFill/>
          <a:extLst>
            <a:ext uri="{909E8E84-426E-40DD-AFC4-6F175D3DCCD1}">
              <a14:hiddenFill xmlns:a14="http://schemas.microsoft.com/office/drawing/2010/main">
                <a:solidFill>
                  <a:srgbClr val="FFFFFF"/>
                </a:solidFill>
              </a14:hiddenFill>
            </a:ext>
          </a:extLst>
        </p:spPr>
      </p:pic>
      <p:sp>
        <p:nvSpPr>
          <p:cNvPr id="7" name="Line 9"/>
          <p:cNvSpPr>
            <a:spLocks noChangeShapeType="1"/>
          </p:cNvSpPr>
          <p:nvPr/>
        </p:nvSpPr>
        <p:spPr bwMode="auto">
          <a:xfrm flipH="1" flipV="1">
            <a:off x="7112000" y="2447924"/>
            <a:ext cx="344488"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Text Box 10"/>
          <p:cNvSpPr txBox="1">
            <a:spLocks noChangeArrowheads="1"/>
          </p:cNvSpPr>
          <p:nvPr/>
        </p:nvSpPr>
        <p:spPr bwMode="auto">
          <a:xfrm>
            <a:off x="7467600" y="2392362"/>
            <a:ext cx="1249363" cy="4857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900" b="0" i="0" u="none" strike="noStrike" cap="none" normalizeH="0" baseline="0" dirty="0">
              <a:ln>
                <a:noFill/>
              </a:ln>
              <a:solidFill>
                <a:schemeClr val="tx1"/>
              </a:solidFill>
              <a:effectLst/>
              <a:latin typeface="Arial" pitchFamily="34" charset="0"/>
              <a:ea typeface="Times New Roman" pitchFamily="18"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900" b="0" i="0" u="none" strike="noStrike" cap="none" normalizeH="0" baseline="0" dirty="0">
                <a:ln>
                  <a:noFill/>
                </a:ln>
                <a:solidFill>
                  <a:schemeClr val="tx1"/>
                </a:solidFill>
                <a:effectLst/>
                <a:latin typeface="Arial" pitchFamily="34" charset="0"/>
                <a:ea typeface="Times New Roman" pitchFamily="18" charset="0"/>
                <a:cs typeface="Arial" pitchFamily="34" charset="0"/>
              </a:rPr>
              <a:t>First, click here (on </a:t>
            </a:r>
            <a:r>
              <a:rPr kumimoji="0" lang="en-US" sz="900" b="0" i="0" u="none" strike="noStrike" cap="none" normalizeH="0" baseline="0" dirty="0" err="1">
                <a:ln>
                  <a:noFill/>
                </a:ln>
                <a:solidFill>
                  <a:schemeClr val="tx1"/>
                </a:solidFill>
                <a:effectLst/>
                <a:latin typeface="Arial" pitchFamily="34" charset="0"/>
                <a:ea typeface="Times New Roman" pitchFamily="18" charset="0"/>
                <a:cs typeface="Arial" pitchFamily="34" charset="0"/>
              </a:rPr>
              <a:t>SalespersonID</a:t>
            </a:r>
            <a:r>
              <a:rPr kumimoji="0" lang="en-US" sz="900" b="0" i="0" u="none" strike="noStrike" cap="none" normalizeH="0" baseline="0" dirty="0">
                <a:ln>
                  <a:noFill/>
                </a:ln>
                <a:solidFill>
                  <a:schemeClr val="tx1"/>
                </a:solidFill>
                <a:effectLst/>
                <a:latin typeface="Arial" pitchFamily="34" charset="0"/>
                <a:ea typeface="Times New Roman" pitchFamily="18" charset="0"/>
                <a:cs typeface="Arial" pitchFamily="34" charset="0"/>
              </a:rPr>
              <a:t>)</a:t>
            </a:r>
            <a:endParaRPr kumimoji="0" lang="en-US" sz="1800" b="0" i="0" u="none" strike="noStrike" cap="none" normalizeH="0" baseline="0" dirty="0">
              <a:ln>
                <a:noFill/>
              </a:ln>
              <a:solidFill>
                <a:schemeClr val="tx1"/>
              </a:solidFill>
              <a:effectLst/>
              <a:latin typeface="Arial" pitchFamily="34" charset="0"/>
              <a:cs typeface="Arial" pitchFamily="34" charset="0"/>
            </a:endParaRPr>
          </a:p>
        </p:txBody>
      </p:sp>
      <p:sp>
        <p:nvSpPr>
          <p:cNvPr id="9" name="Text Box 12"/>
          <p:cNvSpPr txBox="1">
            <a:spLocks noChangeArrowheads="1"/>
          </p:cNvSpPr>
          <p:nvPr/>
        </p:nvSpPr>
        <p:spPr bwMode="auto">
          <a:xfrm>
            <a:off x="5592956" y="3484562"/>
            <a:ext cx="974725" cy="7461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900" b="0" i="0" u="none" strike="noStrike" cap="none" normalizeH="0" baseline="0" dirty="0" err="1">
                <a:ln>
                  <a:noFill/>
                </a:ln>
                <a:solidFill>
                  <a:schemeClr val="tx1"/>
                </a:solidFill>
                <a:effectLst/>
                <a:latin typeface="Arial" pitchFamily="34" charset="0"/>
                <a:ea typeface="Times New Roman" pitchFamily="18" charset="0"/>
                <a:cs typeface="Arial" pitchFamily="34" charset="0"/>
              </a:rPr>
              <a:t>Then,drag</a:t>
            </a:r>
            <a:r>
              <a:rPr kumimoji="0" lang="en-US" sz="900" b="0" i="0" u="none" strike="noStrike" cap="none" normalizeH="0" baseline="0" dirty="0">
                <a:ln>
                  <a:noFill/>
                </a:ln>
                <a:solidFill>
                  <a:schemeClr val="tx1"/>
                </a:solidFill>
                <a:effectLst/>
                <a:latin typeface="Arial" pitchFamily="34" charset="0"/>
                <a:ea typeface="Times New Roman" pitchFamily="18" charset="0"/>
                <a:cs typeface="Arial" pitchFamily="34" charset="0"/>
              </a:rPr>
              <a:t> to the matching attribute (Salesperson)</a:t>
            </a:r>
            <a:endParaRPr kumimoji="0" lang="en-US" sz="1800" b="0" i="0" u="none" strike="noStrike" cap="none" normalizeH="0" baseline="0" dirty="0">
              <a:ln>
                <a:noFill/>
              </a:ln>
              <a:solidFill>
                <a:schemeClr val="tx1"/>
              </a:solidFill>
              <a:effectLst/>
              <a:latin typeface="Arial" pitchFamily="34" charset="0"/>
              <a:cs typeface="Arial" pitchFamily="34" charset="0"/>
            </a:endParaRPr>
          </a:p>
        </p:txBody>
      </p:sp>
      <p:sp>
        <p:nvSpPr>
          <p:cNvPr id="10" name="Line 11"/>
          <p:cNvSpPr>
            <a:spLocks noChangeShapeType="1"/>
          </p:cNvSpPr>
          <p:nvPr/>
        </p:nvSpPr>
        <p:spPr bwMode="auto">
          <a:xfrm flipV="1">
            <a:off x="5862831" y="2744787"/>
            <a:ext cx="0" cy="3175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Rectangle 14"/>
          <p:cNvSpPr>
            <a:spLocks noChangeArrowheads="1"/>
          </p:cNvSpPr>
          <p:nvPr/>
        </p:nvSpPr>
        <p:spPr bwMode="auto">
          <a:xfrm>
            <a:off x="0" y="4572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15"/>
          <p:cNvSpPr>
            <a:spLocks noChangeArrowheads="1"/>
          </p:cNvSpPr>
          <p:nvPr/>
        </p:nvSpPr>
        <p:spPr bwMode="auto">
          <a:xfrm>
            <a:off x="0" y="3629025"/>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pic>
        <p:nvPicPr>
          <p:cNvPr id="31767" name="Picture 1"/>
          <p:cNvPicPr>
            <a:picLocks noChangeAspect="1" noChangeArrowheads="1"/>
          </p:cNvPicPr>
          <p:nvPr/>
        </p:nvPicPr>
        <p:blipFill>
          <a:blip r:embed="rId9">
            <a:extLst>
              <a:ext uri="{BEBA8EAE-BF5A-486C-A8C5-ECC9F3942E4B}">
                <a14:imgProps xmlns:a14="http://schemas.microsoft.com/office/drawing/2010/main">
                  <a14:imgLayer r:embed="rId10">
                    <a14:imgEffect>
                      <a14:sharpenSoften amount="100000"/>
                    </a14:imgEffect>
                  </a14:imgLayer>
                </a14:imgProps>
              </a:ext>
              <a:ext uri="{28A0092B-C50C-407E-A947-70E740481C1C}">
                <a14:useLocalDpi xmlns:a14="http://schemas.microsoft.com/office/drawing/2010/main" val="0"/>
              </a:ext>
            </a:extLst>
          </a:blip>
          <a:srcRect/>
          <a:stretch>
            <a:fillRect/>
          </a:stretch>
        </p:blipFill>
        <p:spPr bwMode="auto">
          <a:xfrm>
            <a:off x="2076450" y="4381500"/>
            <a:ext cx="3181350" cy="2247900"/>
          </a:xfrm>
          <a:prstGeom prst="rect">
            <a:avLst/>
          </a:prstGeom>
          <a:noFill/>
          <a:extLst>
            <a:ext uri="{909E8E84-426E-40DD-AFC4-6F175D3DCCD1}">
              <a14:hiddenFill xmlns:a14="http://schemas.microsoft.com/office/drawing/2010/main">
                <a:solidFill>
                  <a:srgbClr val="FFFFFF"/>
                </a:solidFill>
              </a14:hiddenFill>
            </a:ext>
          </a:extLst>
        </p:spPr>
      </p:pic>
      <p:grpSp>
        <p:nvGrpSpPr>
          <p:cNvPr id="24" name="Group 24"/>
          <p:cNvGrpSpPr>
            <a:grpSpLocks/>
          </p:cNvGrpSpPr>
          <p:nvPr/>
        </p:nvGrpSpPr>
        <p:grpSpPr bwMode="auto">
          <a:xfrm>
            <a:off x="1054100" y="5639472"/>
            <a:ext cx="1266825" cy="354013"/>
            <a:chOff x="2416" y="5050"/>
            <a:chExt cx="1995" cy="557"/>
          </a:xfrm>
        </p:grpSpPr>
        <p:sp>
          <p:nvSpPr>
            <p:cNvPr id="25" name="Text Box 28"/>
            <p:cNvSpPr txBox="1">
              <a:spLocks noChangeArrowheads="1"/>
            </p:cNvSpPr>
            <p:nvPr/>
          </p:nvSpPr>
          <p:spPr bwMode="auto">
            <a:xfrm>
              <a:off x="2416" y="5050"/>
              <a:ext cx="1545" cy="3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900" b="1" i="0" u="none" strike="noStrike" cap="none" normalizeH="0" baseline="0" dirty="0">
                  <a:ln>
                    <a:noFill/>
                  </a:ln>
                  <a:solidFill>
                    <a:schemeClr val="tx1"/>
                  </a:solidFill>
                  <a:effectLst/>
                  <a:latin typeface="Arial" pitchFamily="34" charset="0"/>
                  <a:ea typeface="Times New Roman" pitchFamily="18" charset="0"/>
                  <a:cs typeface="Arial" pitchFamily="34" charset="0"/>
                </a:rPr>
                <a:t>Click to enforce </a:t>
              </a:r>
              <a:endParaRPr kumimoji="0" lang="en-US" sz="1800" b="0" i="0" u="none" strike="noStrike" cap="none" normalizeH="0" baseline="0" dirty="0">
                <a:ln>
                  <a:noFill/>
                </a:ln>
                <a:solidFill>
                  <a:schemeClr val="tx1"/>
                </a:solidFill>
                <a:effectLst/>
                <a:latin typeface="Arial" pitchFamily="34" charset="0"/>
                <a:cs typeface="Arial" pitchFamily="34" charset="0"/>
              </a:endParaRPr>
            </a:p>
          </p:txBody>
        </p:sp>
        <p:sp>
          <p:nvSpPr>
            <p:cNvPr id="26" name="Text Box 27"/>
            <p:cNvSpPr txBox="1">
              <a:spLocks noChangeArrowheads="1"/>
            </p:cNvSpPr>
            <p:nvPr/>
          </p:nvSpPr>
          <p:spPr bwMode="auto">
            <a:xfrm>
              <a:off x="2418" y="5382"/>
              <a:ext cx="1717" cy="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900" b="1" i="0" u="none" strike="noStrike" cap="none" normalizeH="0" baseline="0">
                  <a:ln>
                    <a:noFill/>
                  </a:ln>
                  <a:solidFill>
                    <a:schemeClr val="tx1"/>
                  </a:solidFill>
                  <a:effectLst/>
                  <a:latin typeface="Arial" pitchFamily="34" charset="0"/>
                  <a:ea typeface="Times New Roman" pitchFamily="18" charset="0"/>
                  <a:cs typeface="Arial" pitchFamily="34" charset="0"/>
                </a:rPr>
                <a:t>Click to enable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7" name="Line 26"/>
            <p:cNvSpPr>
              <a:spLocks noChangeShapeType="1"/>
            </p:cNvSpPr>
            <p:nvPr/>
          </p:nvSpPr>
          <p:spPr bwMode="auto">
            <a:xfrm>
              <a:off x="3790" y="5168"/>
              <a:ext cx="594"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 name="Line 25"/>
            <p:cNvSpPr>
              <a:spLocks noChangeShapeType="1"/>
            </p:cNvSpPr>
            <p:nvPr/>
          </p:nvSpPr>
          <p:spPr bwMode="auto">
            <a:xfrm>
              <a:off x="3724" y="5473"/>
              <a:ext cx="687"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sp>
        <p:nvSpPr>
          <p:cNvPr id="29" name="Rectangle 29"/>
          <p:cNvSpPr>
            <a:spLocks noChangeArrowheads="1"/>
          </p:cNvSpPr>
          <p:nvPr/>
        </p:nvSpPr>
        <p:spPr bwMode="auto">
          <a:xfrm>
            <a:off x="152400" y="15240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0" name="Rectangle 32"/>
          <p:cNvSpPr>
            <a:spLocks noChangeArrowheads="1"/>
          </p:cNvSpPr>
          <p:nvPr/>
        </p:nvSpPr>
        <p:spPr bwMode="auto">
          <a:xfrm>
            <a:off x="152400" y="6096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a:ln>
                <a:noFill/>
              </a:ln>
              <a:solidFill>
                <a:schemeClr val="tx1"/>
              </a:solidFill>
              <a:effectLst/>
              <a:latin typeface="Arial" pitchFamily="34" charset="0"/>
              <a:ea typeface="Times New Roman" pitchFamily="18" charset="0"/>
              <a:cs typeface="Arial"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Arial" pitchFamily="34" charset="0"/>
                <a:ea typeface="Times New Roman" pitchFamily="18" charset="0"/>
                <a:cs typeface="Arial" pitchFamily="34"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Tree>
    <p:custDataLst>
      <p:tags r:id="rId1"/>
    </p:custDataLst>
    <p:extLst>
      <p:ext uri="{BB962C8B-B14F-4D97-AF65-F5344CB8AC3E}">
        <p14:creationId xmlns:p14="http://schemas.microsoft.com/office/powerpoint/2010/main" val="7370578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74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175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175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176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7" grpId="0" animBg="1"/>
      <p:bldP spid="8" grpId="0" animBg="1"/>
      <p:bldP spid="9" grpId="0" animBg="1"/>
      <p:bldP spid="10"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152400"/>
            <a:ext cx="7696200" cy="685800"/>
          </a:xfrm>
        </p:spPr>
        <p:txBody>
          <a:bodyPr/>
          <a:lstStyle/>
          <a:p>
            <a:r>
              <a:rPr lang="en-US" dirty="0"/>
              <a:t>Link between tables</a:t>
            </a:r>
          </a:p>
        </p:txBody>
      </p:sp>
      <p:sp>
        <p:nvSpPr>
          <p:cNvPr id="3" name="Content Placeholder 2"/>
          <p:cNvSpPr>
            <a:spLocks noGrp="1"/>
          </p:cNvSpPr>
          <p:nvPr>
            <p:ph idx="1"/>
          </p:nvPr>
        </p:nvSpPr>
        <p:spPr>
          <a:xfrm>
            <a:off x="304800" y="990600"/>
            <a:ext cx="8534400" cy="5486400"/>
          </a:xfrm>
        </p:spPr>
        <p:txBody>
          <a:bodyPr/>
          <a:lstStyle/>
          <a:p>
            <a:r>
              <a:rPr lang="en-US" sz="2400" dirty="0"/>
              <a:t>Show Table window</a:t>
            </a:r>
          </a:p>
          <a:p>
            <a:r>
              <a:rPr lang="en-US" sz="2400" dirty="0"/>
              <a:t>Highlight both tables and add them to the layout, and then close Show Table window</a:t>
            </a:r>
          </a:p>
          <a:p>
            <a:r>
              <a:rPr lang="en-US" sz="2400" dirty="0"/>
              <a:t>Click on </a:t>
            </a:r>
            <a:r>
              <a:rPr lang="en-US" sz="2400" dirty="0" err="1"/>
              <a:t>SalespersonID</a:t>
            </a:r>
            <a:r>
              <a:rPr lang="en-US" sz="2400" dirty="0"/>
              <a:t> in Salesperson table and drag to the matching attribute in Sale table.</a:t>
            </a:r>
          </a:p>
          <a:p>
            <a:r>
              <a:rPr lang="en-US" sz="2400" dirty="0"/>
              <a:t>“Edit Relationships” window shows.</a:t>
            </a:r>
          </a:p>
          <a:p>
            <a:r>
              <a:rPr lang="en-US" sz="2400" dirty="0"/>
              <a:t>Allow you to enforce referential integrity</a:t>
            </a:r>
          </a:p>
          <a:p>
            <a:r>
              <a:rPr lang="en-US" sz="2400" dirty="0"/>
              <a:t>Cascade updated related fields – if you change the value of a primary key such as </a:t>
            </a:r>
            <a:r>
              <a:rPr lang="en-US" sz="2400" dirty="0" err="1"/>
              <a:t>SalespersonID</a:t>
            </a:r>
            <a:r>
              <a:rPr lang="en-US" sz="2400" dirty="0"/>
              <a:t> then you want the corresponding posted foreign key values to also be changed, such as the Salesperson values in the Sale table. </a:t>
            </a:r>
          </a:p>
          <a:p>
            <a:endParaRPr lang="en-US" dirty="0"/>
          </a:p>
        </p:txBody>
      </p:sp>
      <p:sp>
        <p:nvSpPr>
          <p:cNvPr id="4" name="Slide Number Placeholder 3"/>
          <p:cNvSpPr>
            <a:spLocks noGrp="1"/>
          </p:cNvSpPr>
          <p:nvPr>
            <p:ph type="sldNum" sz="quarter" idx="10"/>
          </p:nvPr>
        </p:nvSpPr>
        <p:spPr/>
        <p:txBody>
          <a:bodyPr/>
          <a:lstStyle/>
          <a:p>
            <a:pPr>
              <a:defRPr/>
            </a:pPr>
            <a:fld id="{7E855043-158F-4F2D-9531-B1E60F32BA28}" type="slidenum">
              <a:rPr lang="en-US" smtClean="0"/>
              <a:pPr>
                <a:defRPr/>
              </a:pPr>
              <a:t>21</a:t>
            </a:fld>
            <a:endParaRPr lang="en-US"/>
          </a:p>
        </p:txBody>
      </p:sp>
    </p:spTree>
    <p:extLst>
      <p:ext uri="{BB962C8B-B14F-4D97-AF65-F5344CB8AC3E}">
        <p14:creationId xmlns:p14="http://schemas.microsoft.com/office/powerpoint/2010/main" val="14200342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36524"/>
            <a:ext cx="7886700" cy="1325563"/>
          </a:xfrm>
        </p:spPr>
        <p:txBody>
          <a:bodyPr/>
          <a:lstStyle/>
          <a:p>
            <a:r>
              <a:rPr lang="en-US" dirty="0"/>
              <a:t>Connected Tables</a:t>
            </a:r>
          </a:p>
        </p:txBody>
      </p:sp>
      <p:sp>
        <p:nvSpPr>
          <p:cNvPr id="3" name="Slide Number Placeholder 2"/>
          <p:cNvSpPr>
            <a:spLocks noGrp="1"/>
          </p:cNvSpPr>
          <p:nvPr>
            <p:ph type="sldNum" sz="quarter" idx="10"/>
          </p:nvPr>
        </p:nvSpPr>
        <p:spPr/>
        <p:txBody>
          <a:bodyPr/>
          <a:lstStyle/>
          <a:p>
            <a:pPr>
              <a:defRPr/>
            </a:pPr>
            <a:fld id="{EE7103AD-53E8-41CE-9658-23CEDD250A81}" type="slidenum">
              <a:rPr lang="en-US" smtClean="0">
                <a:solidFill>
                  <a:srgbClr val="19138D"/>
                </a:solidFill>
              </a:rPr>
              <a:pPr>
                <a:defRPr/>
              </a:pPr>
              <a:t>22</a:t>
            </a:fld>
            <a:endParaRPr lang="en-US" dirty="0">
              <a:solidFill>
                <a:srgbClr val="19138D"/>
              </a:solidFill>
            </a:endParaRPr>
          </a:p>
        </p:txBody>
      </p:sp>
      <p:pic>
        <p:nvPicPr>
          <p:cNvPr id="32770" name="Picture 1"/>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100000"/>
                    </a14:imgEffect>
                  </a14:imgLayer>
                </a14:imgProps>
              </a:ext>
              <a:ext uri="{28A0092B-C50C-407E-A947-70E740481C1C}">
                <a14:useLocalDpi xmlns:a14="http://schemas.microsoft.com/office/drawing/2010/main" val="0"/>
              </a:ext>
            </a:extLst>
          </a:blip>
          <a:srcRect/>
          <a:stretch>
            <a:fillRect/>
          </a:stretch>
        </p:blipFill>
        <p:spPr bwMode="auto">
          <a:xfrm>
            <a:off x="447140" y="1219200"/>
            <a:ext cx="8450480"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882911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152400"/>
            <a:ext cx="7696200" cy="685800"/>
          </a:xfrm>
        </p:spPr>
        <p:txBody>
          <a:bodyPr/>
          <a:lstStyle/>
          <a:p>
            <a:r>
              <a:rPr lang="en-US" dirty="0"/>
              <a:t>Link between tables</a:t>
            </a:r>
          </a:p>
        </p:txBody>
      </p:sp>
      <p:sp>
        <p:nvSpPr>
          <p:cNvPr id="3" name="Content Placeholder 2"/>
          <p:cNvSpPr>
            <a:spLocks noGrp="1"/>
          </p:cNvSpPr>
          <p:nvPr>
            <p:ph idx="1"/>
          </p:nvPr>
        </p:nvSpPr>
        <p:spPr>
          <a:xfrm>
            <a:off x="304800" y="990600"/>
            <a:ext cx="8534400" cy="5486400"/>
          </a:xfrm>
        </p:spPr>
        <p:txBody>
          <a:bodyPr/>
          <a:lstStyle/>
          <a:p>
            <a:r>
              <a:rPr lang="en-US" dirty="0"/>
              <a:t>The 1 and ∞ symbols on the Relationship Layout seem to be multiplicities, but they are not exactly the same concept. </a:t>
            </a:r>
          </a:p>
          <a:p>
            <a:r>
              <a:rPr lang="en-US" dirty="0"/>
              <a:t>It resembles how many times the same data value can be stored in that field of the table to which the symbol is connected. </a:t>
            </a:r>
          </a:p>
          <a:p>
            <a:r>
              <a:rPr lang="en-US" dirty="0"/>
              <a:t>The same data value for </a:t>
            </a:r>
            <a:r>
              <a:rPr lang="en-US" dirty="0" err="1"/>
              <a:t>SalespersonID</a:t>
            </a:r>
            <a:r>
              <a:rPr lang="en-US" dirty="0"/>
              <a:t> can exist in the Salesperson table only one time; may exist multiple times in the Sale table. </a:t>
            </a:r>
          </a:p>
        </p:txBody>
      </p:sp>
      <p:sp>
        <p:nvSpPr>
          <p:cNvPr id="4" name="Slide Number Placeholder 3"/>
          <p:cNvSpPr>
            <a:spLocks noGrp="1"/>
          </p:cNvSpPr>
          <p:nvPr>
            <p:ph type="sldNum" sz="quarter" idx="10"/>
          </p:nvPr>
        </p:nvSpPr>
        <p:spPr/>
        <p:txBody>
          <a:bodyPr/>
          <a:lstStyle/>
          <a:p>
            <a:pPr>
              <a:defRPr/>
            </a:pPr>
            <a:fld id="{7E855043-158F-4F2D-9531-B1E60F32BA28}" type="slidenum">
              <a:rPr lang="en-US" smtClean="0"/>
              <a:pPr>
                <a:defRPr/>
              </a:pPr>
              <a:t>23</a:t>
            </a:fld>
            <a:endParaRPr lang="en-US"/>
          </a:p>
        </p:txBody>
      </p:sp>
    </p:spTree>
    <p:extLst>
      <p:ext uri="{BB962C8B-B14F-4D97-AF65-F5344CB8AC3E}">
        <p14:creationId xmlns:p14="http://schemas.microsoft.com/office/powerpoint/2010/main" val="5865941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152400"/>
            <a:ext cx="7696200" cy="762000"/>
          </a:xfrm>
        </p:spPr>
        <p:txBody>
          <a:bodyPr/>
          <a:lstStyle/>
          <a:p>
            <a:r>
              <a:rPr lang="en-US" dirty="0"/>
              <a:t>Example 2</a:t>
            </a:r>
          </a:p>
        </p:txBody>
      </p:sp>
      <p:sp>
        <p:nvSpPr>
          <p:cNvPr id="3" name="Content Placeholder 2"/>
          <p:cNvSpPr>
            <a:spLocks noGrp="1"/>
          </p:cNvSpPr>
          <p:nvPr>
            <p:ph idx="1"/>
          </p:nvPr>
        </p:nvSpPr>
        <p:spPr>
          <a:xfrm>
            <a:off x="493734" y="2380992"/>
            <a:ext cx="8458200" cy="5029200"/>
          </a:xfrm>
        </p:spPr>
        <p:txBody>
          <a:bodyPr/>
          <a:lstStyle/>
          <a:p>
            <a:endParaRPr lang="en-US" dirty="0"/>
          </a:p>
          <a:p>
            <a:endParaRPr lang="en-US" dirty="0"/>
          </a:p>
          <a:p>
            <a:endParaRPr lang="en-US" dirty="0"/>
          </a:p>
          <a:p>
            <a:r>
              <a:rPr lang="en-US" dirty="0"/>
              <a:t>Student – </a:t>
            </a:r>
            <a:r>
              <a:rPr lang="en-US" dirty="0" err="1"/>
              <a:t>StudentID</a:t>
            </a:r>
            <a:r>
              <a:rPr lang="en-US" dirty="0"/>
              <a:t>, Name (</a:t>
            </a:r>
            <a:r>
              <a:rPr lang="en-US" dirty="0" err="1"/>
              <a:t>StudentName</a:t>
            </a:r>
            <a:r>
              <a:rPr lang="en-US" dirty="0"/>
              <a:t>), Address (</a:t>
            </a:r>
            <a:r>
              <a:rPr lang="en-US" dirty="0" err="1"/>
              <a:t>StudentAddress</a:t>
            </a:r>
            <a:r>
              <a:rPr lang="en-US" dirty="0"/>
              <a:t>)</a:t>
            </a:r>
          </a:p>
          <a:p>
            <a:r>
              <a:rPr lang="en-US" dirty="0"/>
              <a:t>Course – </a:t>
            </a:r>
            <a:r>
              <a:rPr lang="en-US" dirty="0" err="1"/>
              <a:t>CourseID</a:t>
            </a:r>
            <a:r>
              <a:rPr lang="en-US" dirty="0"/>
              <a:t>, Description, Credits</a:t>
            </a:r>
          </a:p>
          <a:p>
            <a:r>
              <a:rPr lang="en-US" dirty="0"/>
              <a:t>Takes – </a:t>
            </a:r>
            <a:r>
              <a:rPr lang="en-US" dirty="0" err="1"/>
              <a:t>StudentID</a:t>
            </a:r>
            <a:r>
              <a:rPr lang="en-US" dirty="0"/>
              <a:t>, </a:t>
            </a:r>
            <a:r>
              <a:rPr lang="en-US" dirty="0" err="1"/>
              <a:t>CourseID</a:t>
            </a:r>
            <a:r>
              <a:rPr lang="en-US" dirty="0"/>
              <a:t>, Grade earned</a:t>
            </a:r>
          </a:p>
          <a:p>
            <a:r>
              <a:rPr lang="en-US" dirty="0"/>
              <a:t>Create a new blank database, save as Database2</a:t>
            </a:r>
          </a:p>
          <a:p>
            <a:r>
              <a:rPr lang="en-US" dirty="0"/>
              <a:t>Create the three tables and indicate the relationship</a:t>
            </a:r>
          </a:p>
          <a:p>
            <a:endParaRPr lang="en-US" dirty="0"/>
          </a:p>
        </p:txBody>
      </p:sp>
      <p:sp>
        <p:nvSpPr>
          <p:cNvPr id="4" name="Slide Number Placeholder 3"/>
          <p:cNvSpPr>
            <a:spLocks noGrp="1"/>
          </p:cNvSpPr>
          <p:nvPr>
            <p:ph type="sldNum" sz="quarter" idx="10"/>
          </p:nvPr>
        </p:nvSpPr>
        <p:spPr/>
        <p:txBody>
          <a:bodyPr/>
          <a:lstStyle/>
          <a:p>
            <a:pPr>
              <a:defRPr/>
            </a:pPr>
            <a:fld id="{7E855043-158F-4F2D-9531-B1E60F32BA28}" type="slidenum">
              <a:rPr lang="en-US" smtClean="0"/>
              <a:pPr>
                <a:defRPr/>
              </a:pPr>
              <a:t>24</a:t>
            </a:fld>
            <a:endParaRPr lang="en-US"/>
          </a:p>
        </p:txBody>
      </p:sp>
      <p:sp>
        <p:nvSpPr>
          <p:cNvPr id="5" name="Rectangle 4"/>
          <p:cNvSpPr/>
          <p:nvPr/>
        </p:nvSpPr>
        <p:spPr>
          <a:xfrm>
            <a:off x="1979634" y="1066800"/>
            <a:ext cx="5562600" cy="193992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p:cNvGrpSpPr/>
          <p:nvPr/>
        </p:nvGrpSpPr>
        <p:grpSpPr>
          <a:xfrm>
            <a:off x="2236648" y="1254125"/>
            <a:ext cx="1752600" cy="1477328"/>
            <a:chOff x="3305014" y="4724400"/>
            <a:chExt cx="1752600" cy="1477328"/>
          </a:xfrm>
        </p:grpSpPr>
        <p:sp>
          <p:nvSpPr>
            <p:cNvPr id="7" name="TextBox 6"/>
            <p:cNvSpPr txBox="1"/>
            <p:nvPr/>
          </p:nvSpPr>
          <p:spPr>
            <a:xfrm>
              <a:off x="3305014" y="4724400"/>
              <a:ext cx="1752600" cy="1477328"/>
            </a:xfrm>
            <a:prstGeom prst="rect">
              <a:avLst/>
            </a:prstGeom>
            <a:noFill/>
            <a:ln>
              <a:solidFill>
                <a:schemeClr val="tx1"/>
              </a:solidFill>
            </a:ln>
          </p:spPr>
          <p:txBody>
            <a:bodyPr wrap="square" rtlCol="0">
              <a:spAutoFit/>
            </a:bodyPr>
            <a:lstStyle/>
            <a:p>
              <a:pPr algn="ctr"/>
              <a:r>
                <a:rPr lang="en-US" dirty="0"/>
                <a:t>Student</a:t>
              </a:r>
            </a:p>
            <a:p>
              <a:r>
                <a:rPr lang="en-US" dirty="0"/>
                <a:t>-</a:t>
              </a:r>
              <a:r>
                <a:rPr lang="en-US" dirty="0" err="1"/>
                <a:t>StudentID</a:t>
              </a:r>
              <a:endParaRPr lang="en-US" dirty="0"/>
            </a:p>
            <a:p>
              <a:r>
                <a:rPr lang="en-US" dirty="0"/>
                <a:t>-Name</a:t>
              </a:r>
            </a:p>
            <a:p>
              <a:r>
                <a:rPr lang="en-US" dirty="0"/>
                <a:t>-Address</a:t>
              </a:r>
            </a:p>
            <a:p>
              <a:endParaRPr lang="en-US" dirty="0"/>
            </a:p>
          </p:txBody>
        </p:sp>
        <p:cxnSp>
          <p:nvCxnSpPr>
            <p:cNvPr id="8" name="Straight Connector 7"/>
            <p:cNvCxnSpPr/>
            <p:nvPr/>
          </p:nvCxnSpPr>
          <p:spPr>
            <a:xfrm>
              <a:off x="3305014" y="5029200"/>
              <a:ext cx="1752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3305014" y="5943600"/>
              <a:ext cx="1752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 name="Group 9"/>
          <p:cNvGrpSpPr/>
          <p:nvPr/>
        </p:nvGrpSpPr>
        <p:grpSpPr>
          <a:xfrm>
            <a:off x="5561034" y="1248959"/>
            <a:ext cx="1752600" cy="1477328"/>
            <a:chOff x="3457414" y="4719234"/>
            <a:chExt cx="1752600" cy="1477328"/>
          </a:xfrm>
        </p:grpSpPr>
        <p:sp>
          <p:nvSpPr>
            <p:cNvPr id="11" name="TextBox 10"/>
            <p:cNvSpPr txBox="1"/>
            <p:nvPr/>
          </p:nvSpPr>
          <p:spPr>
            <a:xfrm>
              <a:off x="3457414" y="4719234"/>
              <a:ext cx="1752600" cy="1477328"/>
            </a:xfrm>
            <a:prstGeom prst="rect">
              <a:avLst/>
            </a:prstGeom>
            <a:noFill/>
            <a:ln>
              <a:solidFill>
                <a:schemeClr val="tx1"/>
              </a:solidFill>
            </a:ln>
          </p:spPr>
          <p:txBody>
            <a:bodyPr wrap="square" rtlCol="0">
              <a:spAutoFit/>
            </a:bodyPr>
            <a:lstStyle/>
            <a:p>
              <a:pPr algn="ctr"/>
              <a:r>
                <a:rPr lang="en-US" dirty="0"/>
                <a:t>Course</a:t>
              </a:r>
            </a:p>
            <a:p>
              <a:r>
                <a:rPr lang="en-US" dirty="0"/>
                <a:t>-</a:t>
              </a:r>
              <a:r>
                <a:rPr lang="en-US" dirty="0" err="1"/>
                <a:t>CourseID</a:t>
              </a:r>
              <a:endParaRPr lang="en-US" dirty="0"/>
            </a:p>
            <a:p>
              <a:r>
                <a:rPr lang="en-US" dirty="0"/>
                <a:t>-Description</a:t>
              </a:r>
            </a:p>
            <a:p>
              <a:r>
                <a:rPr lang="en-US" dirty="0"/>
                <a:t>-Credits</a:t>
              </a:r>
            </a:p>
            <a:p>
              <a:endParaRPr lang="en-US" dirty="0"/>
            </a:p>
          </p:txBody>
        </p:sp>
        <p:cxnSp>
          <p:nvCxnSpPr>
            <p:cNvPr id="12" name="Straight Connector 11"/>
            <p:cNvCxnSpPr/>
            <p:nvPr/>
          </p:nvCxnSpPr>
          <p:spPr>
            <a:xfrm>
              <a:off x="3457414" y="5029200"/>
              <a:ext cx="1752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3457414" y="5943600"/>
              <a:ext cx="1752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4" name="Straight Connector 13"/>
          <p:cNvCxnSpPr/>
          <p:nvPr/>
        </p:nvCxnSpPr>
        <p:spPr>
          <a:xfrm>
            <a:off x="3989248" y="1406525"/>
            <a:ext cx="157178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4265634" y="1101725"/>
            <a:ext cx="914400" cy="369332"/>
          </a:xfrm>
          <a:prstGeom prst="rect">
            <a:avLst/>
          </a:prstGeom>
          <a:noFill/>
        </p:spPr>
        <p:txBody>
          <a:bodyPr wrap="square" rtlCol="0">
            <a:spAutoFit/>
          </a:bodyPr>
          <a:lstStyle/>
          <a:p>
            <a:r>
              <a:rPr lang="en-US" dirty="0"/>
              <a:t>Takes</a:t>
            </a:r>
          </a:p>
        </p:txBody>
      </p:sp>
      <p:sp>
        <p:nvSpPr>
          <p:cNvPr id="16" name="TextBox 15"/>
          <p:cNvSpPr txBox="1"/>
          <p:nvPr/>
        </p:nvSpPr>
        <p:spPr>
          <a:xfrm>
            <a:off x="3913048" y="1406525"/>
            <a:ext cx="581186" cy="369332"/>
          </a:xfrm>
          <a:prstGeom prst="rect">
            <a:avLst/>
          </a:prstGeom>
          <a:noFill/>
        </p:spPr>
        <p:txBody>
          <a:bodyPr wrap="square" rtlCol="0">
            <a:spAutoFit/>
          </a:bodyPr>
          <a:lstStyle/>
          <a:p>
            <a:r>
              <a:rPr lang="en-US" dirty="0"/>
              <a:t>0..*</a:t>
            </a:r>
          </a:p>
        </p:txBody>
      </p:sp>
      <p:sp>
        <p:nvSpPr>
          <p:cNvPr id="17" name="TextBox 16"/>
          <p:cNvSpPr txBox="1"/>
          <p:nvPr/>
        </p:nvSpPr>
        <p:spPr>
          <a:xfrm>
            <a:off x="5056048" y="1406525"/>
            <a:ext cx="581186" cy="369332"/>
          </a:xfrm>
          <a:prstGeom prst="rect">
            <a:avLst/>
          </a:prstGeom>
          <a:noFill/>
        </p:spPr>
        <p:txBody>
          <a:bodyPr wrap="square" rtlCol="0">
            <a:spAutoFit/>
          </a:bodyPr>
          <a:lstStyle/>
          <a:p>
            <a:r>
              <a:rPr lang="en-US" dirty="0"/>
              <a:t>0..*</a:t>
            </a:r>
          </a:p>
        </p:txBody>
      </p:sp>
      <p:sp>
        <p:nvSpPr>
          <p:cNvPr id="18" name="TextBox 17"/>
          <p:cNvSpPr txBox="1"/>
          <p:nvPr/>
        </p:nvSpPr>
        <p:spPr>
          <a:xfrm>
            <a:off x="4113234" y="1787525"/>
            <a:ext cx="1219200" cy="276999"/>
          </a:xfrm>
          <a:prstGeom prst="rect">
            <a:avLst/>
          </a:prstGeom>
          <a:noFill/>
          <a:ln>
            <a:solidFill>
              <a:schemeClr val="tx1"/>
            </a:solidFill>
          </a:ln>
        </p:spPr>
        <p:txBody>
          <a:bodyPr wrap="square" rtlCol="0">
            <a:spAutoFit/>
          </a:bodyPr>
          <a:lstStyle/>
          <a:p>
            <a:r>
              <a:rPr lang="en-US" sz="1200" dirty="0"/>
              <a:t>-grade earned</a:t>
            </a:r>
          </a:p>
        </p:txBody>
      </p:sp>
      <p:cxnSp>
        <p:nvCxnSpPr>
          <p:cNvPr id="19" name="Straight Connector 18"/>
          <p:cNvCxnSpPr/>
          <p:nvPr/>
        </p:nvCxnSpPr>
        <p:spPr>
          <a:xfrm>
            <a:off x="4722834" y="1406525"/>
            <a:ext cx="0" cy="383232"/>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713695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Concatenated primary key</a:t>
            </a:r>
          </a:p>
        </p:txBody>
      </p:sp>
      <p:sp>
        <p:nvSpPr>
          <p:cNvPr id="3" name="Content Placeholder 2"/>
          <p:cNvSpPr>
            <a:spLocks noGrp="1"/>
          </p:cNvSpPr>
          <p:nvPr>
            <p:ph idx="1"/>
          </p:nvPr>
        </p:nvSpPr>
        <p:spPr/>
        <p:txBody>
          <a:bodyPr/>
          <a:lstStyle/>
          <a:p>
            <a:r>
              <a:rPr lang="en-US" dirty="0"/>
              <a:t>Click on the grey box immediately to the left of </a:t>
            </a:r>
            <a:r>
              <a:rPr lang="en-US" dirty="0" err="1"/>
              <a:t>StudentID</a:t>
            </a:r>
            <a:r>
              <a:rPr lang="en-US" dirty="0"/>
              <a:t>. Hold the shift key and click on the grey box immediately to the left of </a:t>
            </a:r>
            <a:r>
              <a:rPr lang="en-US" dirty="0" err="1"/>
              <a:t>CourseID</a:t>
            </a:r>
            <a:r>
              <a:rPr lang="en-US" dirty="0"/>
              <a:t>. Click the key icon. </a:t>
            </a:r>
          </a:p>
        </p:txBody>
      </p:sp>
      <p:sp>
        <p:nvSpPr>
          <p:cNvPr id="4" name="Slide Number Placeholder 3"/>
          <p:cNvSpPr>
            <a:spLocks noGrp="1"/>
          </p:cNvSpPr>
          <p:nvPr>
            <p:ph type="sldNum" sz="quarter" idx="10"/>
          </p:nvPr>
        </p:nvSpPr>
        <p:spPr/>
        <p:txBody>
          <a:bodyPr/>
          <a:lstStyle/>
          <a:p>
            <a:pPr>
              <a:defRPr/>
            </a:pPr>
            <a:fld id="{7E855043-158F-4F2D-9531-B1E60F32BA28}" type="slidenum">
              <a:rPr lang="en-US" smtClean="0"/>
              <a:pPr>
                <a:defRPr/>
              </a:pPr>
              <a:t>25</a:t>
            </a:fld>
            <a:endParaRPr lang="en-US"/>
          </a:p>
        </p:txBody>
      </p:sp>
    </p:spTree>
    <p:extLst>
      <p:ext uri="{BB962C8B-B14F-4D97-AF65-F5344CB8AC3E}">
        <p14:creationId xmlns:p14="http://schemas.microsoft.com/office/powerpoint/2010/main" val="8369570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39100" y="1600200"/>
            <a:ext cx="6246800" cy="4525963"/>
          </a:xfrm>
        </p:spPr>
      </p:pic>
      <p:sp>
        <p:nvSpPr>
          <p:cNvPr id="4" name="Slide Number Placeholder 3"/>
          <p:cNvSpPr>
            <a:spLocks noGrp="1"/>
          </p:cNvSpPr>
          <p:nvPr>
            <p:ph type="sldNum" sz="quarter" idx="10"/>
          </p:nvPr>
        </p:nvSpPr>
        <p:spPr/>
        <p:txBody>
          <a:bodyPr/>
          <a:lstStyle/>
          <a:p>
            <a:pPr>
              <a:defRPr/>
            </a:pPr>
            <a:fld id="{7E855043-158F-4F2D-9531-B1E60F32BA28}" type="slidenum">
              <a:rPr lang="en-US" smtClean="0"/>
              <a:pPr>
                <a:defRPr/>
              </a:pPr>
              <a:t>26</a:t>
            </a:fld>
            <a:endParaRPr lang="en-US"/>
          </a:p>
        </p:txBody>
      </p:sp>
    </p:spTree>
    <p:extLst>
      <p:ext uri="{BB962C8B-B14F-4D97-AF65-F5344CB8AC3E}">
        <p14:creationId xmlns:p14="http://schemas.microsoft.com/office/powerpoint/2010/main" val="33995808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Relationships	</a:t>
            </a:r>
          </a:p>
        </p:txBody>
      </p:sp>
      <p:sp>
        <p:nvSpPr>
          <p:cNvPr id="3" name="Content Placeholder 2"/>
          <p:cNvSpPr>
            <a:spLocks noGrp="1"/>
          </p:cNvSpPr>
          <p:nvPr>
            <p:ph idx="1"/>
          </p:nvPr>
        </p:nvSpPr>
        <p:spPr/>
        <p:txBody>
          <a:bodyPr/>
          <a:lstStyle/>
          <a:p>
            <a:r>
              <a:rPr lang="en-US" dirty="0"/>
              <a:t>Close all the tables</a:t>
            </a:r>
          </a:p>
          <a:p>
            <a:r>
              <a:rPr lang="en-US" dirty="0"/>
              <a:t>Database Tools – Relationships – Add all the tables – drag </a:t>
            </a:r>
            <a:r>
              <a:rPr lang="en-US" dirty="0" err="1"/>
              <a:t>StudentID</a:t>
            </a:r>
            <a:r>
              <a:rPr lang="en-US" dirty="0"/>
              <a:t> from Student table to </a:t>
            </a:r>
            <a:r>
              <a:rPr lang="en-US" dirty="0" err="1"/>
              <a:t>StudentTakesCourse</a:t>
            </a:r>
            <a:r>
              <a:rPr lang="en-US" dirty="0"/>
              <a:t> table; drag </a:t>
            </a:r>
            <a:r>
              <a:rPr lang="en-US" dirty="0" err="1"/>
              <a:t>CourseID</a:t>
            </a:r>
            <a:r>
              <a:rPr lang="en-US" dirty="0"/>
              <a:t> from Course table to </a:t>
            </a:r>
            <a:r>
              <a:rPr lang="en-US" dirty="0" err="1"/>
              <a:t>StudentTakesCourse</a:t>
            </a:r>
            <a:r>
              <a:rPr lang="en-US" dirty="0"/>
              <a:t> table.</a:t>
            </a:r>
          </a:p>
        </p:txBody>
      </p:sp>
      <p:sp>
        <p:nvSpPr>
          <p:cNvPr id="4" name="Slide Number Placeholder 3"/>
          <p:cNvSpPr>
            <a:spLocks noGrp="1"/>
          </p:cNvSpPr>
          <p:nvPr>
            <p:ph type="sldNum" sz="quarter" idx="10"/>
          </p:nvPr>
        </p:nvSpPr>
        <p:spPr/>
        <p:txBody>
          <a:bodyPr/>
          <a:lstStyle/>
          <a:p>
            <a:pPr>
              <a:defRPr/>
            </a:pPr>
            <a:fld id="{7E855043-158F-4F2D-9531-B1E60F32BA28}" type="slidenum">
              <a:rPr lang="en-US" smtClean="0"/>
              <a:pPr>
                <a:defRPr/>
              </a:pPr>
              <a:t>27</a:t>
            </a:fld>
            <a:endParaRPr lang="en-US"/>
          </a:p>
        </p:txBody>
      </p:sp>
    </p:spTree>
    <p:extLst>
      <p:ext uri="{BB962C8B-B14F-4D97-AF65-F5344CB8AC3E}">
        <p14:creationId xmlns:p14="http://schemas.microsoft.com/office/powerpoint/2010/main" val="2220080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152400"/>
            <a:ext cx="7696200" cy="1371600"/>
          </a:xfrm>
        </p:spPr>
        <p:txBody>
          <a:bodyPr/>
          <a:lstStyle/>
          <a:p>
            <a:r>
              <a:rPr lang="en-US" sz="2400" dirty="0"/>
              <a:t>Relationships between tables versus relationships between classes</a:t>
            </a:r>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45155" y="1600200"/>
            <a:ext cx="6234689" cy="4525963"/>
          </a:xfrm>
        </p:spPr>
      </p:pic>
      <p:sp>
        <p:nvSpPr>
          <p:cNvPr id="4" name="Slide Number Placeholder 3"/>
          <p:cNvSpPr>
            <a:spLocks noGrp="1"/>
          </p:cNvSpPr>
          <p:nvPr>
            <p:ph type="sldNum" sz="quarter" idx="10"/>
          </p:nvPr>
        </p:nvSpPr>
        <p:spPr/>
        <p:txBody>
          <a:bodyPr/>
          <a:lstStyle/>
          <a:p>
            <a:pPr>
              <a:defRPr/>
            </a:pPr>
            <a:fld id="{7E855043-158F-4F2D-9531-B1E60F32BA28}" type="slidenum">
              <a:rPr lang="en-US" smtClean="0"/>
              <a:pPr>
                <a:defRPr/>
              </a:pPr>
              <a:t>28</a:t>
            </a:fld>
            <a:endParaRPr lang="en-US"/>
          </a:p>
        </p:txBody>
      </p:sp>
    </p:spTree>
    <p:extLst>
      <p:ext uri="{BB962C8B-B14F-4D97-AF65-F5344CB8AC3E}">
        <p14:creationId xmlns:p14="http://schemas.microsoft.com/office/powerpoint/2010/main" val="42691251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4CAB9E-0781-4284-B1F0-19C5444BB0F0}"/>
              </a:ext>
            </a:extLst>
          </p:cNvPr>
          <p:cNvSpPr>
            <a:spLocks noGrp="1"/>
          </p:cNvSpPr>
          <p:nvPr>
            <p:ph type="title"/>
          </p:nvPr>
        </p:nvSpPr>
        <p:spPr/>
        <p:txBody>
          <a:bodyPr/>
          <a:lstStyle/>
          <a:p>
            <a:endParaRPr lang="en-HK"/>
          </a:p>
        </p:txBody>
      </p:sp>
      <p:sp>
        <p:nvSpPr>
          <p:cNvPr id="3" name="Content Placeholder 2">
            <a:extLst>
              <a:ext uri="{FF2B5EF4-FFF2-40B4-BE49-F238E27FC236}">
                <a16:creationId xmlns:a16="http://schemas.microsoft.com/office/drawing/2014/main" id="{7C3186D1-0769-4769-8014-68E1352F9C1C}"/>
              </a:ext>
            </a:extLst>
          </p:cNvPr>
          <p:cNvSpPr>
            <a:spLocks noGrp="1"/>
          </p:cNvSpPr>
          <p:nvPr>
            <p:ph idx="1"/>
          </p:nvPr>
        </p:nvSpPr>
        <p:spPr/>
        <p:txBody>
          <a:bodyPr/>
          <a:lstStyle/>
          <a:p>
            <a:pPr marL="0" indent="0">
              <a:buNone/>
            </a:pPr>
            <a:r>
              <a:rPr lang="en-HK" sz="6000" dirty="0"/>
              <a:t>Information Querying using ACCESS</a:t>
            </a:r>
          </a:p>
          <a:p>
            <a:endParaRPr lang="en-HK" dirty="0"/>
          </a:p>
        </p:txBody>
      </p:sp>
      <p:sp>
        <p:nvSpPr>
          <p:cNvPr id="4" name="Slide Number Placeholder 3">
            <a:extLst>
              <a:ext uri="{FF2B5EF4-FFF2-40B4-BE49-F238E27FC236}">
                <a16:creationId xmlns:a16="http://schemas.microsoft.com/office/drawing/2014/main" id="{6C53DA2E-BA89-428B-B9ED-D58B3F00EC25}"/>
              </a:ext>
            </a:extLst>
          </p:cNvPr>
          <p:cNvSpPr>
            <a:spLocks noGrp="1"/>
          </p:cNvSpPr>
          <p:nvPr>
            <p:ph type="sldNum" sz="quarter" idx="12"/>
          </p:nvPr>
        </p:nvSpPr>
        <p:spPr/>
        <p:txBody>
          <a:bodyPr/>
          <a:lstStyle/>
          <a:p>
            <a:pPr>
              <a:defRPr/>
            </a:pPr>
            <a:fld id="{4D43F197-C583-4294-BD21-B6AE0DDD46C4}" type="slidenum">
              <a:rPr lang="en-US" smtClean="0"/>
              <a:pPr>
                <a:defRPr/>
              </a:pPr>
              <a:t>29</a:t>
            </a:fld>
            <a:endParaRPr lang="en-US" dirty="0"/>
          </a:p>
        </p:txBody>
      </p:sp>
    </p:spTree>
    <p:extLst>
      <p:ext uri="{BB962C8B-B14F-4D97-AF65-F5344CB8AC3E}">
        <p14:creationId xmlns:p14="http://schemas.microsoft.com/office/powerpoint/2010/main" val="130596541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D5946E68-C89C-48C6-8485-3040EE4287CE}" type="slidenum">
              <a:rPr lang="en-US">
                <a:solidFill>
                  <a:srgbClr val="19138D"/>
                </a:solidFill>
              </a:rPr>
              <a:pPr/>
              <a:t>30</a:t>
            </a:fld>
            <a:endParaRPr lang="en-US">
              <a:solidFill>
                <a:srgbClr val="19138D"/>
              </a:solidFill>
            </a:endParaRPr>
          </a:p>
        </p:txBody>
      </p:sp>
      <p:sp>
        <p:nvSpPr>
          <p:cNvPr id="19458" name="Rectangle 2"/>
          <p:cNvSpPr>
            <a:spLocks noGrp="1" noChangeArrowheads="1"/>
          </p:cNvSpPr>
          <p:nvPr>
            <p:ph type="title"/>
          </p:nvPr>
        </p:nvSpPr>
        <p:spPr>
          <a:xfrm>
            <a:off x="762000" y="457200"/>
            <a:ext cx="7815263" cy="661988"/>
          </a:xfrm>
        </p:spPr>
        <p:txBody>
          <a:bodyPr/>
          <a:lstStyle/>
          <a:p>
            <a:r>
              <a:rPr lang="en-US" sz="3600" b="1" dirty="0"/>
              <a:t>What is Querying?</a:t>
            </a:r>
          </a:p>
        </p:txBody>
      </p:sp>
      <p:sp>
        <p:nvSpPr>
          <p:cNvPr id="19459" name="Rectangle 3"/>
          <p:cNvSpPr>
            <a:spLocks noGrp="1" noChangeArrowheads="1"/>
          </p:cNvSpPr>
          <p:nvPr>
            <p:ph type="body" idx="1"/>
          </p:nvPr>
        </p:nvSpPr>
        <p:spPr>
          <a:xfrm>
            <a:off x="1219200" y="1371600"/>
            <a:ext cx="7315200" cy="4525963"/>
          </a:xfrm>
        </p:spPr>
        <p:txBody>
          <a:bodyPr/>
          <a:lstStyle/>
          <a:p>
            <a:r>
              <a:rPr lang="en-US" dirty="0"/>
              <a:t>It is asking questions about the data in the database and manipulating or combining the data in different ways</a:t>
            </a:r>
          </a:p>
          <a:p>
            <a:pPr lvl="1"/>
            <a:r>
              <a:rPr lang="en-US" dirty="0"/>
              <a:t>We can isolate certain rows in tables, we can isolate certain columns in tables, we can join tables together, we can create calculations based on various data items, etc.</a:t>
            </a:r>
          </a:p>
        </p:txBody>
      </p:sp>
    </p:spTree>
    <p:custDataLst>
      <p:tags r:id="rId1"/>
    </p:custData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27601132-A435-44C2-B63A-9DB03B431626}" type="slidenum">
              <a:rPr lang="en-US">
                <a:solidFill>
                  <a:srgbClr val="19138D"/>
                </a:solidFill>
              </a:rPr>
              <a:pPr/>
              <a:t>31</a:t>
            </a:fld>
            <a:endParaRPr lang="en-US">
              <a:solidFill>
                <a:srgbClr val="19138D"/>
              </a:solidFill>
            </a:endParaRPr>
          </a:p>
        </p:txBody>
      </p:sp>
      <p:sp>
        <p:nvSpPr>
          <p:cNvPr id="21506" name="Rectangle 2"/>
          <p:cNvSpPr>
            <a:spLocks noGrp="1" noChangeArrowheads="1"/>
          </p:cNvSpPr>
          <p:nvPr>
            <p:ph type="title"/>
          </p:nvPr>
        </p:nvSpPr>
        <p:spPr>
          <a:xfrm>
            <a:off x="1600200" y="457200"/>
            <a:ext cx="6667500" cy="604838"/>
          </a:xfrm>
        </p:spPr>
        <p:txBody>
          <a:bodyPr/>
          <a:lstStyle/>
          <a:p>
            <a:r>
              <a:rPr lang="en-US" sz="3600"/>
              <a:t>Three Query Languages</a:t>
            </a:r>
          </a:p>
        </p:txBody>
      </p:sp>
      <p:sp>
        <p:nvSpPr>
          <p:cNvPr id="21507" name="Rectangle 3"/>
          <p:cNvSpPr>
            <a:spLocks noGrp="1" noChangeArrowheads="1"/>
          </p:cNvSpPr>
          <p:nvPr>
            <p:ph type="body" idx="1"/>
          </p:nvPr>
        </p:nvSpPr>
        <p:spPr>
          <a:xfrm>
            <a:off x="1219200" y="1371600"/>
            <a:ext cx="7310438" cy="4624388"/>
          </a:xfrm>
        </p:spPr>
        <p:txBody>
          <a:bodyPr/>
          <a:lstStyle/>
          <a:p>
            <a:r>
              <a:rPr lang="en-US"/>
              <a:t>Relational Algebra</a:t>
            </a:r>
          </a:p>
          <a:p>
            <a:pPr lvl="1"/>
            <a:r>
              <a:rPr lang="en-US" sz="2000"/>
              <a:t>Three main operators:  Select, Project, Join</a:t>
            </a:r>
          </a:p>
          <a:p>
            <a:pPr lvl="1"/>
            <a:r>
              <a:rPr lang="en-US" sz="2000"/>
              <a:t>Provides the conceptual basis for SQL and QBE </a:t>
            </a:r>
          </a:p>
          <a:p>
            <a:r>
              <a:rPr lang="en-US"/>
              <a:t>Structured Query Language (SQL)</a:t>
            </a:r>
          </a:p>
          <a:p>
            <a:pPr lvl="1"/>
            <a:r>
              <a:rPr lang="en-US" sz="2000"/>
              <a:t>The user enters commands according to a pre-defined syntax to retrieve desired data.</a:t>
            </a:r>
            <a:r>
              <a:rPr lang="en-US"/>
              <a:t> </a:t>
            </a:r>
          </a:p>
          <a:p>
            <a:r>
              <a:rPr lang="en-US"/>
              <a:t>Query By Example (QBE)</a:t>
            </a:r>
          </a:p>
          <a:p>
            <a:pPr lvl="1"/>
            <a:r>
              <a:rPr lang="en-US" sz="2000"/>
              <a:t>The user starts with a sample of the table(s) columns and marks the fields he or she wants to include in the answer. Defaults are available for summarizing and manipulating the data.</a:t>
            </a:r>
          </a:p>
          <a:p>
            <a:endParaRPr lang="en-US" sz="2000"/>
          </a:p>
        </p:txBody>
      </p:sp>
    </p:spTree>
    <p:custDataLst>
      <p:tags r:id="rId1"/>
    </p:custData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AE8ACA28-9F0F-492B-BC95-3DF170F42DAF}" type="slidenum">
              <a:rPr lang="en-US">
                <a:solidFill>
                  <a:srgbClr val="19138D"/>
                </a:solidFill>
              </a:rPr>
              <a:pPr/>
              <a:t>32</a:t>
            </a:fld>
            <a:endParaRPr lang="en-US">
              <a:solidFill>
                <a:srgbClr val="19138D"/>
              </a:solidFill>
            </a:endParaRPr>
          </a:p>
        </p:txBody>
      </p:sp>
      <p:sp>
        <p:nvSpPr>
          <p:cNvPr id="22530" name="Rectangle 2"/>
          <p:cNvSpPr>
            <a:spLocks noGrp="1" noChangeArrowheads="1"/>
          </p:cNvSpPr>
          <p:nvPr>
            <p:ph type="title"/>
          </p:nvPr>
        </p:nvSpPr>
        <p:spPr>
          <a:xfrm>
            <a:off x="1524000" y="381000"/>
            <a:ext cx="6553200" cy="685800"/>
          </a:xfrm>
        </p:spPr>
        <p:txBody>
          <a:bodyPr/>
          <a:lstStyle/>
          <a:p>
            <a:r>
              <a:rPr lang="en-US" sz="3600"/>
              <a:t>Relational Algebra</a:t>
            </a:r>
          </a:p>
        </p:txBody>
      </p:sp>
      <p:sp>
        <p:nvSpPr>
          <p:cNvPr id="22531" name="Rectangle 3"/>
          <p:cNvSpPr>
            <a:spLocks noGrp="1" noChangeArrowheads="1"/>
          </p:cNvSpPr>
          <p:nvPr>
            <p:ph type="body" idx="1"/>
          </p:nvPr>
        </p:nvSpPr>
        <p:spPr>
          <a:xfrm>
            <a:off x="1447800" y="1447800"/>
            <a:ext cx="7132638" cy="3962400"/>
          </a:xfrm>
        </p:spPr>
        <p:txBody>
          <a:bodyPr/>
          <a:lstStyle/>
          <a:p>
            <a:pPr>
              <a:lnSpc>
                <a:spcPct val="90000"/>
              </a:lnSpc>
            </a:pPr>
            <a:r>
              <a:rPr lang="en-US" b="1" i="1"/>
              <a:t>Select</a:t>
            </a:r>
          </a:p>
          <a:p>
            <a:pPr lvl="1">
              <a:lnSpc>
                <a:spcPct val="90000"/>
              </a:lnSpc>
            </a:pPr>
            <a:r>
              <a:rPr lang="en-US"/>
              <a:t>includes only certain rows from a database table in its “answer”.</a:t>
            </a:r>
            <a:r>
              <a:rPr lang="en-US" sz="2800"/>
              <a:t>  </a:t>
            </a:r>
          </a:p>
          <a:p>
            <a:pPr>
              <a:lnSpc>
                <a:spcPct val="90000"/>
              </a:lnSpc>
            </a:pPr>
            <a:r>
              <a:rPr lang="en-US" b="1" i="1"/>
              <a:t>Project</a:t>
            </a:r>
            <a:r>
              <a:rPr lang="en-US" b="1"/>
              <a:t> </a:t>
            </a:r>
            <a:endParaRPr lang="en-US"/>
          </a:p>
          <a:p>
            <a:pPr lvl="1">
              <a:lnSpc>
                <a:spcPct val="90000"/>
              </a:lnSpc>
            </a:pPr>
            <a:r>
              <a:rPr lang="en-US"/>
              <a:t>includes only certain columns from a database table in its “answer”</a:t>
            </a:r>
          </a:p>
          <a:p>
            <a:pPr>
              <a:lnSpc>
                <a:spcPct val="90000"/>
              </a:lnSpc>
            </a:pPr>
            <a:r>
              <a:rPr lang="en-US" b="1" i="1"/>
              <a:t>Join</a:t>
            </a:r>
          </a:p>
          <a:p>
            <a:pPr lvl="1">
              <a:lnSpc>
                <a:spcPct val="90000"/>
              </a:lnSpc>
            </a:pPr>
            <a:r>
              <a:rPr lang="en-US"/>
              <a:t>combines two or more database tables on the basis of one or more common attributes </a:t>
            </a:r>
          </a:p>
        </p:txBody>
      </p:sp>
    </p:spTree>
    <p:custDataLst>
      <p:tags r:id="rId1"/>
    </p:custData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 Number Placeholder 2"/>
          <p:cNvSpPr>
            <a:spLocks noGrp="1"/>
          </p:cNvSpPr>
          <p:nvPr>
            <p:ph type="sldNum" sz="quarter" idx="10"/>
          </p:nvPr>
        </p:nvSpPr>
        <p:spPr/>
        <p:txBody>
          <a:bodyPr/>
          <a:lstStyle/>
          <a:p>
            <a:fld id="{D6BAF53C-4CF3-45EB-A3F5-3DE0454868BB}" type="slidenum">
              <a:rPr lang="en-US">
                <a:solidFill>
                  <a:srgbClr val="19138D"/>
                </a:solidFill>
              </a:rPr>
              <a:pPr/>
              <a:t>33</a:t>
            </a:fld>
            <a:endParaRPr lang="en-US" dirty="0">
              <a:solidFill>
                <a:srgbClr val="19138D"/>
              </a:solidFill>
            </a:endParaRPr>
          </a:p>
        </p:txBody>
      </p:sp>
      <p:sp>
        <p:nvSpPr>
          <p:cNvPr id="23562" name="Rectangle 10"/>
          <p:cNvSpPr>
            <a:spLocks noChangeArrowheads="1"/>
          </p:cNvSpPr>
          <p:nvPr/>
        </p:nvSpPr>
        <p:spPr bwMode="auto">
          <a:xfrm>
            <a:off x="0" y="1143000"/>
            <a:ext cx="9144000" cy="5257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554" name="Rectangle 2"/>
          <p:cNvSpPr>
            <a:spLocks noGrp="1" noChangeArrowheads="1"/>
          </p:cNvSpPr>
          <p:nvPr>
            <p:ph type="title"/>
          </p:nvPr>
        </p:nvSpPr>
        <p:spPr>
          <a:xfrm>
            <a:off x="685800" y="304800"/>
            <a:ext cx="8458200" cy="876300"/>
          </a:xfrm>
        </p:spPr>
        <p:txBody>
          <a:bodyPr/>
          <a:lstStyle/>
          <a:p>
            <a:r>
              <a:rPr lang="en-US" sz="2400" b="1" dirty="0"/>
              <a:t>Example Tables (Incomplete Enterprise Database)</a:t>
            </a:r>
            <a:br>
              <a:rPr lang="en-US" sz="2400" b="1" dirty="0"/>
            </a:br>
            <a:r>
              <a:rPr lang="en-US" sz="2400" b="1" dirty="0"/>
              <a:t>from Dunn &amp; McCarthy working paper</a:t>
            </a:r>
          </a:p>
        </p:txBody>
      </p:sp>
      <p:graphicFrame>
        <p:nvGraphicFramePr>
          <p:cNvPr id="23555" name="Object 3"/>
          <p:cNvGraphicFramePr>
            <a:graphicFrameLocks noChangeAspect="1"/>
          </p:cNvGraphicFramePr>
          <p:nvPr/>
        </p:nvGraphicFramePr>
        <p:xfrm>
          <a:off x="6145213" y="1292225"/>
          <a:ext cx="2857500" cy="3492500"/>
        </p:xfrm>
        <a:graphic>
          <a:graphicData uri="http://schemas.openxmlformats.org/presentationml/2006/ole">
            <mc:AlternateContent xmlns:mc="http://schemas.openxmlformats.org/markup-compatibility/2006">
              <mc:Choice xmlns:v="urn:schemas-microsoft-com:vml" Requires="v">
                <p:oleObj spid="_x0000_s5164" name="Document" r:id="rId5" imgW="2917800" imgH="3629160" progId="Word.Document.8">
                  <p:embed/>
                </p:oleObj>
              </mc:Choice>
              <mc:Fallback>
                <p:oleObj name="Document" r:id="rId5" imgW="2917800" imgH="3629160" progId="Word.Document.8">
                  <p:embed/>
                  <p:pic>
                    <p:nvPicPr>
                      <p:cNvPr id="23555"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45213" y="1292225"/>
                        <a:ext cx="2857500" cy="3492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3556" name="Object 4"/>
          <p:cNvGraphicFramePr>
            <a:graphicFrameLocks noChangeAspect="1"/>
          </p:cNvGraphicFramePr>
          <p:nvPr/>
        </p:nvGraphicFramePr>
        <p:xfrm>
          <a:off x="201613" y="1201738"/>
          <a:ext cx="3417887" cy="1998662"/>
        </p:xfrm>
        <a:graphic>
          <a:graphicData uri="http://schemas.openxmlformats.org/presentationml/2006/ole">
            <mc:AlternateContent xmlns:mc="http://schemas.openxmlformats.org/markup-compatibility/2006">
              <mc:Choice xmlns:v="urn:schemas-microsoft-com:vml" Requires="v">
                <p:oleObj spid="_x0000_s5165" name="Document" r:id="rId7" imgW="3486960" imgH="2043360" progId="Word.Document.8">
                  <p:embed/>
                </p:oleObj>
              </mc:Choice>
              <mc:Fallback>
                <p:oleObj name="Document" r:id="rId7" imgW="3486960" imgH="2043360" progId="Word.Document.8">
                  <p:embed/>
                  <p:pic>
                    <p:nvPicPr>
                      <p:cNvPr id="23556"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1613" y="1201738"/>
                        <a:ext cx="3417887" cy="1998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3557" name="Object 5"/>
          <p:cNvGraphicFramePr>
            <a:graphicFrameLocks noChangeAspect="1"/>
          </p:cNvGraphicFramePr>
          <p:nvPr/>
        </p:nvGraphicFramePr>
        <p:xfrm>
          <a:off x="260350" y="3140075"/>
          <a:ext cx="2128838" cy="1793875"/>
        </p:xfrm>
        <a:graphic>
          <a:graphicData uri="http://schemas.openxmlformats.org/presentationml/2006/ole">
            <mc:AlternateContent xmlns:mc="http://schemas.openxmlformats.org/markup-compatibility/2006">
              <mc:Choice xmlns:v="urn:schemas-microsoft-com:vml" Requires="v">
                <p:oleObj spid="_x0000_s5166" name="Document" r:id="rId9" imgW="2179440" imgH="1832400" progId="Word.Document.8">
                  <p:embed/>
                </p:oleObj>
              </mc:Choice>
              <mc:Fallback>
                <p:oleObj name="Document" r:id="rId9" imgW="2179440" imgH="1832400" progId="Word.Document.8">
                  <p:embed/>
                  <p:pic>
                    <p:nvPicPr>
                      <p:cNvPr id="23557"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60350" y="3140075"/>
                        <a:ext cx="2128838" cy="179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3558" name="Object 6"/>
          <p:cNvGraphicFramePr>
            <a:graphicFrameLocks noChangeAspect="1"/>
          </p:cNvGraphicFramePr>
          <p:nvPr/>
        </p:nvGraphicFramePr>
        <p:xfrm>
          <a:off x="269875" y="4876800"/>
          <a:ext cx="3081338" cy="1625600"/>
        </p:xfrm>
        <a:graphic>
          <a:graphicData uri="http://schemas.openxmlformats.org/presentationml/2006/ole">
            <mc:AlternateContent xmlns:mc="http://schemas.openxmlformats.org/markup-compatibility/2006">
              <mc:Choice xmlns:v="urn:schemas-microsoft-com:vml" Requires="v">
                <p:oleObj spid="_x0000_s5167" name="Document" r:id="rId11" imgW="3086640" imgH="1623960" progId="Word.Document.8">
                  <p:embed/>
                </p:oleObj>
              </mc:Choice>
              <mc:Fallback>
                <p:oleObj name="Document" r:id="rId11" imgW="3086640" imgH="1623960" progId="Word.Document.8">
                  <p:embed/>
                  <p:pic>
                    <p:nvPicPr>
                      <p:cNvPr id="23558"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69875" y="4876800"/>
                        <a:ext cx="3081338" cy="162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3559" name="Object 7"/>
          <p:cNvGraphicFramePr>
            <a:graphicFrameLocks noChangeAspect="1"/>
          </p:cNvGraphicFramePr>
          <p:nvPr/>
        </p:nvGraphicFramePr>
        <p:xfrm>
          <a:off x="3849688" y="4635500"/>
          <a:ext cx="5099050" cy="1849438"/>
        </p:xfrm>
        <a:graphic>
          <a:graphicData uri="http://schemas.openxmlformats.org/presentationml/2006/ole">
            <mc:AlternateContent xmlns:mc="http://schemas.openxmlformats.org/markup-compatibility/2006">
              <mc:Choice xmlns:v="urn:schemas-microsoft-com:vml" Requires="v">
                <p:oleObj spid="_x0000_s5168" name="Document" r:id="rId13" imgW="5102280" imgH="1848600" progId="Word.Document.8">
                  <p:embed/>
                </p:oleObj>
              </mc:Choice>
              <mc:Fallback>
                <p:oleObj name="Document" r:id="rId13" imgW="5102280" imgH="1848600" progId="Word.Document.8">
                  <p:embed/>
                  <p:pic>
                    <p:nvPicPr>
                      <p:cNvPr id="23559" name="Object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849688" y="4635500"/>
                        <a:ext cx="5099050" cy="184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3560" name="Object 8"/>
          <p:cNvGraphicFramePr>
            <a:graphicFrameLocks noChangeAspect="1"/>
          </p:cNvGraphicFramePr>
          <p:nvPr/>
        </p:nvGraphicFramePr>
        <p:xfrm>
          <a:off x="2466975" y="3260725"/>
          <a:ext cx="3475038" cy="1401763"/>
        </p:xfrm>
        <a:graphic>
          <a:graphicData uri="http://schemas.openxmlformats.org/presentationml/2006/ole">
            <mc:AlternateContent xmlns:mc="http://schemas.openxmlformats.org/markup-compatibility/2006">
              <mc:Choice xmlns:v="urn:schemas-microsoft-com:vml" Requires="v">
                <p:oleObj spid="_x0000_s5169" name="Document" r:id="rId15" imgW="3478680" imgH="1411200" progId="Word.Document.8">
                  <p:embed/>
                </p:oleObj>
              </mc:Choice>
              <mc:Fallback>
                <p:oleObj name="Document" r:id="rId15" imgW="3478680" imgH="1411200" progId="Word.Document.8">
                  <p:embed/>
                  <p:pic>
                    <p:nvPicPr>
                      <p:cNvPr id="23560" name="Object 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466975" y="3260725"/>
                        <a:ext cx="3475038" cy="1401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3561" name="Object 9"/>
          <p:cNvGraphicFramePr>
            <a:graphicFrameLocks noChangeAspect="1"/>
          </p:cNvGraphicFramePr>
          <p:nvPr/>
        </p:nvGraphicFramePr>
        <p:xfrm>
          <a:off x="3716338" y="1592263"/>
          <a:ext cx="2390775" cy="1606550"/>
        </p:xfrm>
        <a:graphic>
          <a:graphicData uri="http://schemas.openxmlformats.org/presentationml/2006/ole">
            <mc:AlternateContent xmlns:mc="http://schemas.openxmlformats.org/markup-compatibility/2006">
              <mc:Choice xmlns:v="urn:schemas-microsoft-com:vml" Requires="v">
                <p:oleObj spid="_x0000_s5170" name="Document" r:id="rId17" imgW="2379240" imgH="1615320" progId="Word.Document.8">
                  <p:embed/>
                </p:oleObj>
              </mc:Choice>
              <mc:Fallback>
                <p:oleObj name="Document" r:id="rId17" imgW="2379240" imgH="1615320" progId="Word.Document.8">
                  <p:embed/>
                  <p:pic>
                    <p:nvPicPr>
                      <p:cNvPr id="23561" name="Object 9"/>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716338" y="1592263"/>
                        <a:ext cx="2390775" cy="160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ustDataLst>
      <p:tags r:id="rId2"/>
    </p:custData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3"/>
          <p:cNvSpPr>
            <a:spLocks noGrp="1"/>
          </p:cNvSpPr>
          <p:nvPr>
            <p:ph type="sldNum" sz="quarter" idx="10"/>
          </p:nvPr>
        </p:nvSpPr>
        <p:spPr/>
        <p:txBody>
          <a:bodyPr/>
          <a:lstStyle/>
          <a:p>
            <a:fld id="{B05076BF-1B2C-4F82-A166-D0DB003F3C4B}" type="slidenum">
              <a:rPr lang="en-US">
                <a:solidFill>
                  <a:srgbClr val="19138D"/>
                </a:solidFill>
              </a:rPr>
              <a:pPr/>
              <a:t>34</a:t>
            </a:fld>
            <a:endParaRPr lang="en-US">
              <a:solidFill>
                <a:srgbClr val="19138D"/>
              </a:solidFill>
            </a:endParaRPr>
          </a:p>
        </p:txBody>
      </p:sp>
      <p:sp>
        <p:nvSpPr>
          <p:cNvPr id="24578" name="Rectangle 2"/>
          <p:cNvSpPr>
            <a:spLocks noGrp="1" noChangeArrowheads="1"/>
          </p:cNvSpPr>
          <p:nvPr>
            <p:ph type="title"/>
          </p:nvPr>
        </p:nvSpPr>
        <p:spPr/>
        <p:txBody>
          <a:bodyPr/>
          <a:lstStyle/>
          <a:p>
            <a:r>
              <a:rPr lang="en-US" sz="3600"/>
              <a:t>Relational Algebra SELECT</a:t>
            </a:r>
          </a:p>
        </p:txBody>
      </p:sp>
      <p:sp>
        <p:nvSpPr>
          <p:cNvPr id="24579" name="Rectangle 3"/>
          <p:cNvSpPr>
            <a:spLocks noGrp="1" noChangeArrowheads="1"/>
          </p:cNvSpPr>
          <p:nvPr>
            <p:ph type="body" idx="1"/>
          </p:nvPr>
        </p:nvSpPr>
        <p:spPr>
          <a:xfrm>
            <a:off x="838200" y="1219200"/>
            <a:ext cx="7696200" cy="838200"/>
          </a:xfrm>
        </p:spPr>
        <p:txBody>
          <a:bodyPr/>
          <a:lstStyle/>
          <a:p>
            <a:pPr>
              <a:buFontTx/>
              <a:buNone/>
            </a:pPr>
            <a:r>
              <a:rPr lang="en-US" sz="2400"/>
              <a:t>    Find the cash receipts from Customer #2 (keeping all the details of those cash receipts)</a:t>
            </a:r>
          </a:p>
        </p:txBody>
      </p:sp>
      <p:graphicFrame>
        <p:nvGraphicFramePr>
          <p:cNvPr id="24580" name="Object 4"/>
          <p:cNvGraphicFramePr>
            <a:graphicFrameLocks noChangeAspect="1"/>
          </p:cNvGraphicFramePr>
          <p:nvPr/>
        </p:nvGraphicFramePr>
        <p:xfrm>
          <a:off x="3200400" y="4648200"/>
          <a:ext cx="5559425" cy="1522413"/>
        </p:xfrm>
        <a:graphic>
          <a:graphicData uri="http://schemas.openxmlformats.org/presentationml/2006/ole">
            <mc:AlternateContent xmlns:mc="http://schemas.openxmlformats.org/markup-compatibility/2006">
              <mc:Choice xmlns:v="urn:schemas-microsoft-com:vml" Requires="v">
                <p:oleObj spid="_x0000_s6164" name="Document" r:id="rId5" imgW="5121360" imgH="1417680" progId="Word.Document.8">
                  <p:embed/>
                </p:oleObj>
              </mc:Choice>
              <mc:Fallback>
                <p:oleObj name="Document" r:id="rId5" imgW="5121360" imgH="1417680" progId="Word.Document.8">
                  <p:embed/>
                  <p:pic>
                    <p:nvPicPr>
                      <p:cNvPr id="2458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00400" y="4648200"/>
                        <a:ext cx="5559425" cy="1522413"/>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4581" name="Object 5"/>
          <p:cNvGraphicFramePr>
            <a:graphicFrameLocks noChangeAspect="1"/>
          </p:cNvGraphicFramePr>
          <p:nvPr/>
        </p:nvGraphicFramePr>
        <p:xfrm>
          <a:off x="685800" y="2057400"/>
          <a:ext cx="3081338" cy="1625600"/>
        </p:xfrm>
        <a:graphic>
          <a:graphicData uri="http://schemas.openxmlformats.org/presentationml/2006/ole">
            <mc:AlternateContent xmlns:mc="http://schemas.openxmlformats.org/markup-compatibility/2006">
              <mc:Choice xmlns:v="urn:schemas-microsoft-com:vml" Requires="v">
                <p:oleObj spid="_x0000_s6165" name="Document" r:id="rId7" imgW="3086640" imgH="1623960" progId="Word.Document.8">
                  <p:embed/>
                </p:oleObj>
              </mc:Choice>
              <mc:Fallback>
                <p:oleObj name="Document" r:id="rId7" imgW="3086640" imgH="1623960" progId="Word.Document.8">
                  <p:embed/>
                  <p:pic>
                    <p:nvPicPr>
                      <p:cNvPr id="24581"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85800" y="2057400"/>
                        <a:ext cx="3081338" cy="1625600"/>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4582" name="Text Box 6"/>
          <p:cNvSpPr txBox="1">
            <a:spLocks noChangeArrowheads="1"/>
          </p:cNvSpPr>
          <p:nvPr/>
        </p:nvSpPr>
        <p:spPr bwMode="auto">
          <a:xfrm>
            <a:off x="990600" y="4191000"/>
            <a:ext cx="76200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2400"/>
              <a:t>Select Cash Receipt Where Customer Number = C-2 Giving Answer</a:t>
            </a:r>
          </a:p>
        </p:txBody>
      </p:sp>
      <p:graphicFrame>
        <p:nvGraphicFramePr>
          <p:cNvPr id="24583" name="Object 7"/>
          <p:cNvGraphicFramePr>
            <a:graphicFrameLocks noChangeAspect="1"/>
          </p:cNvGraphicFramePr>
          <p:nvPr/>
        </p:nvGraphicFramePr>
        <p:xfrm>
          <a:off x="3810000" y="2036763"/>
          <a:ext cx="5099050" cy="1849437"/>
        </p:xfrm>
        <a:graphic>
          <a:graphicData uri="http://schemas.openxmlformats.org/presentationml/2006/ole">
            <mc:AlternateContent xmlns:mc="http://schemas.openxmlformats.org/markup-compatibility/2006">
              <mc:Choice xmlns:v="urn:schemas-microsoft-com:vml" Requires="v">
                <p:oleObj spid="_x0000_s6166" name="Document" r:id="rId9" imgW="5102280" imgH="1848600" progId="Word.Document.8">
                  <p:embed/>
                </p:oleObj>
              </mc:Choice>
              <mc:Fallback>
                <p:oleObj name="Document" r:id="rId9" imgW="5102280" imgH="1848600" progId="Word.Document.8">
                  <p:embed/>
                  <p:pic>
                    <p:nvPicPr>
                      <p:cNvPr id="24583"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810000" y="2036763"/>
                        <a:ext cx="5099050" cy="18494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ustDataLst>
      <p:tags r:id="rId2"/>
    </p:custData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3"/>
          <p:cNvSpPr>
            <a:spLocks noGrp="1"/>
          </p:cNvSpPr>
          <p:nvPr>
            <p:ph type="sldNum" sz="quarter" idx="10"/>
          </p:nvPr>
        </p:nvSpPr>
        <p:spPr/>
        <p:txBody>
          <a:bodyPr/>
          <a:lstStyle/>
          <a:p>
            <a:fld id="{782AB8A8-CDEB-4BAA-944D-F6841DBE1B8F}" type="slidenum">
              <a:rPr lang="en-US">
                <a:solidFill>
                  <a:srgbClr val="19138D"/>
                </a:solidFill>
              </a:rPr>
              <a:pPr/>
              <a:t>35</a:t>
            </a:fld>
            <a:endParaRPr lang="en-US">
              <a:solidFill>
                <a:srgbClr val="19138D"/>
              </a:solidFill>
            </a:endParaRPr>
          </a:p>
        </p:txBody>
      </p:sp>
      <p:sp>
        <p:nvSpPr>
          <p:cNvPr id="25602" name="Rectangle 2"/>
          <p:cNvSpPr>
            <a:spLocks noGrp="1" noChangeArrowheads="1"/>
          </p:cNvSpPr>
          <p:nvPr>
            <p:ph type="title"/>
          </p:nvPr>
        </p:nvSpPr>
        <p:spPr>
          <a:xfrm>
            <a:off x="1524000" y="457200"/>
            <a:ext cx="7010400" cy="685800"/>
          </a:xfrm>
        </p:spPr>
        <p:txBody>
          <a:bodyPr/>
          <a:lstStyle/>
          <a:p>
            <a:r>
              <a:rPr lang="en-US" sz="3600"/>
              <a:t>Relational Algebra PROJECT</a:t>
            </a:r>
          </a:p>
        </p:txBody>
      </p:sp>
      <p:graphicFrame>
        <p:nvGraphicFramePr>
          <p:cNvPr id="25604" name="Object 4"/>
          <p:cNvGraphicFramePr>
            <a:graphicFrameLocks noChangeAspect="1"/>
          </p:cNvGraphicFramePr>
          <p:nvPr/>
        </p:nvGraphicFramePr>
        <p:xfrm>
          <a:off x="4267200" y="4343400"/>
          <a:ext cx="2311400" cy="1592263"/>
        </p:xfrm>
        <a:graphic>
          <a:graphicData uri="http://schemas.openxmlformats.org/presentationml/2006/ole">
            <mc:AlternateContent xmlns:mc="http://schemas.openxmlformats.org/markup-compatibility/2006">
              <mc:Choice xmlns:v="urn:schemas-microsoft-com:vml" Requires="v">
                <p:oleObj spid="_x0000_s7188" name="Document" r:id="rId5" imgW="3086640" imgH="1623960" progId="Word.Document.8">
                  <p:embed/>
                </p:oleObj>
              </mc:Choice>
              <mc:Fallback>
                <p:oleObj name="Document" r:id="rId5" imgW="3086640" imgH="1623960" progId="Word.Document.8">
                  <p:embed/>
                  <p:pic>
                    <p:nvPicPr>
                      <p:cNvPr id="25604" name="Object 4"/>
                      <p:cNvPicPr>
                        <a:picLocks noChangeAspect="1" noChangeArrowheads="1"/>
                      </p:cNvPicPr>
                      <p:nvPr/>
                    </p:nvPicPr>
                    <p:blipFill>
                      <a:blip r:embed="rId6">
                        <a:extLst>
                          <a:ext uri="{28A0092B-C50C-407E-A947-70E740481C1C}">
                            <a14:useLocalDpi xmlns:a14="http://schemas.microsoft.com/office/drawing/2010/main" val="0"/>
                          </a:ext>
                        </a:extLst>
                      </a:blip>
                      <a:srcRect r="23700"/>
                      <a:stretch>
                        <a:fillRect/>
                      </a:stretch>
                    </p:blipFill>
                    <p:spPr bwMode="auto">
                      <a:xfrm>
                        <a:off x="4267200" y="4343400"/>
                        <a:ext cx="2311400" cy="1592263"/>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5605" name="Text Box 5"/>
          <p:cNvSpPr txBox="1">
            <a:spLocks noChangeArrowheads="1"/>
          </p:cNvSpPr>
          <p:nvPr/>
        </p:nvSpPr>
        <p:spPr bwMode="auto">
          <a:xfrm>
            <a:off x="1143000" y="1295400"/>
            <a:ext cx="73152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2400"/>
              <a:t>Find the customer number, name, and salesperson number for all customers</a:t>
            </a:r>
          </a:p>
        </p:txBody>
      </p:sp>
      <p:graphicFrame>
        <p:nvGraphicFramePr>
          <p:cNvPr id="25606" name="Object 6"/>
          <p:cNvGraphicFramePr>
            <a:graphicFrameLocks noChangeAspect="1"/>
          </p:cNvGraphicFramePr>
          <p:nvPr/>
        </p:nvGraphicFramePr>
        <p:xfrm>
          <a:off x="1219200" y="2057400"/>
          <a:ext cx="3081338" cy="1625600"/>
        </p:xfrm>
        <a:graphic>
          <a:graphicData uri="http://schemas.openxmlformats.org/presentationml/2006/ole">
            <mc:AlternateContent xmlns:mc="http://schemas.openxmlformats.org/markup-compatibility/2006">
              <mc:Choice xmlns:v="urn:schemas-microsoft-com:vml" Requires="v">
                <p:oleObj spid="_x0000_s7189" name="Document" r:id="rId7" imgW="3086640" imgH="1623960" progId="Word.Document.8">
                  <p:embed/>
                </p:oleObj>
              </mc:Choice>
              <mc:Fallback>
                <p:oleObj name="Document" r:id="rId7" imgW="3086640" imgH="1623960" progId="Word.Document.8">
                  <p:embed/>
                  <p:pic>
                    <p:nvPicPr>
                      <p:cNvPr id="25606"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19200" y="2057400"/>
                        <a:ext cx="3081338" cy="1625600"/>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5607" name="Object 7"/>
          <p:cNvGraphicFramePr>
            <a:graphicFrameLocks noChangeAspect="1"/>
          </p:cNvGraphicFramePr>
          <p:nvPr/>
        </p:nvGraphicFramePr>
        <p:xfrm>
          <a:off x="4648200" y="2057400"/>
          <a:ext cx="2390775" cy="1606550"/>
        </p:xfrm>
        <a:graphic>
          <a:graphicData uri="http://schemas.openxmlformats.org/presentationml/2006/ole">
            <mc:AlternateContent xmlns:mc="http://schemas.openxmlformats.org/markup-compatibility/2006">
              <mc:Choice xmlns:v="urn:schemas-microsoft-com:vml" Requires="v">
                <p:oleObj spid="_x0000_s7190" name="Document" r:id="rId9" imgW="2379240" imgH="1615320" progId="Word.Document.8">
                  <p:embed/>
                </p:oleObj>
              </mc:Choice>
              <mc:Fallback>
                <p:oleObj name="Document" r:id="rId9" imgW="2379240" imgH="1615320" progId="Word.Document.8">
                  <p:embed/>
                  <p:pic>
                    <p:nvPicPr>
                      <p:cNvPr id="25607"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648200" y="2057400"/>
                        <a:ext cx="2390775" cy="1606550"/>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5608" name="Text Box 8"/>
          <p:cNvSpPr txBox="1">
            <a:spLocks noChangeArrowheads="1"/>
          </p:cNvSpPr>
          <p:nvPr/>
        </p:nvSpPr>
        <p:spPr bwMode="auto">
          <a:xfrm>
            <a:off x="1143000" y="3886200"/>
            <a:ext cx="69342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2400"/>
              <a:t>Project Customer Over (Customer#, Name, SP#) Giving Answer</a:t>
            </a:r>
          </a:p>
        </p:txBody>
      </p:sp>
    </p:spTree>
    <p:custDataLst>
      <p:tags r:id="rId2"/>
    </p:custData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lide Number Placeholder 3"/>
          <p:cNvSpPr>
            <a:spLocks noGrp="1"/>
          </p:cNvSpPr>
          <p:nvPr>
            <p:ph type="sldNum" sz="quarter" idx="10"/>
          </p:nvPr>
        </p:nvSpPr>
        <p:spPr/>
        <p:txBody>
          <a:bodyPr/>
          <a:lstStyle/>
          <a:p>
            <a:fld id="{6AE2E467-CD4D-4930-8C12-C35137587673}" type="slidenum">
              <a:rPr lang="en-US">
                <a:solidFill>
                  <a:srgbClr val="19138D"/>
                </a:solidFill>
              </a:rPr>
              <a:pPr/>
              <a:t>36</a:t>
            </a:fld>
            <a:endParaRPr lang="en-US">
              <a:solidFill>
                <a:srgbClr val="19138D"/>
              </a:solidFill>
            </a:endParaRPr>
          </a:p>
        </p:txBody>
      </p:sp>
      <p:sp>
        <p:nvSpPr>
          <p:cNvPr id="26626" name="Rectangle 2"/>
          <p:cNvSpPr>
            <a:spLocks noGrp="1" noChangeArrowheads="1"/>
          </p:cNvSpPr>
          <p:nvPr>
            <p:ph type="title"/>
          </p:nvPr>
        </p:nvSpPr>
        <p:spPr/>
        <p:txBody>
          <a:bodyPr/>
          <a:lstStyle/>
          <a:p>
            <a:r>
              <a:rPr lang="en-US" sz="3600"/>
              <a:t>Join Types</a:t>
            </a:r>
          </a:p>
        </p:txBody>
      </p:sp>
      <p:sp>
        <p:nvSpPr>
          <p:cNvPr id="26627" name="Rectangle 3"/>
          <p:cNvSpPr>
            <a:spLocks noGrp="1" noChangeArrowheads="1"/>
          </p:cNvSpPr>
          <p:nvPr>
            <p:ph type="body" idx="1"/>
          </p:nvPr>
        </p:nvSpPr>
        <p:spPr>
          <a:xfrm>
            <a:off x="1171575" y="1295400"/>
            <a:ext cx="7362825" cy="4329113"/>
          </a:xfrm>
        </p:spPr>
        <p:txBody>
          <a:bodyPr/>
          <a:lstStyle/>
          <a:p>
            <a:pPr>
              <a:lnSpc>
                <a:spcPct val="90000"/>
              </a:lnSpc>
            </a:pPr>
            <a:r>
              <a:rPr lang="en-US"/>
              <a:t>Inner join</a:t>
            </a:r>
          </a:p>
          <a:p>
            <a:pPr lvl="1">
              <a:lnSpc>
                <a:spcPct val="90000"/>
              </a:lnSpc>
            </a:pPr>
            <a:r>
              <a:rPr lang="en-US"/>
              <a:t>includes only the records from both tables that have the exact same values in the fields that are joined</a:t>
            </a:r>
          </a:p>
          <a:p>
            <a:pPr lvl="1">
              <a:lnSpc>
                <a:spcPct val="90000"/>
              </a:lnSpc>
            </a:pPr>
            <a:r>
              <a:rPr lang="en-US"/>
              <a:t>I.e., </a:t>
            </a:r>
            <a:br>
              <a:rPr lang="en-US"/>
            </a:br>
            <a:endParaRPr lang="en-US"/>
          </a:p>
          <a:p>
            <a:pPr>
              <a:lnSpc>
                <a:spcPct val="90000"/>
              </a:lnSpc>
            </a:pPr>
            <a:r>
              <a:rPr lang="en-US"/>
              <a:t>Outer join</a:t>
            </a:r>
          </a:p>
          <a:p>
            <a:pPr lvl="1">
              <a:lnSpc>
                <a:spcPct val="90000"/>
              </a:lnSpc>
            </a:pPr>
            <a:r>
              <a:rPr lang="en-US"/>
              <a:t>includes all records from one table, and matches those records from the other table for which values in the joined fields are equal</a:t>
            </a:r>
          </a:p>
          <a:p>
            <a:pPr lvl="1">
              <a:lnSpc>
                <a:spcPct val="90000"/>
              </a:lnSpc>
            </a:pPr>
            <a:r>
              <a:rPr lang="en-US"/>
              <a:t>I.e., </a:t>
            </a:r>
          </a:p>
        </p:txBody>
      </p:sp>
      <p:sp>
        <p:nvSpPr>
          <p:cNvPr id="26628" name="Oval 4"/>
          <p:cNvSpPr>
            <a:spLocks noChangeArrowheads="1"/>
          </p:cNvSpPr>
          <p:nvPr/>
        </p:nvSpPr>
        <p:spPr bwMode="auto">
          <a:xfrm>
            <a:off x="2981325" y="2781300"/>
            <a:ext cx="700088" cy="685800"/>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629" name="Oval 5"/>
          <p:cNvSpPr>
            <a:spLocks noChangeArrowheads="1"/>
          </p:cNvSpPr>
          <p:nvPr/>
        </p:nvSpPr>
        <p:spPr bwMode="auto">
          <a:xfrm>
            <a:off x="3333750" y="2776538"/>
            <a:ext cx="700088" cy="685800"/>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630" name="Freeform 6"/>
          <p:cNvSpPr>
            <a:spLocks/>
          </p:cNvSpPr>
          <p:nvPr/>
        </p:nvSpPr>
        <p:spPr bwMode="auto">
          <a:xfrm>
            <a:off x="3352800" y="2819400"/>
            <a:ext cx="328613" cy="604838"/>
          </a:xfrm>
          <a:custGeom>
            <a:avLst/>
            <a:gdLst>
              <a:gd name="T0" fmla="*/ 99 w 207"/>
              <a:gd name="T1" fmla="*/ 12 h 381"/>
              <a:gd name="T2" fmla="*/ 63 w 207"/>
              <a:gd name="T3" fmla="*/ 48 h 381"/>
              <a:gd name="T4" fmla="*/ 27 w 207"/>
              <a:gd name="T5" fmla="*/ 84 h 381"/>
              <a:gd name="T6" fmla="*/ 0 w 207"/>
              <a:gd name="T7" fmla="*/ 138 h 381"/>
              <a:gd name="T8" fmla="*/ 99 w 207"/>
              <a:gd name="T9" fmla="*/ 381 h 381"/>
              <a:gd name="T10" fmla="*/ 171 w 207"/>
              <a:gd name="T11" fmla="*/ 318 h 381"/>
              <a:gd name="T12" fmla="*/ 207 w 207"/>
              <a:gd name="T13" fmla="*/ 192 h 381"/>
              <a:gd name="T14" fmla="*/ 162 w 207"/>
              <a:gd name="T15" fmla="*/ 84 h 381"/>
              <a:gd name="T16" fmla="*/ 126 w 207"/>
              <a:gd name="T17" fmla="*/ 30 h 381"/>
              <a:gd name="T18" fmla="*/ 99 w 207"/>
              <a:gd name="T19" fmla="*/ 12 h 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7" h="381">
                <a:moveTo>
                  <a:pt x="99" y="12"/>
                </a:moveTo>
                <a:cubicBezTo>
                  <a:pt x="75" y="84"/>
                  <a:pt x="111" y="0"/>
                  <a:pt x="63" y="48"/>
                </a:cubicBezTo>
                <a:cubicBezTo>
                  <a:pt x="15" y="96"/>
                  <a:pt x="99" y="60"/>
                  <a:pt x="27" y="84"/>
                </a:cubicBezTo>
                <a:cubicBezTo>
                  <a:pt x="18" y="98"/>
                  <a:pt x="0" y="119"/>
                  <a:pt x="0" y="138"/>
                </a:cubicBezTo>
                <a:cubicBezTo>
                  <a:pt x="0" y="208"/>
                  <a:pt x="15" y="353"/>
                  <a:pt x="99" y="381"/>
                </a:cubicBezTo>
                <a:cubicBezTo>
                  <a:pt x="128" y="361"/>
                  <a:pt x="142" y="338"/>
                  <a:pt x="171" y="318"/>
                </a:cubicBezTo>
                <a:cubicBezTo>
                  <a:pt x="193" y="253"/>
                  <a:pt x="196" y="279"/>
                  <a:pt x="207" y="192"/>
                </a:cubicBezTo>
                <a:cubicBezTo>
                  <a:pt x="199" y="137"/>
                  <a:pt x="206" y="113"/>
                  <a:pt x="162" y="84"/>
                </a:cubicBezTo>
                <a:cubicBezTo>
                  <a:pt x="150" y="66"/>
                  <a:pt x="147" y="37"/>
                  <a:pt x="126" y="30"/>
                </a:cubicBezTo>
                <a:cubicBezTo>
                  <a:pt x="96" y="20"/>
                  <a:pt x="99" y="30"/>
                  <a:pt x="99" y="12"/>
                </a:cubicBezTo>
                <a:close/>
              </a:path>
            </a:pathLst>
          </a:cu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6631" name="Oval 7"/>
          <p:cNvSpPr>
            <a:spLocks noChangeArrowheads="1"/>
          </p:cNvSpPr>
          <p:nvPr/>
        </p:nvSpPr>
        <p:spPr bwMode="auto">
          <a:xfrm>
            <a:off x="2528888" y="5248275"/>
            <a:ext cx="700087" cy="685800"/>
          </a:xfrm>
          <a:prstGeom prst="ellipse">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632" name="Oval 8"/>
          <p:cNvSpPr>
            <a:spLocks noChangeArrowheads="1"/>
          </p:cNvSpPr>
          <p:nvPr/>
        </p:nvSpPr>
        <p:spPr bwMode="auto">
          <a:xfrm>
            <a:off x="2881313" y="5243513"/>
            <a:ext cx="700087" cy="685800"/>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633" name="Oval 9"/>
          <p:cNvSpPr>
            <a:spLocks noChangeArrowheads="1"/>
          </p:cNvSpPr>
          <p:nvPr/>
        </p:nvSpPr>
        <p:spPr bwMode="auto">
          <a:xfrm>
            <a:off x="4495800" y="5257800"/>
            <a:ext cx="700088" cy="685800"/>
          </a:xfrm>
          <a:prstGeom prst="ellipse">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634" name="Oval 10"/>
          <p:cNvSpPr>
            <a:spLocks noChangeArrowheads="1"/>
          </p:cNvSpPr>
          <p:nvPr/>
        </p:nvSpPr>
        <p:spPr bwMode="auto">
          <a:xfrm>
            <a:off x="4143375" y="5262563"/>
            <a:ext cx="700088" cy="685800"/>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635" name="Text Box 11"/>
          <p:cNvSpPr txBox="1">
            <a:spLocks noChangeArrowheads="1"/>
          </p:cNvSpPr>
          <p:nvPr/>
        </p:nvSpPr>
        <p:spPr bwMode="auto">
          <a:xfrm>
            <a:off x="990600" y="5516563"/>
            <a:ext cx="15240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spcBef>
                <a:spcPct val="50000"/>
              </a:spcBef>
            </a:pPr>
            <a:r>
              <a:rPr lang="en-US"/>
              <a:t>Left Outer Join</a:t>
            </a:r>
          </a:p>
        </p:txBody>
      </p:sp>
      <p:sp>
        <p:nvSpPr>
          <p:cNvPr id="26636" name="Text Box 12"/>
          <p:cNvSpPr txBox="1">
            <a:spLocks noChangeArrowheads="1"/>
          </p:cNvSpPr>
          <p:nvPr/>
        </p:nvSpPr>
        <p:spPr bwMode="auto">
          <a:xfrm>
            <a:off x="5257800" y="5516563"/>
            <a:ext cx="1981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spcBef>
                <a:spcPct val="50000"/>
              </a:spcBef>
            </a:pPr>
            <a:r>
              <a:rPr lang="en-US"/>
              <a:t>Right Outer Join</a:t>
            </a:r>
          </a:p>
        </p:txBody>
      </p:sp>
    </p:spTree>
    <p:custDataLst>
      <p:tags r:id="rId1"/>
    </p:custData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3"/>
          <p:cNvSpPr>
            <a:spLocks noGrp="1"/>
          </p:cNvSpPr>
          <p:nvPr>
            <p:ph type="sldNum" sz="quarter" idx="10"/>
          </p:nvPr>
        </p:nvSpPr>
        <p:spPr/>
        <p:txBody>
          <a:bodyPr/>
          <a:lstStyle/>
          <a:p>
            <a:fld id="{5FF2FEA4-60DA-40E7-9696-1A2590799E9C}" type="slidenum">
              <a:rPr lang="en-US">
                <a:solidFill>
                  <a:srgbClr val="19138D"/>
                </a:solidFill>
              </a:rPr>
              <a:pPr/>
              <a:t>37</a:t>
            </a:fld>
            <a:endParaRPr lang="en-US">
              <a:solidFill>
                <a:srgbClr val="19138D"/>
              </a:solidFill>
            </a:endParaRPr>
          </a:p>
        </p:txBody>
      </p:sp>
      <p:sp>
        <p:nvSpPr>
          <p:cNvPr id="27650" name="Rectangle 2"/>
          <p:cNvSpPr>
            <a:spLocks noGrp="1" noChangeArrowheads="1"/>
          </p:cNvSpPr>
          <p:nvPr>
            <p:ph type="title"/>
          </p:nvPr>
        </p:nvSpPr>
        <p:spPr/>
        <p:txBody>
          <a:bodyPr/>
          <a:lstStyle/>
          <a:p>
            <a:r>
              <a:rPr lang="en-US" sz="3600"/>
              <a:t>Relational Algebra Inner Join</a:t>
            </a:r>
          </a:p>
        </p:txBody>
      </p:sp>
      <p:graphicFrame>
        <p:nvGraphicFramePr>
          <p:cNvPr id="27652" name="Object 4"/>
          <p:cNvGraphicFramePr>
            <a:graphicFrameLocks noChangeAspect="1"/>
          </p:cNvGraphicFramePr>
          <p:nvPr/>
        </p:nvGraphicFramePr>
        <p:xfrm>
          <a:off x="1981200" y="4495800"/>
          <a:ext cx="5661025" cy="1744663"/>
        </p:xfrm>
        <a:graphic>
          <a:graphicData uri="http://schemas.openxmlformats.org/presentationml/2006/ole">
            <mc:AlternateContent xmlns:mc="http://schemas.openxmlformats.org/markup-compatibility/2006">
              <mc:Choice xmlns:v="urn:schemas-microsoft-com:vml" Requires="v">
                <p:oleObj spid="_x0000_s8212" name="Document" r:id="rId5" imgW="5187960" imgH="2018520" progId="Word.Document.8">
                  <p:embed/>
                </p:oleObj>
              </mc:Choice>
              <mc:Fallback>
                <p:oleObj name="Document" r:id="rId5" imgW="5187960" imgH="2018520" progId="Word.Document.8">
                  <p:embed/>
                  <p:pic>
                    <p:nvPicPr>
                      <p:cNvPr id="27652" name="Object 4"/>
                      <p:cNvPicPr>
                        <a:picLocks noChangeAspect="1" noChangeArrowheads="1"/>
                      </p:cNvPicPr>
                      <p:nvPr/>
                    </p:nvPicPr>
                    <p:blipFill>
                      <a:blip r:embed="rId6">
                        <a:extLst>
                          <a:ext uri="{28A0092B-C50C-407E-A947-70E740481C1C}">
                            <a14:useLocalDpi xmlns:a14="http://schemas.microsoft.com/office/drawing/2010/main" val="0"/>
                          </a:ext>
                        </a:extLst>
                      </a:blip>
                      <a:srcRect b="13589"/>
                      <a:stretch>
                        <a:fillRect/>
                      </a:stretch>
                    </p:blipFill>
                    <p:spPr bwMode="auto">
                      <a:xfrm>
                        <a:off x="1981200" y="4495800"/>
                        <a:ext cx="5661025" cy="1744663"/>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7653" name="Text Box 5"/>
          <p:cNvSpPr txBox="1">
            <a:spLocks noChangeArrowheads="1"/>
          </p:cNvSpPr>
          <p:nvPr/>
        </p:nvSpPr>
        <p:spPr bwMode="auto">
          <a:xfrm>
            <a:off x="1143000" y="1219200"/>
            <a:ext cx="76200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2400"/>
              <a:t>Find all details of all customers and all available details of each customer’s salesperson</a:t>
            </a:r>
          </a:p>
        </p:txBody>
      </p:sp>
      <p:sp>
        <p:nvSpPr>
          <p:cNvPr id="27654" name="Text Box 6"/>
          <p:cNvSpPr txBox="1">
            <a:spLocks noChangeArrowheads="1"/>
          </p:cNvSpPr>
          <p:nvPr/>
        </p:nvSpPr>
        <p:spPr bwMode="auto">
          <a:xfrm>
            <a:off x="1219200" y="3733800"/>
            <a:ext cx="79248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2400"/>
              <a:t>Join Customer, Salesperson Where Customer.SP# = [Salesperson.Employee Number] Giving Answer</a:t>
            </a:r>
          </a:p>
        </p:txBody>
      </p:sp>
      <p:graphicFrame>
        <p:nvGraphicFramePr>
          <p:cNvPr id="27656" name="Object 8"/>
          <p:cNvGraphicFramePr>
            <a:graphicFrameLocks noChangeAspect="1"/>
          </p:cNvGraphicFramePr>
          <p:nvPr/>
        </p:nvGraphicFramePr>
        <p:xfrm>
          <a:off x="1752600" y="1981200"/>
          <a:ext cx="3081338" cy="1625600"/>
        </p:xfrm>
        <a:graphic>
          <a:graphicData uri="http://schemas.openxmlformats.org/presentationml/2006/ole">
            <mc:AlternateContent xmlns:mc="http://schemas.openxmlformats.org/markup-compatibility/2006">
              <mc:Choice xmlns:v="urn:schemas-microsoft-com:vml" Requires="v">
                <p:oleObj spid="_x0000_s8213" name="Document" r:id="rId7" imgW="3086640" imgH="1623960" progId="Word.Document.8">
                  <p:embed/>
                </p:oleObj>
              </mc:Choice>
              <mc:Fallback>
                <p:oleObj name="Document" r:id="rId7" imgW="3086640" imgH="1623960" progId="Word.Document.8">
                  <p:embed/>
                  <p:pic>
                    <p:nvPicPr>
                      <p:cNvPr id="27656"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52600" y="1981200"/>
                        <a:ext cx="3081338" cy="1625600"/>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7657" name="Object 9"/>
          <p:cNvGraphicFramePr>
            <a:graphicFrameLocks noChangeAspect="1"/>
          </p:cNvGraphicFramePr>
          <p:nvPr/>
        </p:nvGraphicFramePr>
        <p:xfrm>
          <a:off x="5181600" y="1981200"/>
          <a:ext cx="2390775" cy="1606550"/>
        </p:xfrm>
        <a:graphic>
          <a:graphicData uri="http://schemas.openxmlformats.org/presentationml/2006/ole">
            <mc:AlternateContent xmlns:mc="http://schemas.openxmlformats.org/markup-compatibility/2006">
              <mc:Choice xmlns:v="urn:schemas-microsoft-com:vml" Requires="v">
                <p:oleObj spid="_x0000_s8214" name="Document" r:id="rId9" imgW="2379240" imgH="1615320" progId="Word.Document.8">
                  <p:embed/>
                </p:oleObj>
              </mc:Choice>
              <mc:Fallback>
                <p:oleObj name="Document" r:id="rId9" imgW="2379240" imgH="1615320" progId="Word.Document.8">
                  <p:embed/>
                  <p:pic>
                    <p:nvPicPr>
                      <p:cNvPr id="27657"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181600" y="1981200"/>
                        <a:ext cx="2390775" cy="1606550"/>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ustDataLst>
      <p:tags r:id="rId2"/>
    </p:custData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3"/>
          <p:cNvSpPr>
            <a:spLocks noGrp="1"/>
          </p:cNvSpPr>
          <p:nvPr>
            <p:ph type="sldNum" sz="quarter" idx="10"/>
          </p:nvPr>
        </p:nvSpPr>
        <p:spPr/>
        <p:txBody>
          <a:bodyPr/>
          <a:lstStyle/>
          <a:p>
            <a:fld id="{5BF17879-8272-4268-8E68-28146ED5BA05}" type="slidenum">
              <a:rPr lang="en-US">
                <a:solidFill>
                  <a:srgbClr val="19138D"/>
                </a:solidFill>
              </a:rPr>
              <a:pPr/>
              <a:t>38</a:t>
            </a:fld>
            <a:endParaRPr lang="en-US">
              <a:solidFill>
                <a:srgbClr val="19138D"/>
              </a:solidFill>
            </a:endParaRPr>
          </a:p>
        </p:txBody>
      </p:sp>
      <p:sp>
        <p:nvSpPr>
          <p:cNvPr id="28674" name="Rectangle 2"/>
          <p:cNvSpPr>
            <a:spLocks noGrp="1" noChangeArrowheads="1"/>
          </p:cNvSpPr>
          <p:nvPr>
            <p:ph type="title"/>
          </p:nvPr>
        </p:nvSpPr>
        <p:spPr>
          <a:xfrm>
            <a:off x="1143000" y="457200"/>
            <a:ext cx="7696200" cy="762000"/>
          </a:xfrm>
        </p:spPr>
        <p:txBody>
          <a:bodyPr/>
          <a:lstStyle/>
          <a:p>
            <a:r>
              <a:rPr lang="en-US" sz="3600"/>
              <a:t>Relational Algebra Left Outer Join</a:t>
            </a:r>
          </a:p>
        </p:txBody>
      </p:sp>
      <p:graphicFrame>
        <p:nvGraphicFramePr>
          <p:cNvPr id="28676" name="Object 4"/>
          <p:cNvGraphicFramePr>
            <a:graphicFrameLocks noChangeAspect="1"/>
          </p:cNvGraphicFramePr>
          <p:nvPr/>
        </p:nvGraphicFramePr>
        <p:xfrm>
          <a:off x="1981200" y="4419600"/>
          <a:ext cx="6029325" cy="2193925"/>
        </p:xfrm>
        <a:graphic>
          <a:graphicData uri="http://schemas.openxmlformats.org/presentationml/2006/ole">
            <mc:AlternateContent xmlns:mc="http://schemas.openxmlformats.org/markup-compatibility/2006">
              <mc:Choice xmlns:v="urn:schemas-microsoft-com:vml" Requires="v">
                <p:oleObj spid="_x0000_s9236" name="Document" r:id="rId5" imgW="5947920" imgH="2253960" progId="Word.Document.8">
                  <p:embed/>
                </p:oleObj>
              </mc:Choice>
              <mc:Fallback>
                <p:oleObj name="Document" r:id="rId5" imgW="5947920" imgH="2253960" progId="Word.Document.8">
                  <p:embed/>
                  <p:pic>
                    <p:nvPicPr>
                      <p:cNvPr id="28676"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81200" y="4419600"/>
                        <a:ext cx="6029325" cy="219392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8677" name="Text Box 5"/>
          <p:cNvSpPr txBox="1">
            <a:spLocks noChangeArrowheads="1"/>
          </p:cNvSpPr>
          <p:nvPr/>
        </p:nvSpPr>
        <p:spPr bwMode="auto">
          <a:xfrm>
            <a:off x="1295400" y="1143000"/>
            <a:ext cx="70866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2000"/>
              <a:t>Find all details of all sales and the cash receipt number and amount applied of any cash receipts related to those sales</a:t>
            </a:r>
          </a:p>
        </p:txBody>
      </p:sp>
      <p:sp>
        <p:nvSpPr>
          <p:cNvPr id="28678" name="Text Box 6"/>
          <p:cNvSpPr txBox="1">
            <a:spLocks noChangeArrowheads="1"/>
          </p:cNvSpPr>
          <p:nvPr/>
        </p:nvSpPr>
        <p:spPr bwMode="auto">
          <a:xfrm>
            <a:off x="1295400" y="3733800"/>
            <a:ext cx="70866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spcBef>
                <a:spcPct val="50000"/>
              </a:spcBef>
            </a:pPr>
            <a:r>
              <a:rPr lang="en-US" sz="2000"/>
              <a:t>Left Outer Join Sale, [Sale - CashRecDuality] Where [Sale.Sale#] = [Sale - CashRecDuality.Sale#] Giving Answer</a:t>
            </a:r>
          </a:p>
        </p:txBody>
      </p:sp>
      <p:graphicFrame>
        <p:nvGraphicFramePr>
          <p:cNvPr id="28680" name="Object 8"/>
          <p:cNvGraphicFramePr>
            <a:graphicFrameLocks noChangeAspect="1"/>
          </p:cNvGraphicFramePr>
          <p:nvPr/>
        </p:nvGraphicFramePr>
        <p:xfrm>
          <a:off x="1828800" y="1835150"/>
          <a:ext cx="3124200" cy="1746250"/>
        </p:xfrm>
        <a:graphic>
          <a:graphicData uri="http://schemas.openxmlformats.org/presentationml/2006/ole">
            <mc:AlternateContent xmlns:mc="http://schemas.openxmlformats.org/markup-compatibility/2006">
              <mc:Choice xmlns:v="urn:schemas-microsoft-com:vml" Requires="v">
                <p:oleObj spid="_x0000_s9237" name="Document" r:id="rId7" imgW="3486960" imgH="2043360" progId="Word.Document.8">
                  <p:embed/>
                </p:oleObj>
              </mc:Choice>
              <mc:Fallback>
                <p:oleObj name="Document" r:id="rId7" imgW="3486960" imgH="2043360" progId="Word.Document.8">
                  <p:embed/>
                  <p:pic>
                    <p:nvPicPr>
                      <p:cNvPr id="28680" name="Object 8"/>
                      <p:cNvPicPr>
                        <a:picLocks noChangeAspect="1" noChangeArrowheads="1"/>
                      </p:cNvPicPr>
                      <p:nvPr/>
                    </p:nvPicPr>
                    <p:blipFill>
                      <a:blip r:embed="rId8">
                        <a:extLst>
                          <a:ext uri="{28A0092B-C50C-407E-A947-70E740481C1C}">
                            <a14:useLocalDpi xmlns:a14="http://schemas.microsoft.com/office/drawing/2010/main" val="0"/>
                          </a:ext>
                        </a:extLst>
                      </a:blip>
                      <a:srcRect b="4475"/>
                      <a:stretch>
                        <a:fillRect/>
                      </a:stretch>
                    </p:blipFill>
                    <p:spPr bwMode="auto">
                      <a:xfrm>
                        <a:off x="1828800" y="1835150"/>
                        <a:ext cx="3124200" cy="1746250"/>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8681" name="Object 9"/>
          <p:cNvGraphicFramePr>
            <a:graphicFrameLocks noChangeAspect="1"/>
          </p:cNvGraphicFramePr>
          <p:nvPr/>
        </p:nvGraphicFramePr>
        <p:xfrm>
          <a:off x="5257800" y="1828800"/>
          <a:ext cx="1981200" cy="1587500"/>
        </p:xfrm>
        <a:graphic>
          <a:graphicData uri="http://schemas.openxmlformats.org/presentationml/2006/ole">
            <mc:AlternateContent xmlns:mc="http://schemas.openxmlformats.org/markup-compatibility/2006">
              <mc:Choice xmlns:v="urn:schemas-microsoft-com:vml" Requires="v">
                <p:oleObj spid="_x0000_s9238" name="Document" r:id="rId9" imgW="2179440" imgH="1832400" progId="Word.Document.8">
                  <p:embed/>
                </p:oleObj>
              </mc:Choice>
              <mc:Fallback>
                <p:oleObj name="Document" r:id="rId9" imgW="2179440" imgH="1832400" progId="Word.Document.8">
                  <p:embed/>
                  <p:pic>
                    <p:nvPicPr>
                      <p:cNvPr id="28681" name="Object 9"/>
                      <p:cNvPicPr>
                        <a:picLocks noChangeAspect="1" noChangeArrowheads="1"/>
                      </p:cNvPicPr>
                      <p:nvPr/>
                    </p:nvPicPr>
                    <p:blipFill>
                      <a:blip r:embed="rId10">
                        <a:extLst>
                          <a:ext uri="{28A0092B-C50C-407E-A947-70E740481C1C}">
                            <a14:useLocalDpi xmlns:a14="http://schemas.microsoft.com/office/drawing/2010/main" val="0"/>
                          </a:ext>
                        </a:extLst>
                      </a:blip>
                      <a:srcRect b="4990"/>
                      <a:stretch>
                        <a:fillRect/>
                      </a:stretch>
                    </p:blipFill>
                    <p:spPr bwMode="auto">
                      <a:xfrm>
                        <a:off x="5257800" y="1828800"/>
                        <a:ext cx="1981200" cy="1587500"/>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ustDataLst>
      <p:tags r:id="rId2"/>
    </p:custData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10F5E8C0-C915-4773-99EC-AFB06D7A682B}" type="slidenum">
              <a:rPr lang="en-US">
                <a:solidFill>
                  <a:srgbClr val="19138D"/>
                </a:solidFill>
              </a:rPr>
              <a:pPr/>
              <a:t>39</a:t>
            </a:fld>
            <a:endParaRPr lang="en-US">
              <a:solidFill>
                <a:srgbClr val="19138D"/>
              </a:solidFill>
            </a:endParaRPr>
          </a:p>
        </p:txBody>
      </p:sp>
      <p:sp>
        <p:nvSpPr>
          <p:cNvPr id="29698" name="Rectangle 2"/>
          <p:cNvSpPr>
            <a:spLocks noGrp="1" noChangeArrowheads="1"/>
          </p:cNvSpPr>
          <p:nvPr>
            <p:ph type="title"/>
          </p:nvPr>
        </p:nvSpPr>
        <p:spPr>
          <a:xfrm>
            <a:off x="1219200" y="457200"/>
            <a:ext cx="7662863" cy="685800"/>
          </a:xfrm>
        </p:spPr>
        <p:txBody>
          <a:bodyPr/>
          <a:lstStyle/>
          <a:p>
            <a:r>
              <a:rPr lang="en-US" sz="3600"/>
              <a:t>SQL (Structured Query Language)</a:t>
            </a:r>
          </a:p>
        </p:txBody>
      </p:sp>
      <p:sp>
        <p:nvSpPr>
          <p:cNvPr id="29699" name="Rectangle 3"/>
          <p:cNvSpPr>
            <a:spLocks noGrp="1" noChangeArrowheads="1"/>
          </p:cNvSpPr>
          <p:nvPr>
            <p:ph type="body" idx="1"/>
          </p:nvPr>
        </p:nvSpPr>
        <p:spPr>
          <a:xfrm>
            <a:off x="1143000" y="1524000"/>
            <a:ext cx="7218363" cy="3481388"/>
          </a:xfrm>
        </p:spPr>
        <p:txBody>
          <a:bodyPr/>
          <a:lstStyle/>
          <a:p>
            <a:r>
              <a:rPr lang="en-US" sz="2400"/>
              <a:t>Each query statement follows the same structure:</a:t>
            </a:r>
            <a:br>
              <a:rPr lang="en-US" sz="2400"/>
            </a:br>
            <a:r>
              <a:rPr lang="en-US" sz="2400">
                <a:solidFill>
                  <a:srgbClr val="19138D"/>
                </a:solidFill>
              </a:rPr>
              <a:t>SELECT</a:t>
            </a:r>
            <a:r>
              <a:rPr lang="en-US" sz="2400">
                <a:solidFill>
                  <a:schemeClr val="accent1"/>
                </a:solidFill>
              </a:rPr>
              <a:t> </a:t>
            </a:r>
            <a:r>
              <a:rPr lang="en-US" sz="2400"/>
              <a:t>attribute name(s)</a:t>
            </a:r>
            <a:br>
              <a:rPr lang="en-US" sz="2400"/>
            </a:br>
            <a:r>
              <a:rPr lang="en-US" sz="2400">
                <a:solidFill>
                  <a:srgbClr val="19138D"/>
                </a:solidFill>
              </a:rPr>
              <a:t>FROM</a:t>
            </a:r>
            <a:r>
              <a:rPr lang="en-US" sz="2400">
                <a:solidFill>
                  <a:schemeClr val="accent1"/>
                </a:solidFill>
              </a:rPr>
              <a:t> </a:t>
            </a:r>
            <a:r>
              <a:rPr lang="en-US" sz="2400"/>
              <a:t>table name(s)</a:t>
            </a:r>
            <a:br>
              <a:rPr lang="en-US" sz="2400"/>
            </a:br>
            <a:r>
              <a:rPr lang="en-US" sz="2400">
                <a:solidFill>
                  <a:srgbClr val="19138D"/>
                </a:solidFill>
              </a:rPr>
              <a:t>WHERE</a:t>
            </a:r>
            <a:r>
              <a:rPr lang="en-US" sz="2400"/>
              <a:t> criteria is met</a:t>
            </a:r>
            <a:r>
              <a:rPr lang="en-US" sz="2400">
                <a:solidFill>
                  <a:schemeClr val="accent1"/>
                </a:solidFill>
              </a:rPr>
              <a:t>;</a:t>
            </a:r>
            <a:endParaRPr lang="en-US" sz="2400"/>
          </a:p>
        </p:txBody>
      </p:sp>
    </p:spTree>
    <p:custDataLst>
      <p:tags r:id="rId1"/>
    </p:custData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856489A4-9313-4DE3-B0CD-17B66791C0D9}" type="slidenum">
              <a:rPr lang="en-US">
                <a:solidFill>
                  <a:srgbClr val="19138D"/>
                </a:solidFill>
              </a:rPr>
              <a:pPr/>
              <a:t>40</a:t>
            </a:fld>
            <a:endParaRPr lang="en-US">
              <a:solidFill>
                <a:srgbClr val="19138D"/>
              </a:solidFill>
            </a:endParaRPr>
          </a:p>
        </p:txBody>
      </p:sp>
      <p:sp>
        <p:nvSpPr>
          <p:cNvPr id="30722" name="Rectangle 2"/>
          <p:cNvSpPr>
            <a:spLocks noGrp="1" noChangeArrowheads="1"/>
          </p:cNvSpPr>
          <p:nvPr>
            <p:ph type="title"/>
          </p:nvPr>
        </p:nvSpPr>
        <p:spPr>
          <a:xfrm>
            <a:off x="1143000" y="381000"/>
            <a:ext cx="7543800" cy="914400"/>
          </a:xfrm>
        </p:spPr>
        <p:txBody>
          <a:bodyPr/>
          <a:lstStyle/>
          <a:p>
            <a:r>
              <a:rPr lang="en-US" sz="3200"/>
              <a:t>SQL Statements and Relational Algebra</a:t>
            </a:r>
          </a:p>
        </p:txBody>
      </p:sp>
      <p:sp>
        <p:nvSpPr>
          <p:cNvPr id="30723" name="Rectangle 3"/>
          <p:cNvSpPr>
            <a:spLocks noGrp="1" noChangeArrowheads="1"/>
          </p:cNvSpPr>
          <p:nvPr>
            <p:ph type="body" idx="1"/>
          </p:nvPr>
        </p:nvSpPr>
        <p:spPr>
          <a:xfrm>
            <a:off x="1295400" y="1219200"/>
            <a:ext cx="7315200" cy="5029200"/>
          </a:xfrm>
        </p:spPr>
        <p:txBody>
          <a:bodyPr/>
          <a:lstStyle/>
          <a:p>
            <a:r>
              <a:rPr lang="en-US" sz="2400" dirty="0"/>
              <a:t>SQL’s SELECT component isolates columns</a:t>
            </a:r>
          </a:p>
          <a:p>
            <a:pPr lvl="1"/>
            <a:r>
              <a:rPr lang="en-US" sz="2000" dirty="0"/>
              <a:t>i.e., relational algebra’s project</a:t>
            </a:r>
          </a:p>
          <a:p>
            <a:r>
              <a:rPr lang="en-US" sz="2400" dirty="0"/>
              <a:t>SQL’s FROM component is used for identifying the table(s) involved</a:t>
            </a:r>
          </a:p>
          <a:p>
            <a:r>
              <a:rPr lang="en-US" sz="2400" dirty="0"/>
              <a:t>SQL’s WHERE component isolates rows</a:t>
            </a:r>
          </a:p>
          <a:p>
            <a:pPr lvl="1"/>
            <a:r>
              <a:rPr lang="en-US" sz="2000" dirty="0"/>
              <a:t>i.e., relational algebra’s select</a:t>
            </a:r>
          </a:p>
          <a:p>
            <a:pPr lvl="1"/>
            <a:r>
              <a:rPr lang="en-US" sz="2000" dirty="0"/>
              <a:t>may be left blank for single-table queries that retrieve all rows</a:t>
            </a:r>
          </a:p>
        </p:txBody>
      </p:sp>
    </p:spTree>
    <p:custDataLst>
      <p:tags r:id="rId1"/>
    </p:custData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3"/>
          <p:cNvSpPr>
            <a:spLocks noGrp="1"/>
          </p:cNvSpPr>
          <p:nvPr>
            <p:ph type="sldNum" sz="quarter" idx="10"/>
          </p:nvPr>
        </p:nvSpPr>
        <p:spPr/>
        <p:txBody>
          <a:bodyPr/>
          <a:lstStyle/>
          <a:p>
            <a:fld id="{0C07D876-15C4-4FE9-B1CB-E3482C6741E3}" type="slidenum">
              <a:rPr lang="en-US">
                <a:solidFill>
                  <a:srgbClr val="19138D"/>
                </a:solidFill>
              </a:rPr>
              <a:pPr/>
              <a:t>41</a:t>
            </a:fld>
            <a:endParaRPr lang="en-US">
              <a:solidFill>
                <a:srgbClr val="19138D"/>
              </a:solidFill>
            </a:endParaRPr>
          </a:p>
        </p:txBody>
      </p:sp>
      <p:sp>
        <p:nvSpPr>
          <p:cNvPr id="31749" name="Rectangle 5"/>
          <p:cNvSpPr>
            <a:spLocks noChangeArrowheads="1"/>
          </p:cNvSpPr>
          <p:nvPr/>
        </p:nvSpPr>
        <p:spPr bwMode="auto">
          <a:xfrm>
            <a:off x="838200" y="1219200"/>
            <a:ext cx="76962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buClr>
                <a:srgbClr val="D98E29"/>
              </a:buClr>
            </a:pPr>
            <a:r>
              <a:rPr lang="en-US" sz="2400"/>
              <a:t>    Find the cash receipts from Customer #2 (keeping all the details of those cash receipts)</a:t>
            </a:r>
          </a:p>
        </p:txBody>
      </p:sp>
      <p:sp>
        <p:nvSpPr>
          <p:cNvPr id="31746" name="Rectangle 2"/>
          <p:cNvSpPr>
            <a:spLocks noGrp="1" noChangeArrowheads="1"/>
          </p:cNvSpPr>
          <p:nvPr>
            <p:ph type="title"/>
          </p:nvPr>
        </p:nvSpPr>
        <p:spPr>
          <a:xfrm>
            <a:off x="1143000" y="533400"/>
            <a:ext cx="7696200" cy="609600"/>
          </a:xfrm>
        </p:spPr>
        <p:txBody>
          <a:bodyPr/>
          <a:lstStyle/>
          <a:p>
            <a:r>
              <a:rPr lang="en-US" sz="3200"/>
              <a:t>SQL and Relational Algebra SELECT</a:t>
            </a:r>
          </a:p>
        </p:txBody>
      </p:sp>
      <p:graphicFrame>
        <p:nvGraphicFramePr>
          <p:cNvPr id="31750" name="Object 6"/>
          <p:cNvGraphicFramePr>
            <a:graphicFrameLocks noChangeAspect="1"/>
          </p:cNvGraphicFramePr>
          <p:nvPr/>
        </p:nvGraphicFramePr>
        <p:xfrm>
          <a:off x="1290638" y="5022850"/>
          <a:ext cx="5514975" cy="1530350"/>
        </p:xfrm>
        <a:graphic>
          <a:graphicData uri="http://schemas.openxmlformats.org/presentationml/2006/ole">
            <mc:AlternateContent xmlns:mc="http://schemas.openxmlformats.org/markup-compatibility/2006">
              <mc:Choice xmlns:v="urn:schemas-microsoft-com:vml" Requires="v">
                <p:oleObj spid="_x0000_s10260" name="Document" r:id="rId5" imgW="5121360" imgH="1417680" progId="Word.Document.8">
                  <p:embed/>
                </p:oleObj>
              </mc:Choice>
              <mc:Fallback>
                <p:oleObj name="Document" r:id="rId5" imgW="5121360" imgH="1417680" progId="Word.Document.8">
                  <p:embed/>
                  <p:pic>
                    <p:nvPicPr>
                      <p:cNvPr id="3175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90638" y="5022850"/>
                        <a:ext cx="5514975" cy="1530350"/>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1751" name="Object 7"/>
          <p:cNvGraphicFramePr>
            <a:graphicFrameLocks noChangeAspect="1"/>
          </p:cNvGraphicFramePr>
          <p:nvPr/>
        </p:nvGraphicFramePr>
        <p:xfrm>
          <a:off x="685800" y="2057400"/>
          <a:ext cx="2819400" cy="1487488"/>
        </p:xfrm>
        <a:graphic>
          <a:graphicData uri="http://schemas.openxmlformats.org/presentationml/2006/ole">
            <mc:AlternateContent xmlns:mc="http://schemas.openxmlformats.org/markup-compatibility/2006">
              <mc:Choice xmlns:v="urn:schemas-microsoft-com:vml" Requires="v">
                <p:oleObj spid="_x0000_s10261" name="Document" r:id="rId7" imgW="3086640" imgH="1623960" progId="Word.Document.8">
                  <p:embed/>
                </p:oleObj>
              </mc:Choice>
              <mc:Fallback>
                <p:oleObj name="Document" r:id="rId7" imgW="3086640" imgH="1623960" progId="Word.Document.8">
                  <p:embed/>
                  <p:pic>
                    <p:nvPicPr>
                      <p:cNvPr id="31751"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85800" y="2057400"/>
                        <a:ext cx="2819400" cy="1487488"/>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1753" name="Object 9"/>
          <p:cNvGraphicFramePr>
            <a:graphicFrameLocks noChangeAspect="1"/>
          </p:cNvGraphicFramePr>
          <p:nvPr/>
        </p:nvGraphicFramePr>
        <p:xfrm>
          <a:off x="3810000" y="2036763"/>
          <a:ext cx="4648200" cy="1685925"/>
        </p:xfrm>
        <a:graphic>
          <a:graphicData uri="http://schemas.openxmlformats.org/presentationml/2006/ole">
            <mc:AlternateContent xmlns:mc="http://schemas.openxmlformats.org/markup-compatibility/2006">
              <mc:Choice xmlns:v="urn:schemas-microsoft-com:vml" Requires="v">
                <p:oleObj spid="_x0000_s10262" name="Document" r:id="rId9" imgW="5102280" imgH="1848600" progId="Word.Document.8">
                  <p:embed/>
                </p:oleObj>
              </mc:Choice>
              <mc:Fallback>
                <p:oleObj name="Document" r:id="rId9" imgW="5102280" imgH="1848600" progId="Word.Document.8">
                  <p:embed/>
                  <p:pic>
                    <p:nvPicPr>
                      <p:cNvPr id="31753"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810000" y="2036763"/>
                        <a:ext cx="4648200" cy="168592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1754" name="Text Box 10"/>
          <p:cNvSpPr txBox="1">
            <a:spLocks noChangeArrowheads="1"/>
          </p:cNvSpPr>
          <p:nvPr/>
        </p:nvSpPr>
        <p:spPr bwMode="auto">
          <a:xfrm>
            <a:off x="1371600" y="3733800"/>
            <a:ext cx="403860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2000"/>
              <a:t>Select *</a:t>
            </a:r>
            <a:br>
              <a:rPr lang="en-US" sz="2000"/>
            </a:br>
            <a:r>
              <a:rPr lang="en-US" sz="2000"/>
              <a:t>From [Cash Receipt]</a:t>
            </a:r>
            <a:br>
              <a:rPr lang="en-US" sz="2000"/>
            </a:br>
            <a:r>
              <a:rPr lang="en-US" sz="2000"/>
              <a:t>Where [Customer Number] = C-2;</a:t>
            </a:r>
          </a:p>
        </p:txBody>
      </p:sp>
      <p:sp>
        <p:nvSpPr>
          <p:cNvPr id="31755" name="Text Box 11"/>
          <p:cNvSpPr txBox="1">
            <a:spLocks noChangeArrowheads="1"/>
          </p:cNvSpPr>
          <p:nvPr/>
        </p:nvSpPr>
        <p:spPr bwMode="auto">
          <a:xfrm>
            <a:off x="5410200" y="3886200"/>
            <a:ext cx="32004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nSpc>
                <a:spcPct val="90000"/>
              </a:lnSpc>
              <a:spcBef>
                <a:spcPct val="20000"/>
              </a:spcBef>
              <a:buClr>
                <a:srgbClr val="D98E29"/>
              </a:buClr>
            </a:pPr>
            <a:r>
              <a:rPr lang="en-US" sz="1600"/>
              <a:t>(note: the brackets are needed because of spaces in the table and field names; also note * is a wild card indicating all columns should be included)</a:t>
            </a:r>
          </a:p>
        </p:txBody>
      </p:sp>
    </p:spTree>
    <p:custDataLst>
      <p:tags r:id="rId2"/>
    </p:custData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3"/>
          <p:cNvSpPr>
            <a:spLocks noGrp="1"/>
          </p:cNvSpPr>
          <p:nvPr>
            <p:ph type="sldNum" sz="quarter" idx="10"/>
          </p:nvPr>
        </p:nvSpPr>
        <p:spPr/>
        <p:txBody>
          <a:bodyPr/>
          <a:lstStyle/>
          <a:p>
            <a:fld id="{1E3972E5-65D1-4997-B630-1A513F2A32D1}" type="slidenum">
              <a:rPr lang="en-US">
                <a:solidFill>
                  <a:srgbClr val="19138D"/>
                </a:solidFill>
              </a:rPr>
              <a:pPr/>
              <a:t>42</a:t>
            </a:fld>
            <a:endParaRPr lang="en-US">
              <a:solidFill>
                <a:srgbClr val="19138D"/>
              </a:solidFill>
            </a:endParaRPr>
          </a:p>
        </p:txBody>
      </p:sp>
      <p:sp>
        <p:nvSpPr>
          <p:cNvPr id="32770" name="Rectangle 2"/>
          <p:cNvSpPr>
            <a:spLocks noGrp="1" noChangeArrowheads="1"/>
          </p:cNvSpPr>
          <p:nvPr>
            <p:ph type="title"/>
          </p:nvPr>
        </p:nvSpPr>
        <p:spPr>
          <a:xfrm>
            <a:off x="1219200" y="533400"/>
            <a:ext cx="7543800" cy="533400"/>
          </a:xfrm>
        </p:spPr>
        <p:txBody>
          <a:bodyPr/>
          <a:lstStyle/>
          <a:p>
            <a:r>
              <a:rPr lang="en-US" sz="3200"/>
              <a:t>SQL and Relational Algebra PROJECT</a:t>
            </a:r>
          </a:p>
        </p:txBody>
      </p:sp>
      <p:graphicFrame>
        <p:nvGraphicFramePr>
          <p:cNvPr id="32772" name="Object 4"/>
          <p:cNvGraphicFramePr>
            <a:graphicFrameLocks noChangeAspect="1"/>
          </p:cNvGraphicFramePr>
          <p:nvPr/>
        </p:nvGraphicFramePr>
        <p:xfrm>
          <a:off x="5715000" y="4191000"/>
          <a:ext cx="2281238" cy="1492250"/>
        </p:xfrm>
        <a:graphic>
          <a:graphicData uri="http://schemas.openxmlformats.org/presentationml/2006/ole">
            <mc:AlternateContent xmlns:mc="http://schemas.openxmlformats.org/markup-compatibility/2006">
              <mc:Choice xmlns:v="urn:schemas-microsoft-com:vml" Requires="v">
                <p:oleObj spid="_x0000_s11284" name="Document" r:id="rId5" imgW="2349360" imgH="1621800" progId="Word.Document.8">
                  <p:embed/>
                </p:oleObj>
              </mc:Choice>
              <mc:Fallback>
                <p:oleObj name="Document" r:id="rId5" imgW="2349360" imgH="1621800" progId="Word.Document.8">
                  <p:embed/>
                  <p:pic>
                    <p:nvPicPr>
                      <p:cNvPr id="32772"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15000" y="4191000"/>
                        <a:ext cx="2281238" cy="1492250"/>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2773" name="Text Box 5"/>
          <p:cNvSpPr txBox="1">
            <a:spLocks noChangeArrowheads="1"/>
          </p:cNvSpPr>
          <p:nvPr/>
        </p:nvSpPr>
        <p:spPr bwMode="auto">
          <a:xfrm>
            <a:off x="1143000" y="4038600"/>
            <a:ext cx="43434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2400"/>
              <a:t>Select Customer#, Name, SP# </a:t>
            </a:r>
            <a:br>
              <a:rPr lang="en-US" sz="2400"/>
            </a:br>
            <a:r>
              <a:rPr lang="en-US" sz="2400"/>
              <a:t>From Customer;</a:t>
            </a:r>
          </a:p>
        </p:txBody>
      </p:sp>
      <p:sp>
        <p:nvSpPr>
          <p:cNvPr id="32775" name="Text Box 7"/>
          <p:cNvSpPr txBox="1">
            <a:spLocks noChangeArrowheads="1"/>
          </p:cNvSpPr>
          <p:nvPr/>
        </p:nvSpPr>
        <p:spPr bwMode="auto">
          <a:xfrm>
            <a:off x="1143000" y="1295400"/>
            <a:ext cx="73152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2400"/>
              <a:t>Find the customer number, name, and salesperson number for all customers</a:t>
            </a:r>
          </a:p>
        </p:txBody>
      </p:sp>
      <p:graphicFrame>
        <p:nvGraphicFramePr>
          <p:cNvPr id="32776" name="Object 8"/>
          <p:cNvGraphicFramePr>
            <a:graphicFrameLocks noChangeAspect="1"/>
          </p:cNvGraphicFramePr>
          <p:nvPr/>
        </p:nvGraphicFramePr>
        <p:xfrm>
          <a:off x="1219200" y="2057400"/>
          <a:ext cx="3081338" cy="1625600"/>
        </p:xfrm>
        <a:graphic>
          <a:graphicData uri="http://schemas.openxmlformats.org/presentationml/2006/ole">
            <mc:AlternateContent xmlns:mc="http://schemas.openxmlformats.org/markup-compatibility/2006">
              <mc:Choice xmlns:v="urn:schemas-microsoft-com:vml" Requires="v">
                <p:oleObj spid="_x0000_s11285" name="Document" r:id="rId7" imgW="3086640" imgH="1623960" progId="Word.Document.8">
                  <p:embed/>
                </p:oleObj>
              </mc:Choice>
              <mc:Fallback>
                <p:oleObj name="Document" r:id="rId7" imgW="3086640" imgH="1623960" progId="Word.Document.8">
                  <p:embed/>
                  <p:pic>
                    <p:nvPicPr>
                      <p:cNvPr id="32776"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19200" y="2057400"/>
                        <a:ext cx="3081338" cy="1625600"/>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2777" name="Object 9"/>
          <p:cNvGraphicFramePr>
            <a:graphicFrameLocks noChangeAspect="1"/>
          </p:cNvGraphicFramePr>
          <p:nvPr/>
        </p:nvGraphicFramePr>
        <p:xfrm>
          <a:off x="4648200" y="2057400"/>
          <a:ext cx="2390775" cy="1606550"/>
        </p:xfrm>
        <a:graphic>
          <a:graphicData uri="http://schemas.openxmlformats.org/presentationml/2006/ole">
            <mc:AlternateContent xmlns:mc="http://schemas.openxmlformats.org/markup-compatibility/2006">
              <mc:Choice xmlns:v="urn:schemas-microsoft-com:vml" Requires="v">
                <p:oleObj spid="_x0000_s11286" name="Document" r:id="rId9" imgW="2379240" imgH="1615320" progId="Word.Document.8">
                  <p:embed/>
                </p:oleObj>
              </mc:Choice>
              <mc:Fallback>
                <p:oleObj name="Document" r:id="rId9" imgW="2379240" imgH="1615320" progId="Word.Document.8">
                  <p:embed/>
                  <p:pic>
                    <p:nvPicPr>
                      <p:cNvPr id="32777"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648200" y="2057400"/>
                        <a:ext cx="2390775" cy="1606550"/>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ustDataLst>
      <p:tags r:id="rId2"/>
    </p:custData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3"/>
          <p:cNvSpPr>
            <a:spLocks noGrp="1"/>
          </p:cNvSpPr>
          <p:nvPr>
            <p:ph type="sldNum" sz="quarter" idx="10"/>
          </p:nvPr>
        </p:nvSpPr>
        <p:spPr/>
        <p:txBody>
          <a:bodyPr/>
          <a:lstStyle/>
          <a:p>
            <a:fld id="{0D7C42D7-7E16-4B66-84E8-549A39C69EFC}" type="slidenum">
              <a:rPr lang="en-US">
                <a:solidFill>
                  <a:srgbClr val="19138D"/>
                </a:solidFill>
              </a:rPr>
              <a:pPr/>
              <a:t>43</a:t>
            </a:fld>
            <a:endParaRPr lang="en-US">
              <a:solidFill>
                <a:srgbClr val="19138D"/>
              </a:solidFill>
            </a:endParaRPr>
          </a:p>
        </p:txBody>
      </p:sp>
      <p:sp>
        <p:nvSpPr>
          <p:cNvPr id="33794" name="Rectangle 2"/>
          <p:cNvSpPr>
            <a:spLocks noGrp="1" noChangeArrowheads="1"/>
          </p:cNvSpPr>
          <p:nvPr>
            <p:ph type="title"/>
          </p:nvPr>
        </p:nvSpPr>
        <p:spPr>
          <a:xfrm>
            <a:off x="1143000" y="533400"/>
            <a:ext cx="7696200" cy="533400"/>
          </a:xfrm>
        </p:spPr>
        <p:txBody>
          <a:bodyPr/>
          <a:lstStyle/>
          <a:p>
            <a:r>
              <a:rPr lang="en-US" sz="3200"/>
              <a:t>SQL and Relational Algebra Inner Join</a:t>
            </a:r>
          </a:p>
        </p:txBody>
      </p:sp>
      <p:sp>
        <p:nvSpPr>
          <p:cNvPr id="33797" name="Text Box 5"/>
          <p:cNvSpPr txBox="1">
            <a:spLocks noChangeArrowheads="1"/>
          </p:cNvSpPr>
          <p:nvPr/>
        </p:nvSpPr>
        <p:spPr bwMode="auto">
          <a:xfrm>
            <a:off x="990600" y="3581400"/>
            <a:ext cx="701040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2000"/>
              <a:t>Select *</a:t>
            </a:r>
            <a:br>
              <a:rPr lang="en-US" sz="2000"/>
            </a:br>
            <a:r>
              <a:rPr lang="en-US" sz="2000"/>
              <a:t>From Customer, Salesperson</a:t>
            </a:r>
            <a:br>
              <a:rPr lang="en-US" sz="2000"/>
            </a:br>
            <a:r>
              <a:rPr lang="en-US" sz="2000"/>
              <a:t>Where Customer.SP# = [Salesperson.Employee Number];</a:t>
            </a:r>
          </a:p>
        </p:txBody>
      </p:sp>
      <p:graphicFrame>
        <p:nvGraphicFramePr>
          <p:cNvPr id="33799" name="Object 7"/>
          <p:cNvGraphicFramePr>
            <a:graphicFrameLocks noChangeAspect="1"/>
          </p:cNvGraphicFramePr>
          <p:nvPr/>
        </p:nvGraphicFramePr>
        <p:xfrm>
          <a:off x="2286000" y="4572000"/>
          <a:ext cx="4937125" cy="1855788"/>
        </p:xfrm>
        <a:graphic>
          <a:graphicData uri="http://schemas.openxmlformats.org/presentationml/2006/ole">
            <mc:AlternateContent xmlns:mc="http://schemas.openxmlformats.org/markup-compatibility/2006">
              <mc:Choice xmlns:v="urn:schemas-microsoft-com:vml" Requires="v">
                <p:oleObj spid="_x0000_s12308" name="Document" r:id="rId5" imgW="5306040" imgH="1826280" progId="Word.Document.8">
                  <p:embed/>
                </p:oleObj>
              </mc:Choice>
              <mc:Fallback>
                <p:oleObj name="Document" r:id="rId5" imgW="5306040" imgH="1826280" progId="Word.Document.8">
                  <p:embed/>
                  <p:pic>
                    <p:nvPicPr>
                      <p:cNvPr id="33799"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86000" y="4572000"/>
                        <a:ext cx="4937125" cy="1855788"/>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3800" name="Text Box 8"/>
          <p:cNvSpPr txBox="1">
            <a:spLocks noChangeArrowheads="1"/>
          </p:cNvSpPr>
          <p:nvPr/>
        </p:nvSpPr>
        <p:spPr bwMode="auto">
          <a:xfrm>
            <a:off x="1143000" y="1219200"/>
            <a:ext cx="76200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2400"/>
              <a:t>Find all details of all customers and all available details of each customer’s salesperson</a:t>
            </a:r>
          </a:p>
        </p:txBody>
      </p:sp>
      <p:graphicFrame>
        <p:nvGraphicFramePr>
          <p:cNvPr id="33801" name="Object 9"/>
          <p:cNvGraphicFramePr>
            <a:graphicFrameLocks noChangeAspect="1"/>
          </p:cNvGraphicFramePr>
          <p:nvPr/>
        </p:nvGraphicFramePr>
        <p:xfrm>
          <a:off x="1752600" y="1981200"/>
          <a:ext cx="2971800" cy="1479550"/>
        </p:xfrm>
        <a:graphic>
          <a:graphicData uri="http://schemas.openxmlformats.org/presentationml/2006/ole">
            <mc:AlternateContent xmlns:mc="http://schemas.openxmlformats.org/markup-compatibility/2006">
              <mc:Choice xmlns:v="urn:schemas-microsoft-com:vml" Requires="v">
                <p:oleObj spid="_x0000_s12309" name="Document" r:id="rId7" imgW="3086640" imgH="1623960" progId="Word.Document.8">
                  <p:embed/>
                </p:oleObj>
              </mc:Choice>
              <mc:Fallback>
                <p:oleObj name="Document" r:id="rId7" imgW="3086640" imgH="1623960" progId="Word.Document.8">
                  <p:embed/>
                  <p:pic>
                    <p:nvPicPr>
                      <p:cNvPr id="33801" name="Object 9"/>
                      <p:cNvPicPr>
                        <a:picLocks noChangeAspect="1" noChangeArrowheads="1"/>
                      </p:cNvPicPr>
                      <p:nvPr/>
                    </p:nvPicPr>
                    <p:blipFill>
                      <a:blip r:embed="rId8">
                        <a:extLst>
                          <a:ext uri="{28A0092B-C50C-407E-A947-70E740481C1C}">
                            <a14:useLocalDpi xmlns:a14="http://schemas.microsoft.com/office/drawing/2010/main" val="0"/>
                          </a:ext>
                        </a:extLst>
                      </a:blip>
                      <a:srcRect b="5630"/>
                      <a:stretch>
                        <a:fillRect/>
                      </a:stretch>
                    </p:blipFill>
                    <p:spPr bwMode="auto">
                      <a:xfrm>
                        <a:off x="1752600" y="1981200"/>
                        <a:ext cx="2971800" cy="1479550"/>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3802" name="Object 10"/>
          <p:cNvGraphicFramePr>
            <a:graphicFrameLocks noChangeAspect="1"/>
          </p:cNvGraphicFramePr>
          <p:nvPr/>
        </p:nvGraphicFramePr>
        <p:xfrm>
          <a:off x="5181600" y="1981200"/>
          <a:ext cx="2390775" cy="1516063"/>
        </p:xfrm>
        <a:graphic>
          <a:graphicData uri="http://schemas.openxmlformats.org/presentationml/2006/ole">
            <mc:AlternateContent xmlns:mc="http://schemas.openxmlformats.org/markup-compatibility/2006">
              <mc:Choice xmlns:v="urn:schemas-microsoft-com:vml" Requires="v">
                <p:oleObj spid="_x0000_s12310" name="Document" r:id="rId9" imgW="2379240" imgH="1615320" progId="Word.Document.8">
                  <p:embed/>
                </p:oleObj>
              </mc:Choice>
              <mc:Fallback>
                <p:oleObj name="Document" r:id="rId9" imgW="2379240" imgH="1615320" progId="Word.Document.8">
                  <p:embed/>
                  <p:pic>
                    <p:nvPicPr>
                      <p:cNvPr id="33802" name="Object 10"/>
                      <p:cNvPicPr>
                        <a:picLocks noChangeAspect="1" noChangeArrowheads="1"/>
                      </p:cNvPicPr>
                      <p:nvPr/>
                    </p:nvPicPr>
                    <p:blipFill>
                      <a:blip r:embed="rId10">
                        <a:extLst>
                          <a:ext uri="{28A0092B-C50C-407E-A947-70E740481C1C}">
                            <a14:useLocalDpi xmlns:a14="http://schemas.microsoft.com/office/drawing/2010/main" val="0"/>
                          </a:ext>
                        </a:extLst>
                      </a:blip>
                      <a:srcRect b="5661"/>
                      <a:stretch>
                        <a:fillRect/>
                      </a:stretch>
                    </p:blipFill>
                    <p:spPr bwMode="auto">
                      <a:xfrm>
                        <a:off x="5181600" y="1981200"/>
                        <a:ext cx="2390775" cy="1516063"/>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ustDataLst>
      <p:tags r:id="rId2"/>
    </p:custData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3"/>
          <p:cNvSpPr>
            <a:spLocks noGrp="1"/>
          </p:cNvSpPr>
          <p:nvPr>
            <p:ph type="sldNum" sz="quarter" idx="10"/>
          </p:nvPr>
        </p:nvSpPr>
        <p:spPr/>
        <p:txBody>
          <a:bodyPr/>
          <a:lstStyle/>
          <a:p>
            <a:fld id="{B2870ADE-2AF9-489C-8919-1B713CCC2CD0}" type="slidenum">
              <a:rPr lang="en-US">
                <a:solidFill>
                  <a:srgbClr val="19138D"/>
                </a:solidFill>
              </a:rPr>
              <a:pPr/>
              <a:t>44</a:t>
            </a:fld>
            <a:endParaRPr lang="en-US">
              <a:solidFill>
                <a:srgbClr val="19138D"/>
              </a:solidFill>
            </a:endParaRPr>
          </a:p>
        </p:txBody>
      </p:sp>
      <p:sp>
        <p:nvSpPr>
          <p:cNvPr id="34818" name="Rectangle 2"/>
          <p:cNvSpPr>
            <a:spLocks noGrp="1" noChangeArrowheads="1"/>
          </p:cNvSpPr>
          <p:nvPr>
            <p:ph type="title"/>
          </p:nvPr>
        </p:nvSpPr>
        <p:spPr>
          <a:xfrm>
            <a:off x="1066800" y="457200"/>
            <a:ext cx="7696200" cy="685800"/>
          </a:xfrm>
        </p:spPr>
        <p:txBody>
          <a:bodyPr/>
          <a:lstStyle/>
          <a:p>
            <a:r>
              <a:rPr lang="en-US" sz="3200"/>
              <a:t>SQL and Relational Algebra Outer Join</a:t>
            </a:r>
          </a:p>
        </p:txBody>
      </p:sp>
      <p:graphicFrame>
        <p:nvGraphicFramePr>
          <p:cNvPr id="34821" name="Object 5"/>
          <p:cNvGraphicFramePr>
            <a:graphicFrameLocks noChangeAspect="1"/>
          </p:cNvGraphicFramePr>
          <p:nvPr/>
        </p:nvGraphicFramePr>
        <p:xfrm>
          <a:off x="2209800" y="4598988"/>
          <a:ext cx="5578475" cy="2030412"/>
        </p:xfrm>
        <a:graphic>
          <a:graphicData uri="http://schemas.openxmlformats.org/presentationml/2006/ole">
            <mc:AlternateContent xmlns:mc="http://schemas.openxmlformats.org/markup-compatibility/2006">
              <mc:Choice xmlns:v="urn:schemas-microsoft-com:vml" Requires="v">
                <p:oleObj spid="_x0000_s13332" name="Document" r:id="rId5" imgW="5991120" imgH="2253960" progId="Word.Document.8">
                  <p:embed/>
                </p:oleObj>
              </mc:Choice>
              <mc:Fallback>
                <p:oleObj name="Document" r:id="rId5" imgW="5991120" imgH="2253960" progId="Word.Document.8">
                  <p:embed/>
                  <p:pic>
                    <p:nvPicPr>
                      <p:cNvPr id="34821"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09800" y="4598988"/>
                        <a:ext cx="5578475" cy="2030412"/>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4822" name="Text Box 6"/>
          <p:cNvSpPr txBox="1">
            <a:spLocks noChangeArrowheads="1"/>
          </p:cNvSpPr>
          <p:nvPr/>
        </p:nvSpPr>
        <p:spPr bwMode="auto">
          <a:xfrm>
            <a:off x="1295400" y="1143000"/>
            <a:ext cx="70866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2000"/>
              <a:t>Find all details of all sales and the cash receipt number and amount applied of any cash receipts related to those sales</a:t>
            </a:r>
          </a:p>
        </p:txBody>
      </p:sp>
      <p:graphicFrame>
        <p:nvGraphicFramePr>
          <p:cNvPr id="34823" name="Object 7"/>
          <p:cNvGraphicFramePr>
            <a:graphicFrameLocks noChangeAspect="1"/>
          </p:cNvGraphicFramePr>
          <p:nvPr/>
        </p:nvGraphicFramePr>
        <p:xfrm>
          <a:off x="1371600" y="1828800"/>
          <a:ext cx="3124200" cy="1746250"/>
        </p:xfrm>
        <a:graphic>
          <a:graphicData uri="http://schemas.openxmlformats.org/presentationml/2006/ole">
            <mc:AlternateContent xmlns:mc="http://schemas.openxmlformats.org/markup-compatibility/2006">
              <mc:Choice xmlns:v="urn:schemas-microsoft-com:vml" Requires="v">
                <p:oleObj spid="_x0000_s13333" name="Document" r:id="rId7" imgW="3486960" imgH="2043360" progId="Word.Document.8">
                  <p:embed/>
                </p:oleObj>
              </mc:Choice>
              <mc:Fallback>
                <p:oleObj name="Document" r:id="rId7" imgW="3486960" imgH="2043360" progId="Word.Document.8">
                  <p:embed/>
                  <p:pic>
                    <p:nvPicPr>
                      <p:cNvPr id="34823" name="Object 7"/>
                      <p:cNvPicPr>
                        <a:picLocks noChangeAspect="1" noChangeArrowheads="1"/>
                      </p:cNvPicPr>
                      <p:nvPr/>
                    </p:nvPicPr>
                    <p:blipFill>
                      <a:blip r:embed="rId8">
                        <a:extLst>
                          <a:ext uri="{28A0092B-C50C-407E-A947-70E740481C1C}">
                            <a14:useLocalDpi xmlns:a14="http://schemas.microsoft.com/office/drawing/2010/main" val="0"/>
                          </a:ext>
                        </a:extLst>
                      </a:blip>
                      <a:srcRect b="4475"/>
                      <a:stretch>
                        <a:fillRect/>
                      </a:stretch>
                    </p:blipFill>
                    <p:spPr bwMode="auto">
                      <a:xfrm>
                        <a:off x="1371600" y="1828800"/>
                        <a:ext cx="3124200" cy="1746250"/>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4824" name="Object 8"/>
          <p:cNvGraphicFramePr>
            <a:graphicFrameLocks noChangeAspect="1"/>
          </p:cNvGraphicFramePr>
          <p:nvPr/>
        </p:nvGraphicFramePr>
        <p:xfrm>
          <a:off x="4724400" y="1828800"/>
          <a:ext cx="1981200" cy="1587500"/>
        </p:xfrm>
        <a:graphic>
          <a:graphicData uri="http://schemas.openxmlformats.org/presentationml/2006/ole">
            <mc:AlternateContent xmlns:mc="http://schemas.openxmlformats.org/markup-compatibility/2006">
              <mc:Choice xmlns:v="urn:schemas-microsoft-com:vml" Requires="v">
                <p:oleObj spid="_x0000_s13334" name="Document" r:id="rId9" imgW="2179440" imgH="1832400" progId="Word.Document.8">
                  <p:embed/>
                </p:oleObj>
              </mc:Choice>
              <mc:Fallback>
                <p:oleObj name="Document" r:id="rId9" imgW="2179440" imgH="1832400" progId="Word.Document.8">
                  <p:embed/>
                  <p:pic>
                    <p:nvPicPr>
                      <p:cNvPr id="34824" name="Object 8"/>
                      <p:cNvPicPr>
                        <a:picLocks noChangeAspect="1" noChangeArrowheads="1"/>
                      </p:cNvPicPr>
                      <p:nvPr/>
                    </p:nvPicPr>
                    <p:blipFill>
                      <a:blip r:embed="rId10">
                        <a:extLst>
                          <a:ext uri="{28A0092B-C50C-407E-A947-70E740481C1C}">
                            <a14:useLocalDpi xmlns:a14="http://schemas.microsoft.com/office/drawing/2010/main" val="0"/>
                          </a:ext>
                        </a:extLst>
                      </a:blip>
                      <a:srcRect b="4990"/>
                      <a:stretch>
                        <a:fillRect/>
                      </a:stretch>
                    </p:blipFill>
                    <p:spPr bwMode="auto">
                      <a:xfrm>
                        <a:off x="4724400" y="1828800"/>
                        <a:ext cx="1981200" cy="1587500"/>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4825" name="Text Box 9"/>
          <p:cNvSpPr txBox="1">
            <a:spLocks noChangeArrowheads="1"/>
          </p:cNvSpPr>
          <p:nvPr/>
        </p:nvSpPr>
        <p:spPr bwMode="auto">
          <a:xfrm>
            <a:off x="1752600" y="3657600"/>
            <a:ext cx="6781800" cy="121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spcBef>
                <a:spcPct val="50000"/>
              </a:spcBef>
            </a:pPr>
            <a:r>
              <a:rPr lang="en-US" sz="2000"/>
              <a:t>Select *</a:t>
            </a:r>
            <a:br>
              <a:rPr lang="en-US" sz="2000"/>
            </a:br>
            <a:r>
              <a:rPr lang="en-US" sz="2000"/>
              <a:t>From Sale LeftJoin [Sale-CashRecDuality]</a:t>
            </a:r>
            <a:br>
              <a:rPr lang="en-US" sz="2000"/>
            </a:br>
            <a:r>
              <a:rPr lang="en-US" sz="2000"/>
              <a:t>Where [Sale.Sale#]=[Sale-CashRecDuality.Sale#];</a:t>
            </a:r>
            <a:br>
              <a:rPr lang="en-US" sz="2000"/>
            </a:br>
            <a:endParaRPr lang="en-US" sz="2000"/>
          </a:p>
        </p:txBody>
      </p:sp>
    </p:spTree>
    <p:custDataLst>
      <p:tags r:id="rId2"/>
    </p:custData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B6A6405E-FDCB-48E6-9AE4-C695247F56BD}" type="slidenum">
              <a:rPr lang="en-US">
                <a:solidFill>
                  <a:srgbClr val="19138D"/>
                </a:solidFill>
              </a:rPr>
              <a:pPr/>
              <a:t>45</a:t>
            </a:fld>
            <a:endParaRPr lang="en-US">
              <a:solidFill>
                <a:srgbClr val="19138D"/>
              </a:solidFill>
            </a:endParaRPr>
          </a:p>
        </p:txBody>
      </p:sp>
      <p:sp>
        <p:nvSpPr>
          <p:cNvPr id="35842" name="Rectangle 2"/>
          <p:cNvSpPr>
            <a:spLocks noGrp="1" noChangeArrowheads="1"/>
          </p:cNvSpPr>
          <p:nvPr>
            <p:ph type="title"/>
          </p:nvPr>
        </p:nvSpPr>
        <p:spPr>
          <a:xfrm>
            <a:off x="914400" y="381000"/>
            <a:ext cx="7848600" cy="742950"/>
          </a:xfrm>
        </p:spPr>
        <p:txBody>
          <a:bodyPr/>
          <a:lstStyle/>
          <a:p>
            <a:r>
              <a:rPr lang="en-US" sz="3200"/>
              <a:t>Mathematical Comparison Operators</a:t>
            </a:r>
          </a:p>
        </p:txBody>
      </p:sp>
      <p:sp>
        <p:nvSpPr>
          <p:cNvPr id="35843" name="Rectangle 3"/>
          <p:cNvSpPr>
            <a:spLocks noGrp="1" noChangeArrowheads="1"/>
          </p:cNvSpPr>
          <p:nvPr>
            <p:ph type="body" idx="1"/>
          </p:nvPr>
        </p:nvSpPr>
        <p:spPr>
          <a:xfrm>
            <a:off x="1295400" y="1295400"/>
            <a:ext cx="7319963" cy="4514850"/>
          </a:xfrm>
        </p:spPr>
        <p:txBody>
          <a:bodyPr/>
          <a:lstStyle/>
          <a:p>
            <a:pPr>
              <a:lnSpc>
                <a:spcPct val="90000"/>
              </a:lnSpc>
            </a:pPr>
            <a:r>
              <a:rPr lang="en-US" sz="2000"/>
              <a:t>SQL Queries may include mathematical comparison operators such as </a:t>
            </a:r>
          </a:p>
          <a:p>
            <a:pPr lvl="1">
              <a:lnSpc>
                <a:spcPct val="90000"/>
              </a:lnSpc>
            </a:pPr>
            <a:r>
              <a:rPr lang="en-US" sz="1800"/>
              <a:t>= equal to</a:t>
            </a:r>
          </a:p>
          <a:p>
            <a:pPr lvl="1">
              <a:lnSpc>
                <a:spcPct val="90000"/>
              </a:lnSpc>
            </a:pPr>
            <a:r>
              <a:rPr lang="en-US" sz="1800"/>
              <a:t>&lt; less than</a:t>
            </a:r>
          </a:p>
          <a:p>
            <a:pPr lvl="1">
              <a:lnSpc>
                <a:spcPct val="90000"/>
              </a:lnSpc>
            </a:pPr>
            <a:r>
              <a:rPr lang="en-US" sz="1800"/>
              <a:t>&lt;= less than or equal to</a:t>
            </a:r>
          </a:p>
          <a:p>
            <a:pPr lvl="1">
              <a:lnSpc>
                <a:spcPct val="90000"/>
              </a:lnSpc>
            </a:pPr>
            <a:r>
              <a:rPr lang="en-US" sz="1800"/>
              <a:t>&gt; greater than</a:t>
            </a:r>
          </a:p>
          <a:p>
            <a:pPr lvl="1">
              <a:lnSpc>
                <a:spcPct val="90000"/>
              </a:lnSpc>
            </a:pPr>
            <a:r>
              <a:rPr lang="en-US" sz="1800"/>
              <a:t>&gt;= greater than or equal to</a:t>
            </a:r>
          </a:p>
          <a:p>
            <a:pPr lvl="1">
              <a:lnSpc>
                <a:spcPct val="90000"/>
              </a:lnSpc>
            </a:pPr>
            <a:r>
              <a:rPr lang="en-US" sz="1800"/>
              <a:t>&lt;&gt; not equal to (or != in some software)</a:t>
            </a:r>
          </a:p>
          <a:p>
            <a:pPr>
              <a:lnSpc>
                <a:spcPct val="90000"/>
              </a:lnSpc>
            </a:pPr>
            <a:r>
              <a:rPr lang="en-US" sz="2000"/>
              <a:t>Mathematical comparison operators are typically included in the WHERE clause of the SQL statement, and may be used on all types of fields</a:t>
            </a:r>
          </a:p>
          <a:p>
            <a:pPr lvl="1">
              <a:lnSpc>
                <a:spcPct val="90000"/>
              </a:lnSpc>
            </a:pPr>
            <a:r>
              <a:rPr lang="en-US" sz="1800"/>
              <a:t>For date fields, dates that are earlier in time are “less than” dates that are later in time.</a:t>
            </a:r>
          </a:p>
          <a:p>
            <a:pPr lvl="1">
              <a:lnSpc>
                <a:spcPct val="90000"/>
              </a:lnSpc>
            </a:pPr>
            <a:r>
              <a:rPr lang="en-US" sz="1800"/>
              <a:t>For text fields, A &lt; B &lt; C, etc.</a:t>
            </a:r>
          </a:p>
        </p:txBody>
      </p:sp>
    </p:spTree>
    <p:custDataLst>
      <p:tags r:id="rId1"/>
    </p:custDataLst>
  </p:cSld>
  <p:clrMapOvr>
    <a:masterClrMapping/>
  </p:clrMapOvr>
  <p:transition spd="slow"/>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3"/>
          <p:cNvSpPr>
            <a:spLocks noGrp="1"/>
          </p:cNvSpPr>
          <p:nvPr>
            <p:ph type="sldNum" sz="quarter" idx="10"/>
          </p:nvPr>
        </p:nvSpPr>
        <p:spPr/>
        <p:txBody>
          <a:bodyPr/>
          <a:lstStyle/>
          <a:p>
            <a:fld id="{8DF3EFCD-50FF-495B-A878-61081054CC03}" type="slidenum">
              <a:rPr lang="en-US">
                <a:solidFill>
                  <a:srgbClr val="19138D"/>
                </a:solidFill>
              </a:rPr>
              <a:pPr/>
              <a:t>46</a:t>
            </a:fld>
            <a:endParaRPr lang="en-US">
              <a:solidFill>
                <a:srgbClr val="19138D"/>
              </a:solidFill>
            </a:endParaRPr>
          </a:p>
        </p:txBody>
      </p:sp>
      <p:sp>
        <p:nvSpPr>
          <p:cNvPr id="36866" name="Rectangle 2"/>
          <p:cNvSpPr>
            <a:spLocks noGrp="1" noChangeArrowheads="1"/>
          </p:cNvSpPr>
          <p:nvPr>
            <p:ph type="title"/>
          </p:nvPr>
        </p:nvSpPr>
        <p:spPr/>
        <p:txBody>
          <a:bodyPr/>
          <a:lstStyle/>
          <a:p>
            <a:r>
              <a:rPr lang="en-US" sz="3200"/>
              <a:t>SQL Mathematical </a:t>
            </a:r>
            <a:br>
              <a:rPr lang="en-US" sz="3200"/>
            </a:br>
            <a:r>
              <a:rPr lang="en-US" sz="3200"/>
              <a:t>Comparison Operators</a:t>
            </a:r>
          </a:p>
        </p:txBody>
      </p:sp>
      <p:sp>
        <p:nvSpPr>
          <p:cNvPr id="36867" name="Rectangle 3"/>
          <p:cNvSpPr>
            <a:spLocks noGrp="1" noChangeArrowheads="1"/>
          </p:cNvSpPr>
          <p:nvPr>
            <p:ph type="body" idx="1"/>
          </p:nvPr>
        </p:nvSpPr>
        <p:spPr>
          <a:xfrm>
            <a:off x="4648200" y="1447800"/>
            <a:ext cx="4038600" cy="1314450"/>
          </a:xfrm>
        </p:spPr>
        <p:txBody>
          <a:bodyPr lIns="0" tIns="0" rIns="0" bIns="0"/>
          <a:lstStyle/>
          <a:p>
            <a:pPr>
              <a:buFontTx/>
              <a:buNone/>
            </a:pPr>
            <a:r>
              <a:rPr lang="en-US" sz="2400"/>
              <a:t>    Select Account#, Balance</a:t>
            </a:r>
            <a:br>
              <a:rPr lang="en-US" sz="2400"/>
            </a:br>
            <a:r>
              <a:rPr lang="en-US" sz="2400"/>
              <a:t>From Cash</a:t>
            </a:r>
            <a:br>
              <a:rPr lang="en-US" sz="2400"/>
            </a:br>
            <a:r>
              <a:rPr lang="en-US" sz="2400"/>
              <a:t>Where Balance&gt;=50000;</a:t>
            </a:r>
          </a:p>
        </p:txBody>
      </p:sp>
      <p:graphicFrame>
        <p:nvGraphicFramePr>
          <p:cNvPr id="36868" name="Object 4"/>
          <p:cNvGraphicFramePr>
            <a:graphicFrameLocks noChangeAspect="1"/>
          </p:cNvGraphicFramePr>
          <p:nvPr>
            <p:extLst/>
          </p:nvPr>
        </p:nvGraphicFramePr>
        <p:xfrm>
          <a:off x="2743200" y="3732213"/>
          <a:ext cx="3359150" cy="820737"/>
        </p:xfrm>
        <a:graphic>
          <a:graphicData uri="http://schemas.openxmlformats.org/presentationml/2006/ole">
            <mc:AlternateContent xmlns:mc="http://schemas.openxmlformats.org/markup-compatibility/2006">
              <mc:Choice xmlns:v="urn:schemas-microsoft-com:vml" Requires="v">
                <p:oleObj spid="_x0000_s14350" name="Document" r:id="rId5" imgW="3121122" imgH="778129" progId="Word.Document.8">
                  <p:embed/>
                </p:oleObj>
              </mc:Choice>
              <mc:Fallback>
                <p:oleObj name="Document" r:id="rId5" imgW="3121122" imgH="778129" progId="Word.Document.8">
                  <p:embed/>
                  <p:pic>
                    <p:nvPicPr>
                      <p:cNvPr id="36868" name="Object 4"/>
                      <p:cNvPicPr>
                        <a:picLocks noChangeAspect="1" noChangeArrowheads="1"/>
                      </p:cNvPicPr>
                      <p:nvPr/>
                    </p:nvPicPr>
                    <p:blipFill>
                      <a:blip r:embed="rId6"/>
                      <a:srcRect/>
                      <a:stretch>
                        <a:fillRect/>
                      </a:stretch>
                    </p:blipFill>
                    <p:spPr bwMode="auto">
                      <a:xfrm>
                        <a:off x="2743200" y="3732213"/>
                        <a:ext cx="3359150" cy="8207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6869" name="Object 5"/>
          <p:cNvGraphicFramePr>
            <a:graphicFrameLocks noChangeAspect="1"/>
          </p:cNvGraphicFramePr>
          <p:nvPr/>
        </p:nvGraphicFramePr>
        <p:xfrm>
          <a:off x="990600" y="1371600"/>
          <a:ext cx="3475038" cy="1401763"/>
        </p:xfrm>
        <a:graphic>
          <a:graphicData uri="http://schemas.openxmlformats.org/presentationml/2006/ole">
            <mc:AlternateContent xmlns:mc="http://schemas.openxmlformats.org/markup-compatibility/2006">
              <mc:Choice xmlns:v="urn:schemas-microsoft-com:vml" Requires="v">
                <p:oleObj spid="_x0000_s14351" name="Document" r:id="rId7" imgW="3478680" imgH="1411200" progId="Word.Document.8">
                  <p:embed/>
                </p:oleObj>
              </mc:Choice>
              <mc:Fallback>
                <p:oleObj name="Document" r:id="rId7" imgW="3478680" imgH="1411200" progId="Word.Document.8">
                  <p:embed/>
                  <p:pic>
                    <p:nvPicPr>
                      <p:cNvPr id="36869"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90600" y="1371600"/>
                        <a:ext cx="3475038" cy="1401763"/>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ustDataLst>
      <p:tags r:id="rId2"/>
    </p:custDataLst>
  </p:cSld>
  <p:clrMapOvr>
    <a:masterClrMapping/>
  </p:clrMapOvr>
  <p:transition spd="slow"/>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3"/>
          <p:cNvSpPr>
            <a:spLocks noGrp="1"/>
          </p:cNvSpPr>
          <p:nvPr>
            <p:ph type="sldNum" sz="quarter" idx="10"/>
          </p:nvPr>
        </p:nvSpPr>
        <p:spPr/>
        <p:txBody>
          <a:bodyPr/>
          <a:lstStyle/>
          <a:p>
            <a:fld id="{461E3F50-01E3-41AB-830E-988BFBCA2602}" type="slidenum">
              <a:rPr lang="en-US">
                <a:solidFill>
                  <a:srgbClr val="19138D"/>
                </a:solidFill>
              </a:rPr>
              <a:pPr/>
              <a:t>47</a:t>
            </a:fld>
            <a:endParaRPr lang="en-US">
              <a:solidFill>
                <a:srgbClr val="19138D"/>
              </a:solidFill>
            </a:endParaRPr>
          </a:p>
        </p:txBody>
      </p:sp>
      <p:sp>
        <p:nvSpPr>
          <p:cNvPr id="37890" name="Rectangle 2"/>
          <p:cNvSpPr>
            <a:spLocks noGrp="1" noChangeArrowheads="1"/>
          </p:cNvSpPr>
          <p:nvPr>
            <p:ph type="title"/>
          </p:nvPr>
        </p:nvSpPr>
        <p:spPr>
          <a:xfrm>
            <a:off x="914400" y="152400"/>
            <a:ext cx="7924800" cy="914400"/>
          </a:xfrm>
        </p:spPr>
        <p:txBody>
          <a:bodyPr>
            <a:normAutofit fontScale="90000"/>
          </a:bodyPr>
          <a:lstStyle/>
          <a:p>
            <a:r>
              <a:rPr lang="en-US" sz="3200"/>
              <a:t>SQL Mathematical Comparison </a:t>
            </a:r>
            <a:br>
              <a:rPr lang="en-US" sz="3200"/>
            </a:br>
            <a:r>
              <a:rPr lang="en-US" sz="3200"/>
              <a:t>Operators on Character Attributes</a:t>
            </a:r>
            <a:endParaRPr lang="en-US"/>
          </a:p>
        </p:txBody>
      </p:sp>
      <p:sp>
        <p:nvSpPr>
          <p:cNvPr id="37891" name="Rectangle 3"/>
          <p:cNvSpPr>
            <a:spLocks noGrp="1" noChangeArrowheads="1"/>
          </p:cNvSpPr>
          <p:nvPr>
            <p:ph type="body" idx="1"/>
          </p:nvPr>
        </p:nvSpPr>
        <p:spPr>
          <a:xfrm>
            <a:off x="4495800" y="1600200"/>
            <a:ext cx="4191000" cy="1143000"/>
          </a:xfrm>
        </p:spPr>
        <p:txBody>
          <a:bodyPr lIns="0" tIns="0" rIns="0" bIns="0"/>
          <a:lstStyle/>
          <a:p>
            <a:pPr>
              <a:buFontTx/>
              <a:buNone/>
            </a:pPr>
            <a:r>
              <a:rPr lang="en-US" sz="2400"/>
              <a:t>    Select Sale#, Amount</a:t>
            </a:r>
            <a:br>
              <a:rPr lang="en-US" sz="2400"/>
            </a:br>
            <a:r>
              <a:rPr lang="en-US" sz="2400"/>
              <a:t>From Sale</a:t>
            </a:r>
            <a:br>
              <a:rPr lang="en-US" sz="2400"/>
            </a:br>
            <a:r>
              <a:rPr lang="en-US" sz="2400"/>
              <a:t>Where SalesRep# &lt;&gt; E-10;</a:t>
            </a:r>
          </a:p>
        </p:txBody>
      </p:sp>
      <p:graphicFrame>
        <p:nvGraphicFramePr>
          <p:cNvPr id="37892" name="Object 4"/>
          <p:cNvGraphicFramePr>
            <a:graphicFrameLocks noChangeAspect="1"/>
          </p:cNvGraphicFramePr>
          <p:nvPr/>
        </p:nvGraphicFramePr>
        <p:xfrm>
          <a:off x="5715000" y="3657600"/>
          <a:ext cx="1462088" cy="965200"/>
        </p:xfrm>
        <a:graphic>
          <a:graphicData uri="http://schemas.openxmlformats.org/presentationml/2006/ole">
            <mc:AlternateContent xmlns:mc="http://schemas.openxmlformats.org/markup-compatibility/2006">
              <mc:Choice xmlns:v="urn:schemas-microsoft-com:vml" Requires="v">
                <p:oleObj spid="_x0000_s15374" name="Document" r:id="rId5" imgW="1347480" imgH="989280" progId="Word.Document.8">
                  <p:embed/>
                </p:oleObj>
              </mc:Choice>
              <mc:Fallback>
                <p:oleObj name="Document" r:id="rId5" imgW="1347480" imgH="989280" progId="Word.Document.8">
                  <p:embed/>
                  <p:pic>
                    <p:nvPicPr>
                      <p:cNvPr id="37892"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15000" y="3657600"/>
                        <a:ext cx="1462088" cy="965200"/>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7893" name="Object 5"/>
          <p:cNvGraphicFramePr>
            <a:graphicFrameLocks noChangeAspect="1"/>
          </p:cNvGraphicFramePr>
          <p:nvPr/>
        </p:nvGraphicFramePr>
        <p:xfrm>
          <a:off x="914400" y="1371600"/>
          <a:ext cx="3657600" cy="2043113"/>
        </p:xfrm>
        <a:graphic>
          <a:graphicData uri="http://schemas.openxmlformats.org/presentationml/2006/ole">
            <mc:AlternateContent xmlns:mc="http://schemas.openxmlformats.org/markup-compatibility/2006">
              <mc:Choice xmlns:v="urn:schemas-microsoft-com:vml" Requires="v">
                <p:oleObj spid="_x0000_s15375" name="Document" r:id="rId7" imgW="3486960" imgH="2043360" progId="Word.Document.8">
                  <p:embed/>
                </p:oleObj>
              </mc:Choice>
              <mc:Fallback>
                <p:oleObj name="Document" r:id="rId7" imgW="3486960" imgH="2043360" progId="Word.Document.8">
                  <p:embed/>
                  <p:pic>
                    <p:nvPicPr>
                      <p:cNvPr id="37893" name="Object 5"/>
                      <p:cNvPicPr>
                        <a:picLocks noChangeAspect="1" noChangeArrowheads="1"/>
                      </p:cNvPicPr>
                      <p:nvPr/>
                    </p:nvPicPr>
                    <p:blipFill>
                      <a:blip r:embed="rId8">
                        <a:extLst>
                          <a:ext uri="{28A0092B-C50C-407E-A947-70E740481C1C}">
                            <a14:useLocalDpi xmlns:a14="http://schemas.microsoft.com/office/drawing/2010/main" val="0"/>
                          </a:ext>
                        </a:extLst>
                      </a:blip>
                      <a:srcRect b="4475"/>
                      <a:stretch>
                        <a:fillRect/>
                      </a:stretch>
                    </p:blipFill>
                    <p:spPr bwMode="auto">
                      <a:xfrm>
                        <a:off x="914400" y="1371600"/>
                        <a:ext cx="3657600" cy="2043113"/>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ustDataLst>
      <p:tags r:id="rId2"/>
    </p:custDataLst>
  </p:cSld>
  <p:clrMapOvr>
    <a:masterClrMapping/>
  </p:clrMapOvr>
  <p:transition spd="slow"/>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2B3ED0BD-1419-4826-BC59-AFBBAE9484DC}" type="slidenum">
              <a:rPr lang="en-US">
                <a:solidFill>
                  <a:srgbClr val="19138D"/>
                </a:solidFill>
              </a:rPr>
              <a:pPr/>
              <a:t>48</a:t>
            </a:fld>
            <a:endParaRPr lang="en-US">
              <a:solidFill>
                <a:srgbClr val="19138D"/>
              </a:solidFill>
            </a:endParaRPr>
          </a:p>
        </p:txBody>
      </p:sp>
      <p:sp>
        <p:nvSpPr>
          <p:cNvPr id="38914" name="Rectangle 2"/>
          <p:cNvSpPr>
            <a:spLocks noGrp="1" noChangeArrowheads="1"/>
          </p:cNvSpPr>
          <p:nvPr>
            <p:ph type="title"/>
          </p:nvPr>
        </p:nvSpPr>
        <p:spPr>
          <a:xfrm>
            <a:off x="914400" y="509588"/>
            <a:ext cx="7848600" cy="633412"/>
          </a:xfrm>
        </p:spPr>
        <p:txBody>
          <a:bodyPr/>
          <a:lstStyle/>
          <a:p>
            <a:r>
              <a:rPr lang="en-US" sz="3600"/>
              <a:t>Queries with Logical Operators</a:t>
            </a:r>
          </a:p>
        </p:txBody>
      </p:sp>
      <p:sp>
        <p:nvSpPr>
          <p:cNvPr id="38915" name="Rectangle 3"/>
          <p:cNvSpPr>
            <a:spLocks noGrp="1" noChangeArrowheads="1"/>
          </p:cNvSpPr>
          <p:nvPr>
            <p:ph type="body" idx="1"/>
          </p:nvPr>
        </p:nvSpPr>
        <p:spPr>
          <a:xfrm>
            <a:off x="1219200" y="1371600"/>
            <a:ext cx="7259638" cy="4381500"/>
          </a:xfrm>
        </p:spPr>
        <p:txBody>
          <a:bodyPr/>
          <a:lstStyle/>
          <a:p>
            <a:r>
              <a:rPr lang="en-US"/>
              <a:t>Queries may include logical operators AND, OR, and NOT</a:t>
            </a:r>
          </a:p>
          <a:p>
            <a:pPr lvl="1"/>
            <a:r>
              <a:rPr lang="en-US"/>
              <a:t>AND accomplishes a set intersection – answer includes all instances that meet BOTH conditions</a:t>
            </a:r>
          </a:p>
          <a:p>
            <a:pPr lvl="1"/>
            <a:r>
              <a:rPr lang="en-US"/>
              <a:t>OR accomplishes a set union – answer includes all instances that meet one condition and all instances that meet the other condition</a:t>
            </a:r>
          </a:p>
          <a:p>
            <a:pPr lvl="1"/>
            <a:r>
              <a:rPr lang="en-US"/>
              <a:t>NOT identifies instances that do not meet one or more conditions </a:t>
            </a:r>
          </a:p>
        </p:txBody>
      </p:sp>
    </p:spTree>
    <p:custDataLst>
      <p:tags r:id="rId1"/>
    </p:custDataLst>
  </p:cSld>
  <p:clrMapOvr>
    <a:masterClrMapping/>
  </p:clrMapOvr>
  <p:transition spd="slow"/>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3"/>
          <p:cNvSpPr>
            <a:spLocks noGrp="1"/>
          </p:cNvSpPr>
          <p:nvPr>
            <p:ph type="sldNum" sz="quarter" idx="10"/>
          </p:nvPr>
        </p:nvSpPr>
        <p:spPr/>
        <p:txBody>
          <a:bodyPr/>
          <a:lstStyle/>
          <a:p>
            <a:fld id="{82E803CE-4369-46D1-9C11-0762EA8D2A94}" type="slidenum">
              <a:rPr lang="en-US">
                <a:solidFill>
                  <a:srgbClr val="19138D"/>
                </a:solidFill>
              </a:rPr>
              <a:pPr/>
              <a:t>49</a:t>
            </a:fld>
            <a:endParaRPr lang="en-US">
              <a:solidFill>
                <a:srgbClr val="19138D"/>
              </a:solidFill>
            </a:endParaRPr>
          </a:p>
        </p:txBody>
      </p:sp>
      <p:sp>
        <p:nvSpPr>
          <p:cNvPr id="39938" name="Rectangle 2"/>
          <p:cNvSpPr>
            <a:spLocks noGrp="1" noChangeArrowheads="1"/>
          </p:cNvSpPr>
          <p:nvPr>
            <p:ph type="title"/>
          </p:nvPr>
        </p:nvSpPr>
        <p:spPr>
          <a:xfrm>
            <a:off x="1066800" y="457200"/>
            <a:ext cx="7739063" cy="685800"/>
          </a:xfrm>
        </p:spPr>
        <p:txBody>
          <a:bodyPr/>
          <a:lstStyle/>
          <a:p>
            <a:r>
              <a:rPr lang="en-US" sz="3600"/>
              <a:t>Queries with Special Operators</a:t>
            </a:r>
          </a:p>
        </p:txBody>
      </p:sp>
      <p:sp>
        <p:nvSpPr>
          <p:cNvPr id="39939" name="Rectangle 3"/>
          <p:cNvSpPr>
            <a:spLocks noGrp="1" noChangeArrowheads="1"/>
          </p:cNvSpPr>
          <p:nvPr>
            <p:ph type="body" idx="1"/>
          </p:nvPr>
        </p:nvSpPr>
        <p:spPr>
          <a:xfrm>
            <a:off x="1219200" y="1295400"/>
            <a:ext cx="6715125" cy="838200"/>
          </a:xfrm>
        </p:spPr>
        <p:txBody>
          <a:bodyPr/>
          <a:lstStyle/>
          <a:p>
            <a:r>
              <a:rPr lang="en-US" sz="2400"/>
              <a:t>BETWEEN is used to define the range limits.</a:t>
            </a:r>
          </a:p>
          <a:p>
            <a:pPr lvl="1"/>
            <a:r>
              <a:rPr lang="en-US" sz="2000"/>
              <a:t>The end points of the range are included</a:t>
            </a:r>
          </a:p>
        </p:txBody>
      </p:sp>
      <p:graphicFrame>
        <p:nvGraphicFramePr>
          <p:cNvPr id="39940" name="Object 4"/>
          <p:cNvGraphicFramePr>
            <a:graphicFrameLocks noChangeAspect="1"/>
          </p:cNvGraphicFramePr>
          <p:nvPr/>
        </p:nvGraphicFramePr>
        <p:xfrm>
          <a:off x="5943600" y="4191000"/>
          <a:ext cx="2057400" cy="1450975"/>
        </p:xfrm>
        <a:graphic>
          <a:graphicData uri="http://schemas.openxmlformats.org/presentationml/2006/ole">
            <mc:AlternateContent xmlns:mc="http://schemas.openxmlformats.org/markup-compatibility/2006">
              <mc:Choice xmlns:v="urn:schemas-microsoft-com:vml" Requires="v">
                <p:oleObj spid="_x0000_s16398" name="Document" r:id="rId5" imgW="2135520" imgH="1621800" progId="Word.Document.8">
                  <p:embed/>
                </p:oleObj>
              </mc:Choice>
              <mc:Fallback>
                <p:oleObj name="Document" r:id="rId5" imgW="2135520" imgH="1621800" progId="Word.Document.8">
                  <p:embed/>
                  <p:pic>
                    <p:nvPicPr>
                      <p:cNvPr id="3994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43600" y="4191000"/>
                        <a:ext cx="2057400" cy="145097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9941" name="Text Box 5"/>
          <p:cNvSpPr txBox="1">
            <a:spLocks noChangeArrowheads="1"/>
          </p:cNvSpPr>
          <p:nvPr/>
        </p:nvSpPr>
        <p:spPr bwMode="auto">
          <a:xfrm>
            <a:off x="685800" y="4724400"/>
            <a:ext cx="4876800" cy="1327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lvl="1">
              <a:spcBef>
                <a:spcPct val="20000"/>
              </a:spcBef>
              <a:buClr>
                <a:schemeClr val="accent2"/>
              </a:buClr>
              <a:buFont typeface="Arial" charset="0"/>
              <a:buNone/>
            </a:pPr>
            <a:r>
              <a:rPr lang="en-US" sz="2000"/>
              <a:t>Select Sale#, Amount, Date</a:t>
            </a:r>
            <a:br>
              <a:rPr lang="en-US" sz="2000"/>
            </a:br>
            <a:r>
              <a:rPr lang="en-US" sz="2000"/>
              <a:t>From Sale</a:t>
            </a:r>
            <a:br>
              <a:rPr lang="en-US" sz="2000"/>
            </a:br>
            <a:r>
              <a:rPr lang="en-US" sz="2000"/>
              <a:t>Where Date BETWEEN 7/1 and 7/31;</a:t>
            </a:r>
          </a:p>
          <a:p>
            <a:pPr>
              <a:spcBef>
                <a:spcPct val="50000"/>
              </a:spcBef>
            </a:pPr>
            <a:endParaRPr lang="en-US"/>
          </a:p>
        </p:txBody>
      </p:sp>
      <p:graphicFrame>
        <p:nvGraphicFramePr>
          <p:cNvPr id="39942" name="Object 6"/>
          <p:cNvGraphicFramePr>
            <a:graphicFrameLocks noChangeAspect="1"/>
          </p:cNvGraphicFramePr>
          <p:nvPr/>
        </p:nvGraphicFramePr>
        <p:xfrm>
          <a:off x="1676400" y="2438400"/>
          <a:ext cx="3657600" cy="2043113"/>
        </p:xfrm>
        <a:graphic>
          <a:graphicData uri="http://schemas.openxmlformats.org/presentationml/2006/ole">
            <mc:AlternateContent xmlns:mc="http://schemas.openxmlformats.org/markup-compatibility/2006">
              <mc:Choice xmlns:v="urn:schemas-microsoft-com:vml" Requires="v">
                <p:oleObj spid="_x0000_s16399" name="Document" r:id="rId7" imgW="3486960" imgH="2043360" progId="Word.Document.8">
                  <p:embed/>
                </p:oleObj>
              </mc:Choice>
              <mc:Fallback>
                <p:oleObj name="Document" r:id="rId7" imgW="3486960" imgH="2043360" progId="Word.Document.8">
                  <p:embed/>
                  <p:pic>
                    <p:nvPicPr>
                      <p:cNvPr id="39942" name="Object 6"/>
                      <p:cNvPicPr>
                        <a:picLocks noChangeAspect="1" noChangeArrowheads="1"/>
                      </p:cNvPicPr>
                      <p:nvPr/>
                    </p:nvPicPr>
                    <p:blipFill>
                      <a:blip r:embed="rId8">
                        <a:extLst>
                          <a:ext uri="{28A0092B-C50C-407E-A947-70E740481C1C}">
                            <a14:useLocalDpi xmlns:a14="http://schemas.microsoft.com/office/drawing/2010/main" val="0"/>
                          </a:ext>
                        </a:extLst>
                      </a:blip>
                      <a:srcRect b="4475"/>
                      <a:stretch>
                        <a:fillRect/>
                      </a:stretch>
                    </p:blipFill>
                    <p:spPr bwMode="auto">
                      <a:xfrm>
                        <a:off x="1676400" y="2438400"/>
                        <a:ext cx="3657600" cy="2043113"/>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ustDataLst>
      <p:tags r:id="rId2"/>
    </p:custDataLst>
  </p:cSld>
  <p:clrMapOvr>
    <a:masterClrMapping/>
  </p:clrMapOvr>
  <p:transition spd="slow"/>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3"/>
          <p:cNvSpPr>
            <a:spLocks noGrp="1"/>
          </p:cNvSpPr>
          <p:nvPr>
            <p:ph type="sldNum" sz="quarter" idx="10"/>
          </p:nvPr>
        </p:nvSpPr>
        <p:spPr/>
        <p:txBody>
          <a:bodyPr/>
          <a:lstStyle/>
          <a:p>
            <a:fld id="{729A09E9-372B-4767-A981-32A81B9343AA}" type="slidenum">
              <a:rPr lang="en-US">
                <a:solidFill>
                  <a:srgbClr val="19138D"/>
                </a:solidFill>
              </a:rPr>
              <a:pPr/>
              <a:t>50</a:t>
            </a:fld>
            <a:endParaRPr lang="en-US" dirty="0">
              <a:solidFill>
                <a:srgbClr val="19138D"/>
              </a:solidFill>
            </a:endParaRPr>
          </a:p>
        </p:txBody>
      </p:sp>
      <p:sp>
        <p:nvSpPr>
          <p:cNvPr id="41986" name="Rectangle 2"/>
          <p:cNvSpPr>
            <a:spLocks noGrp="1" noChangeArrowheads="1"/>
          </p:cNvSpPr>
          <p:nvPr>
            <p:ph type="title"/>
          </p:nvPr>
        </p:nvSpPr>
        <p:spPr>
          <a:xfrm>
            <a:off x="1371600" y="457200"/>
            <a:ext cx="7262813" cy="762000"/>
          </a:xfrm>
        </p:spPr>
        <p:txBody>
          <a:bodyPr/>
          <a:lstStyle/>
          <a:p>
            <a:r>
              <a:rPr lang="en-US" sz="3600"/>
              <a:t>Queries with Special Operators</a:t>
            </a:r>
          </a:p>
        </p:txBody>
      </p:sp>
      <p:sp>
        <p:nvSpPr>
          <p:cNvPr id="41987" name="Rectangle 3"/>
          <p:cNvSpPr>
            <a:spLocks noGrp="1" noChangeArrowheads="1"/>
          </p:cNvSpPr>
          <p:nvPr>
            <p:ph type="body" idx="1"/>
          </p:nvPr>
        </p:nvSpPr>
        <p:spPr>
          <a:xfrm>
            <a:off x="1219200" y="1265238"/>
            <a:ext cx="7162800" cy="2163762"/>
          </a:xfrm>
        </p:spPr>
        <p:txBody>
          <a:bodyPr/>
          <a:lstStyle/>
          <a:p>
            <a:r>
              <a:rPr lang="en-US"/>
              <a:t>IS NULL is used to retrieve attributes for which the value is null.</a:t>
            </a:r>
          </a:p>
          <a:p>
            <a:pPr lvl="1"/>
            <a:endParaRPr lang="en-US"/>
          </a:p>
        </p:txBody>
      </p:sp>
      <p:graphicFrame>
        <p:nvGraphicFramePr>
          <p:cNvPr id="41988" name="Object 4"/>
          <p:cNvGraphicFramePr>
            <a:graphicFrameLocks noChangeAspect="1"/>
          </p:cNvGraphicFramePr>
          <p:nvPr/>
        </p:nvGraphicFramePr>
        <p:xfrm>
          <a:off x="4625975" y="4795838"/>
          <a:ext cx="3451225" cy="995362"/>
        </p:xfrm>
        <a:graphic>
          <a:graphicData uri="http://schemas.openxmlformats.org/presentationml/2006/ole">
            <mc:AlternateContent xmlns:mc="http://schemas.openxmlformats.org/markup-compatibility/2006">
              <mc:Choice xmlns:v="urn:schemas-microsoft-com:vml" Requires="v">
                <p:oleObj spid="_x0000_s17422" name="Document" r:id="rId5" imgW="3412440" imgH="989280" progId="Word.Document.8">
                  <p:embed/>
                </p:oleObj>
              </mc:Choice>
              <mc:Fallback>
                <p:oleObj name="Document" r:id="rId5" imgW="3412440" imgH="989280" progId="Word.Document.8">
                  <p:embed/>
                  <p:pic>
                    <p:nvPicPr>
                      <p:cNvPr id="41988"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25975" y="4795838"/>
                        <a:ext cx="3451225" cy="995362"/>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1990" name="Text Box 6"/>
          <p:cNvSpPr txBox="1">
            <a:spLocks noChangeArrowheads="1"/>
          </p:cNvSpPr>
          <p:nvPr/>
        </p:nvSpPr>
        <p:spPr bwMode="auto">
          <a:xfrm>
            <a:off x="1295400" y="3352800"/>
            <a:ext cx="4419600" cy="137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2800"/>
              <a:t>Select *</a:t>
            </a:r>
            <a:br>
              <a:rPr lang="en-US" sz="2800"/>
            </a:br>
            <a:r>
              <a:rPr lang="en-US" sz="2800"/>
              <a:t>From Cash</a:t>
            </a:r>
            <a:br>
              <a:rPr lang="en-US" sz="2800"/>
            </a:br>
            <a:r>
              <a:rPr lang="en-US" sz="2800"/>
              <a:t>Where Balance IS NULL;</a:t>
            </a:r>
          </a:p>
        </p:txBody>
      </p:sp>
      <p:graphicFrame>
        <p:nvGraphicFramePr>
          <p:cNvPr id="41991" name="Object 7"/>
          <p:cNvGraphicFramePr>
            <a:graphicFrameLocks noChangeAspect="1"/>
          </p:cNvGraphicFramePr>
          <p:nvPr/>
        </p:nvGraphicFramePr>
        <p:xfrm>
          <a:off x="3962400" y="2514600"/>
          <a:ext cx="3475038" cy="1401763"/>
        </p:xfrm>
        <a:graphic>
          <a:graphicData uri="http://schemas.openxmlformats.org/presentationml/2006/ole">
            <mc:AlternateContent xmlns:mc="http://schemas.openxmlformats.org/markup-compatibility/2006">
              <mc:Choice xmlns:v="urn:schemas-microsoft-com:vml" Requires="v">
                <p:oleObj spid="_x0000_s17423" name="Document" r:id="rId7" imgW="3478680" imgH="1411200" progId="Word.Document.8">
                  <p:embed/>
                </p:oleObj>
              </mc:Choice>
              <mc:Fallback>
                <p:oleObj name="Document" r:id="rId7" imgW="3478680" imgH="1411200" progId="Word.Document.8">
                  <p:embed/>
                  <p:pic>
                    <p:nvPicPr>
                      <p:cNvPr id="41991"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62400" y="2514600"/>
                        <a:ext cx="3475038" cy="1401763"/>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ustDataLst>
      <p:tags r:id="rId2"/>
    </p:custDataLst>
  </p:cSld>
  <p:clrMapOvr>
    <a:masterClrMapping/>
  </p:clrMapOvr>
  <p:transition spd="slow"/>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1"/>
          <p:cNvSpPr>
            <a:spLocks noGrp="1"/>
          </p:cNvSpPr>
          <p:nvPr>
            <p:ph type="sldNum" sz="quarter" idx="10"/>
          </p:nvPr>
        </p:nvSpPr>
        <p:spPr/>
        <p:txBody>
          <a:bodyPr/>
          <a:lstStyle/>
          <a:p>
            <a:fld id="{474E820D-FAF4-453A-B989-F4F5F9254CCB}" type="slidenum">
              <a:rPr lang="en-US">
                <a:solidFill>
                  <a:srgbClr val="19138D"/>
                </a:solidFill>
              </a:rPr>
              <a:pPr/>
              <a:t>51</a:t>
            </a:fld>
            <a:endParaRPr lang="en-US" dirty="0">
              <a:solidFill>
                <a:srgbClr val="19138D"/>
              </a:solidFill>
            </a:endParaRPr>
          </a:p>
        </p:txBody>
      </p:sp>
      <p:sp>
        <p:nvSpPr>
          <p:cNvPr id="104450" name="Rectangle 2"/>
          <p:cNvSpPr>
            <a:spLocks noChangeArrowheads="1"/>
          </p:cNvSpPr>
          <p:nvPr/>
        </p:nvSpPr>
        <p:spPr bwMode="auto">
          <a:xfrm>
            <a:off x="1371600" y="457200"/>
            <a:ext cx="7262813"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en-US" sz="3600">
                <a:solidFill>
                  <a:schemeClr val="accent2"/>
                </a:solidFill>
              </a:rPr>
              <a:t>Queries with Special Operators</a:t>
            </a:r>
          </a:p>
        </p:txBody>
      </p:sp>
      <p:sp>
        <p:nvSpPr>
          <p:cNvPr id="104451" name="Rectangle 3"/>
          <p:cNvSpPr>
            <a:spLocks noChangeArrowheads="1"/>
          </p:cNvSpPr>
          <p:nvPr/>
        </p:nvSpPr>
        <p:spPr bwMode="auto">
          <a:xfrm>
            <a:off x="1219200" y="1265238"/>
            <a:ext cx="7162800" cy="1020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lnSpc>
                <a:spcPct val="90000"/>
              </a:lnSpc>
              <a:spcBef>
                <a:spcPct val="20000"/>
              </a:spcBef>
              <a:buClr>
                <a:srgbClr val="D98E29"/>
              </a:buClr>
              <a:buFontTx/>
              <a:buChar char="•"/>
            </a:pPr>
            <a:r>
              <a:rPr lang="en-US" sz="2800"/>
              <a:t>EXISTS is used to retrieve attributes for which the value is not null.</a:t>
            </a:r>
            <a:endParaRPr lang="en-US" sz="2400"/>
          </a:p>
        </p:txBody>
      </p:sp>
      <p:graphicFrame>
        <p:nvGraphicFramePr>
          <p:cNvPr id="104452" name="Object 4"/>
          <p:cNvGraphicFramePr>
            <a:graphicFrameLocks noChangeAspect="1"/>
          </p:cNvGraphicFramePr>
          <p:nvPr/>
        </p:nvGraphicFramePr>
        <p:xfrm>
          <a:off x="4953000" y="4495800"/>
          <a:ext cx="3449638" cy="993775"/>
        </p:xfrm>
        <a:graphic>
          <a:graphicData uri="http://schemas.openxmlformats.org/presentationml/2006/ole">
            <mc:AlternateContent xmlns:mc="http://schemas.openxmlformats.org/markup-compatibility/2006">
              <mc:Choice xmlns:v="urn:schemas-microsoft-com:vml" Requires="v">
                <p:oleObj spid="_x0000_s18446" name="Document" r:id="rId5" imgW="3412440" imgH="989280" progId="Word.Document.8">
                  <p:embed/>
                </p:oleObj>
              </mc:Choice>
              <mc:Fallback>
                <p:oleObj name="Document" r:id="rId5" imgW="3412440" imgH="989280" progId="Word.Document.8">
                  <p:embed/>
                  <p:pic>
                    <p:nvPicPr>
                      <p:cNvPr id="104452"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53000" y="4495800"/>
                        <a:ext cx="3449638" cy="99377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4453" name="Object 5"/>
          <p:cNvGraphicFramePr>
            <a:graphicFrameLocks noChangeAspect="1"/>
          </p:cNvGraphicFramePr>
          <p:nvPr/>
        </p:nvGraphicFramePr>
        <p:xfrm>
          <a:off x="2362200" y="2286000"/>
          <a:ext cx="3475038" cy="1401763"/>
        </p:xfrm>
        <a:graphic>
          <a:graphicData uri="http://schemas.openxmlformats.org/presentationml/2006/ole">
            <mc:AlternateContent xmlns:mc="http://schemas.openxmlformats.org/markup-compatibility/2006">
              <mc:Choice xmlns:v="urn:schemas-microsoft-com:vml" Requires="v">
                <p:oleObj spid="_x0000_s18447" name="Document" r:id="rId7" imgW="3478680" imgH="1411200" progId="Word.Document.8">
                  <p:embed/>
                </p:oleObj>
              </mc:Choice>
              <mc:Fallback>
                <p:oleObj name="Document" r:id="rId7" imgW="3478680" imgH="1411200" progId="Word.Document.8">
                  <p:embed/>
                  <p:pic>
                    <p:nvPicPr>
                      <p:cNvPr id="104453"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62200" y="2286000"/>
                        <a:ext cx="3475038" cy="1401763"/>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4454" name="Text Box 6"/>
          <p:cNvSpPr txBox="1">
            <a:spLocks noChangeArrowheads="1"/>
          </p:cNvSpPr>
          <p:nvPr/>
        </p:nvSpPr>
        <p:spPr bwMode="auto">
          <a:xfrm>
            <a:off x="1219200" y="3810000"/>
            <a:ext cx="39624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2400"/>
              <a:t>Select *</a:t>
            </a:r>
            <a:br>
              <a:rPr lang="en-US" sz="2400"/>
            </a:br>
            <a:r>
              <a:rPr lang="en-US" sz="2400"/>
              <a:t>From Cash</a:t>
            </a:r>
            <a:br>
              <a:rPr lang="en-US" sz="2400"/>
            </a:br>
            <a:r>
              <a:rPr lang="en-US" sz="2400"/>
              <a:t>Where Balance EXISTS;</a:t>
            </a:r>
          </a:p>
        </p:txBody>
      </p:sp>
    </p:spTree>
    <p:custDataLst>
      <p:tags r:id="rId2"/>
    </p:custData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4E42CAEA-1F45-4002-8026-A995E1392FA8}" type="slidenum">
              <a:rPr lang="en-US">
                <a:solidFill>
                  <a:srgbClr val="19138D"/>
                </a:solidFill>
              </a:rPr>
              <a:pPr/>
              <a:t>52</a:t>
            </a:fld>
            <a:endParaRPr lang="en-US">
              <a:solidFill>
                <a:srgbClr val="19138D"/>
              </a:solidFill>
            </a:endParaRPr>
          </a:p>
        </p:txBody>
      </p:sp>
      <p:sp>
        <p:nvSpPr>
          <p:cNvPr id="44034" name="Rectangle 2"/>
          <p:cNvSpPr>
            <a:spLocks noGrp="1" noChangeArrowheads="1"/>
          </p:cNvSpPr>
          <p:nvPr>
            <p:ph type="title"/>
          </p:nvPr>
        </p:nvSpPr>
        <p:spPr>
          <a:xfrm>
            <a:off x="990600" y="381000"/>
            <a:ext cx="7924800" cy="762000"/>
          </a:xfrm>
        </p:spPr>
        <p:txBody>
          <a:bodyPr/>
          <a:lstStyle/>
          <a:p>
            <a:r>
              <a:rPr lang="en-US" sz="3600"/>
              <a:t>Aggregation Functions in Queries</a:t>
            </a:r>
          </a:p>
        </p:txBody>
      </p:sp>
      <p:sp>
        <p:nvSpPr>
          <p:cNvPr id="44035" name="Rectangle 3"/>
          <p:cNvSpPr>
            <a:spLocks noGrp="1" noChangeArrowheads="1"/>
          </p:cNvSpPr>
          <p:nvPr>
            <p:ph type="body" idx="1"/>
          </p:nvPr>
        </p:nvSpPr>
        <p:spPr>
          <a:xfrm>
            <a:off x="1300163" y="1447800"/>
            <a:ext cx="7081837" cy="4191000"/>
          </a:xfrm>
        </p:spPr>
        <p:txBody>
          <a:bodyPr/>
          <a:lstStyle/>
          <a:p>
            <a:r>
              <a:rPr lang="en-US" sz="2400"/>
              <a:t>An aggregation function summarizes the data values within a field (column)</a:t>
            </a:r>
          </a:p>
          <a:p>
            <a:pPr lvl="1"/>
            <a:r>
              <a:rPr lang="en-US" sz="2000">
                <a:solidFill>
                  <a:srgbClr val="993300"/>
                </a:solidFill>
              </a:rPr>
              <a:t>COUNT</a:t>
            </a:r>
            <a:r>
              <a:rPr lang="en-US" sz="2000"/>
              <a:t> summarizes the number of rows that contain a given value in the field</a:t>
            </a:r>
          </a:p>
          <a:p>
            <a:pPr lvl="1"/>
            <a:r>
              <a:rPr lang="en-US" sz="2000">
                <a:solidFill>
                  <a:srgbClr val="993300"/>
                </a:solidFill>
              </a:rPr>
              <a:t>AVERAGE</a:t>
            </a:r>
            <a:r>
              <a:rPr lang="en-US" sz="2000"/>
              <a:t> computes the arithmetic mean value of all rows included in the answer</a:t>
            </a:r>
          </a:p>
          <a:p>
            <a:pPr lvl="1"/>
            <a:r>
              <a:rPr lang="en-US" sz="2000">
                <a:solidFill>
                  <a:srgbClr val="993300"/>
                </a:solidFill>
              </a:rPr>
              <a:t>SUM</a:t>
            </a:r>
            <a:r>
              <a:rPr lang="en-US" sz="2000"/>
              <a:t> computes the arithmetic sum of all rows included in the answer</a:t>
            </a:r>
          </a:p>
          <a:p>
            <a:pPr lvl="1"/>
            <a:r>
              <a:rPr lang="en-US" sz="2000">
                <a:solidFill>
                  <a:srgbClr val="993300"/>
                </a:solidFill>
              </a:rPr>
              <a:t>MIN</a:t>
            </a:r>
            <a:r>
              <a:rPr lang="en-US" sz="2000"/>
              <a:t> identifies the minimum (lowest) attribute value for the field</a:t>
            </a:r>
          </a:p>
          <a:p>
            <a:pPr lvl="1"/>
            <a:r>
              <a:rPr lang="en-US" sz="2000">
                <a:solidFill>
                  <a:srgbClr val="993300"/>
                </a:solidFill>
              </a:rPr>
              <a:t>MAX</a:t>
            </a:r>
            <a:r>
              <a:rPr lang="en-US" sz="2000"/>
              <a:t> identifies the maximum (greatest) attribute value for the field</a:t>
            </a:r>
          </a:p>
        </p:txBody>
      </p:sp>
    </p:spTree>
    <p:custDataLst>
      <p:tags r:id="rId1"/>
    </p:custDataLst>
    <p:extLst>
      <p:ext uri="{BB962C8B-B14F-4D97-AF65-F5344CB8AC3E}">
        <p14:creationId xmlns:p14="http://schemas.microsoft.com/office/powerpoint/2010/main" val="190818671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AFCF1A-0176-4933-AE00-07E5DCA2DDAE}" type="slidenum">
              <a:rPr lang="en-US">
                <a:solidFill>
                  <a:srgbClr val="19138D"/>
                </a:solidFill>
              </a:rPr>
              <a:pPr/>
              <a:t>53</a:t>
            </a:fld>
            <a:endParaRPr lang="en-US">
              <a:solidFill>
                <a:srgbClr val="19138D"/>
              </a:solidFill>
            </a:endParaRPr>
          </a:p>
        </p:txBody>
      </p:sp>
      <p:sp>
        <p:nvSpPr>
          <p:cNvPr id="45058" name="Rectangle 2"/>
          <p:cNvSpPr>
            <a:spLocks noGrp="1" noChangeArrowheads="1"/>
          </p:cNvSpPr>
          <p:nvPr>
            <p:ph type="title"/>
          </p:nvPr>
        </p:nvSpPr>
        <p:spPr>
          <a:xfrm>
            <a:off x="1066800" y="533400"/>
            <a:ext cx="7696200" cy="685800"/>
          </a:xfrm>
        </p:spPr>
        <p:txBody>
          <a:bodyPr/>
          <a:lstStyle/>
          <a:p>
            <a:r>
              <a:rPr lang="en-US" sz="3200"/>
              <a:t>Queries with Horizontal Calculations</a:t>
            </a:r>
          </a:p>
        </p:txBody>
      </p:sp>
      <p:sp>
        <p:nvSpPr>
          <p:cNvPr id="45059" name="Rectangle 3"/>
          <p:cNvSpPr>
            <a:spLocks noGrp="1" noChangeArrowheads="1"/>
          </p:cNvSpPr>
          <p:nvPr>
            <p:ph type="body" idx="1"/>
          </p:nvPr>
        </p:nvSpPr>
        <p:spPr>
          <a:xfrm>
            <a:off x="1219200" y="1371600"/>
            <a:ext cx="7239000" cy="4432300"/>
          </a:xfrm>
        </p:spPr>
        <p:txBody>
          <a:bodyPr/>
          <a:lstStyle/>
          <a:p>
            <a:r>
              <a:rPr lang="en-US" dirty="0"/>
              <a:t>“Horizontal” calculations mathematically combine values from different fields for each row</a:t>
            </a:r>
          </a:p>
        </p:txBody>
      </p:sp>
    </p:spTree>
    <p:custDataLst>
      <p:tags r:id="rId1"/>
    </p:custDataLst>
    <p:extLst>
      <p:ext uri="{BB962C8B-B14F-4D97-AF65-F5344CB8AC3E}">
        <p14:creationId xmlns:p14="http://schemas.microsoft.com/office/powerpoint/2010/main" val="19434217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2"/>
          <p:cNvSpPr>
            <a:spLocks noGrp="1"/>
          </p:cNvSpPr>
          <p:nvPr>
            <p:ph type="sldNum" sz="quarter" idx="10"/>
          </p:nvPr>
        </p:nvSpPr>
        <p:spPr/>
        <p:txBody>
          <a:bodyPr/>
          <a:lstStyle/>
          <a:p>
            <a:fld id="{02B16EA2-E78B-49E4-89F8-F64CD2E33DFE}" type="slidenum">
              <a:rPr lang="en-US">
                <a:solidFill>
                  <a:srgbClr val="19138D"/>
                </a:solidFill>
              </a:rPr>
              <a:pPr/>
              <a:t>54</a:t>
            </a:fld>
            <a:endParaRPr lang="en-US">
              <a:solidFill>
                <a:srgbClr val="19138D"/>
              </a:solidFill>
            </a:endParaRPr>
          </a:p>
        </p:txBody>
      </p:sp>
      <p:sp>
        <p:nvSpPr>
          <p:cNvPr id="46083" name="Rectangle 3"/>
          <p:cNvSpPr>
            <a:spLocks noGrp="1" noChangeArrowheads="1"/>
          </p:cNvSpPr>
          <p:nvPr>
            <p:ph type="title"/>
          </p:nvPr>
        </p:nvSpPr>
        <p:spPr>
          <a:xfrm>
            <a:off x="1143000" y="228600"/>
            <a:ext cx="7310438" cy="909638"/>
          </a:xfrm>
        </p:spPr>
        <p:txBody>
          <a:bodyPr/>
          <a:lstStyle/>
          <a:p>
            <a:r>
              <a:rPr lang="en-US" sz="2800"/>
              <a:t>Relational Algebra SELECT in QBE  </a:t>
            </a:r>
            <a:br>
              <a:rPr lang="en-US" sz="2800"/>
            </a:br>
            <a:r>
              <a:rPr lang="en-US" sz="2800"/>
              <a:t>Cash Receipts from Customer C-2</a:t>
            </a:r>
          </a:p>
        </p:txBody>
      </p:sp>
      <p:pic>
        <p:nvPicPr>
          <p:cNvPr id="105475" name="Picture 3"/>
          <p:cNvPicPr>
            <a:picLocks noChangeAspect="1" noChangeArrowheads="1"/>
          </p:cNvPicPr>
          <p:nvPr/>
        </p:nvPicPr>
        <p:blipFill>
          <a:blip r:embed="rId4">
            <a:extLst>
              <a:ext uri="{BEBA8EAE-BF5A-486C-A8C5-ECC9F3942E4B}">
                <a14:imgProps xmlns:a14="http://schemas.microsoft.com/office/drawing/2010/main">
                  <a14:imgLayer r:embed="rId5">
                    <a14:imgEffect>
                      <a14:sharpenSoften amount="100000"/>
                    </a14:imgEffect>
                  </a14:imgLayer>
                </a14:imgProps>
              </a:ext>
              <a:ext uri="{28A0092B-C50C-407E-A947-70E740481C1C}">
                <a14:useLocalDpi xmlns:a14="http://schemas.microsoft.com/office/drawing/2010/main" val="0"/>
              </a:ext>
            </a:extLst>
          </a:blip>
          <a:srcRect/>
          <a:stretch>
            <a:fillRect/>
          </a:stretch>
        </p:blipFill>
        <p:spPr bwMode="auto">
          <a:xfrm>
            <a:off x="457200" y="1524000"/>
            <a:ext cx="4929187" cy="47154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5474" name="Picture 2"/>
          <p:cNvPicPr>
            <a:picLocks noChangeAspect="1" noChangeArrowheads="1"/>
          </p:cNvPicPr>
          <p:nvPr/>
        </p:nvPicPr>
        <p:blipFill>
          <a:blip r:embed="rId6">
            <a:extLst>
              <a:ext uri="{BEBA8EAE-BF5A-486C-A8C5-ECC9F3942E4B}">
                <a14:imgProps xmlns:a14="http://schemas.microsoft.com/office/drawing/2010/main">
                  <a14:imgLayer r:embed="rId7">
                    <a14:imgEffect>
                      <a14:sharpenSoften amount="100000"/>
                    </a14:imgEffect>
                  </a14:imgLayer>
                </a14:imgProps>
              </a:ext>
              <a:ext uri="{28A0092B-C50C-407E-A947-70E740481C1C}">
                <a14:useLocalDpi xmlns:a14="http://schemas.microsoft.com/office/drawing/2010/main" val="0"/>
              </a:ext>
            </a:extLst>
          </a:blip>
          <a:srcRect/>
          <a:stretch>
            <a:fillRect/>
          </a:stretch>
        </p:blipFill>
        <p:spPr bwMode="auto">
          <a:xfrm>
            <a:off x="3962400" y="3048000"/>
            <a:ext cx="3891170" cy="3600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547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54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2"/>
          <p:cNvSpPr>
            <a:spLocks noGrp="1"/>
          </p:cNvSpPr>
          <p:nvPr>
            <p:ph type="sldNum" sz="quarter" idx="10"/>
          </p:nvPr>
        </p:nvSpPr>
        <p:spPr/>
        <p:txBody>
          <a:bodyPr/>
          <a:lstStyle/>
          <a:p>
            <a:fld id="{E1AC55B0-84F8-4938-8062-9C356E3033FF}" type="slidenum">
              <a:rPr lang="en-US">
                <a:solidFill>
                  <a:srgbClr val="19138D"/>
                </a:solidFill>
              </a:rPr>
              <a:pPr/>
              <a:t>55</a:t>
            </a:fld>
            <a:endParaRPr lang="en-US" dirty="0">
              <a:solidFill>
                <a:srgbClr val="19138D"/>
              </a:solidFill>
            </a:endParaRPr>
          </a:p>
        </p:txBody>
      </p:sp>
      <p:sp>
        <p:nvSpPr>
          <p:cNvPr id="68612" name="Rectangle 4"/>
          <p:cNvSpPr>
            <a:spLocks noGrp="1" noChangeArrowheads="1"/>
          </p:cNvSpPr>
          <p:nvPr>
            <p:ph type="title"/>
          </p:nvPr>
        </p:nvSpPr>
        <p:spPr>
          <a:xfrm>
            <a:off x="1143000" y="228600"/>
            <a:ext cx="7310438" cy="909638"/>
          </a:xfrm>
          <a:noFill/>
          <a:ln/>
        </p:spPr>
        <p:txBody>
          <a:bodyPr/>
          <a:lstStyle/>
          <a:p>
            <a:r>
              <a:rPr lang="en-US" sz="2800"/>
              <a:t>Relational Algebra “Select” QBE Example: </a:t>
            </a:r>
            <a:br>
              <a:rPr lang="en-US" sz="2800"/>
            </a:br>
            <a:r>
              <a:rPr lang="en-US" sz="2800"/>
              <a:t>Cash Receipts from Customer C-2</a:t>
            </a:r>
          </a:p>
        </p:txBody>
      </p:sp>
      <p:pic>
        <p:nvPicPr>
          <p:cNvPr id="106498" name="Picture 2"/>
          <p:cNvPicPr>
            <a:picLocks noChangeAspect="1" noChangeArrowheads="1"/>
          </p:cNvPicPr>
          <p:nvPr/>
        </p:nvPicPr>
        <p:blipFill>
          <a:blip r:embed="rId4">
            <a:extLst>
              <a:ext uri="{BEBA8EAE-BF5A-486C-A8C5-ECC9F3942E4B}">
                <a14:imgProps xmlns:a14="http://schemas.microsoft.com/office/drawing/2010/main">
                  <a14:imgLayer r:embed="rId5">
                    <a14:imgEffect>
                      <a14:sharpenSoften amount="100000"/>
                    </a14:imgEffect>
                  </a14:imgLayer>
                </a14:imgProps>
              </a:ext>
              <a:ext uri="{28A0092B-C50C-407E-A947-70E740481C1C}">
                <a14:useLocalDpi xmlns:a14="http://schemas.microsoft.com/office/drawing/2010/main" val="0"/>
              </a:ext>
            </a:extLst>
          </a:blip>
          <a:srcRect/>
          <a:stretch>
            <a:fillRect/>
          </a:stretch>
        </p:blipFill>
        <p:spPr bwMode="auto">
          <a:xfrm>
            <a:off x="838200" y="1241348"/>
            <a:ext cx="7586662" cy="54452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2"/>
          <p:cNvSpPr>
            <a:spLocks noGrp="1"/>
          </p:cNvSpPr>
          <p:nvPr>
            <p:ph type="sldNum" sz="quarter" idx="10"/>
          </p:nvPr>
        </p:nvSpPr>
        <p:spPr/>
        <p:txBody>
          <a:bodyPr/>
          <a:lstStyle/>
          <a:p>
            <a:fld id="{3EFC8A29-A41D-4AA4-86BC-57E4385E392B}" type="slidenum">
              <a:rPr lang="en-US">
                <a:solidFill>
                  <a:srgbClr val="19138D"/>
                </a:solidFill>
              </a:rPr>
              <a:pPr/>
              <a:t>56</a:t>
            </a:fld>
            <a:endParaRPr lang="en-US">
              <a:solidFill>
                <a:srgbClr val="19138D"/>
              </a:solidFill>
            </a:endParaRPr>
          </a:p>
        </p:txBody>
      </p:sp>
      <p:sp>
        <p:nvSpPr>
          <p:cNvPr id="69636" name="Rectangle 4"/>
          <p:cNvSpPr>
            <a:spLocks noGrp="1" noChangeArrowheads="1"/>
          </p:cNvSpPr>
          <p:nvPr>
            <p:ph type="title"/>
          </p:nvPr>
        </p:nvSpPr>
        <p:spPr>
          <a:xfrm>
            <a:off x="1143000" y="228600"/>
            <a:ext cx="7310438" cy="909638"/>
          </a:xfrm>
          <a:noFill/>
          <a:ln/>
        </p:spPr>
        <p:txBody>
          <a:bodyPr/>
          <a:lstStyle/>
          <a:p>
            <a:r>
              <a:rPr lang="en-US" sz="2800"/>
              <a:t>Relational Algebra SELECT in QBE </a:t>
            </a:r>
            <a:br>
              <a:rPr lang="en-US" sz="2800"/>
            </a:br>
            <a:r>
              <a:rPr lang="en-US" sz="2800"/>
              <a:t>Cash Receipts from Customer C-2</a:t>
            </a:r>
          </a:p>
        </p:txBody>
      </p:sp>
      <p:pic>
        <p:nvPicPr>
          <p:cNvPr id="107523" name="Picture 3"/>
          <p:cNvPicPr>
            <a:picLocks noChangeAspect="1" noChangeArrowheads="1"/>
          </p:cNvPicPr>
          <p:nvPr/>
        </p:nvPicPr>
        <p:blipFill>
          <a:blip r:embed="rId4">
            <a:extLst>
              <a:ext uri="{BEBA8EAE-BF5A-486C-A8C5-ECC9F3942E4B}">
                <a14:imgProps xmlns:a14="http://schemas.microsoft.com/office/drawing/2010/main">
                  <a14:imgLayer r:embed="rId5">
                    <a14:imgEffect>
                      <a14:sharpenSoften amount="100000"/>
                    </a14:imgEffect>
                  </a14:imgLayer>
                </a14:imgProps>
              </a:ext>
              <a:ext uri="{28A0092B-C50C-407E-A947-70E740481C1C}">
                <a14:useLocalDpi xmlns:a14="http://schemas.microsoft.com/office/drawing/2010/main" val="0"/>
              </a:ext>
            </a:extLst>
          </a:blip>
          <a:srcRect/>
          <a:stretch>
            <a:fillRect/>
          </a:stretch>
        </p:blipFill>
        <p:spPr bwMode="auto">
          <a:xfrm>
            <a:off x="685800" y="1361856"/>
            <a:ext cx="7620000" cy="49733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7" name="Group 6"/>
          <p:cNvGrpSpPr>
            <a:grpSpLocks/>
          </p:cNvGrpSpPr>
          <p:nvPr/>
        </p:nvGrpSpPr>
        <p:grpSpPr bwMode="auto">
          <a:xfrm>
            <a:off x="6019800" y="5038725"/>
            <a:ext cx="1700213" cy="1343025"/>
            <a:chOff x="3501" y="2358"/>
            <a:chExt cx="1071" cy="846"/>
          </a:xfrm>
        </p:grpSpPr>
        <p:sp>
          <p:nvSpPr>
            <p:cNvPr id="8" name="Text Box 7"/>
            <p:cNvSpPr txBox="1">
              <a:spLocks noChangeArrowheads="1"/>
            </p:cNvSpPr>
            <p:nvPr/>
          </p:nvSpPr>
          <p:spPr bwMode="auto">
            <a:xfrm>
              <a:off x="3501" y="2610"/>
              <a:ext cx="1071" cy="594"/>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1400" b="1" dirty="0"/>
                <a:t>Enter =“C-2” as Criteria in the Customer Number field</a:t>
              </a:r>
            </a:p>
          </p:txBody>
        </p:sp>
        <p:sp>
          <p:nvSpPr>
            <p:cNvPr id="9" name="Line 8"/>
            <p:cNvSpPr>
              <a:spLocks noChangeShapeType="1"/>
            </p:cNvSpPr>
            <p:nvPr/>
          </p:nvSpPr>
          <p:spPr bwMode="auto">
            <a:xfrm flipV="1">
              <a:off x="3744" y="2358"/>
              <a:ext cx="0" cy="261"/>
            </a:xfrm>
            <a:prstGeom prst="line">
              <a:avLst/>
            </a:prstGeom>
            <a:noFill/>
            <a:ln w="222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spTree>
    <p:custDataLst>
      <p:tags r:id="rId1"/>
    </p:custData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2"/>
          <p:cNvSpPr>
            <a:spLocks noGrp="1"/>
          </p:cNvSpPr>
          <p:nvPr>
            <p:ph type="sldNum" sz="quarter" idx="10"/>
          </p:nvPr>
        </p:nvSpPr>
        <p:spPr/>
        <p:txBody>
          <a:bodyPr/>
          <a:lstStyle/>
          <a:p>
            <a:fld id="{7BFD1434-C3A6-45B5-B332-062E9C5DEE65}" type="slidenum">
              <a:rPr lang="en-US">
                <a:solidFill>
                  <a:srgbClr val="19138D"/>
                </a:solidFill>
              </a:rPr>
              <a:pPr/>
              <a:t>57</a:t>
            </a:fld>
            <a:endParaRPr lang="en-US" dirty="0">
              <a:solidFill>
                <a:srgbClr val="19138D"/>
              </a:solidFill>
            </a:endParaRPr>
          </a:p>
        </p:txBody>
      </p:sp>
      <p:sp>
        <p:nvSpPr>
          <p:cNvPr id="67587" name="Rectangle 3"/>
          <p:cNvSpPr>
            <a:spLocks noGrp="1" noChangeArrowheads="1"/>
          </p:cNvSpPr>
          <p:nvPr>
            <p:ph type="title"/>
          </p:nvPr>
        </p:nvSpPr>
        <p:spPr>
          <a:xfrm>
            <a:off x="1143000" y="228600"/>
            <a:ext cx="7310438" cy="909638"/>
          </a:xfrm>
          <a:noFill/>
          <a:ln/>
        </p:spPr>
        <p:txBody>
          <a:bodyPr/>
          <a:lstStyle/>
          <a:p>
            <a:r>
              <a:rPr lang="en-US" sz="2800"/>
              <a:t>Relational Algebra SELECT in QBE </a:t>
            </a:r>
            <a:br>
              <a:rPr lang="en-US" sz="2800"/>
            </a:br>
            <a:r>
              <a:rPr lang="en-US" sz="2800"/>
              <a:t>Cash Receipts from Customer C-2</a:t>
            </a:r>
          </a:p>
        </p:txBody>
      </p:sp>
      <p:pic>
        <p:nvPicPr>
          <p:cNvPr id="108546" name="Picture 2"/>
          <p:cNvPicPr>
            <a:picLocks noChangeAspect="1" noChangeArrowheads="1"/>
          </p:cNvPicPr>
          <p:nvPr/>
        </p:nvPicPr>
        <p:blipFill>
          <a:blip r:embed="rId4">
            <a:extLst>
              <a:ext uri="{BEBA8EAE-BF5A-486C-A8C5-ECC9F3942E4B}">
                <a14:imgProps xmlns:a14="http://schemas.microsoft.com/office/drawing/2010/main">
                  <a14:imgLayer r:embed="rId5">
                    <a14:imgEffect>
                      <a14:sharpenSoften amount="100000"/>
                    </a14:imgEffect>
                  </a14:imgLayer>
                </a14:imgProps>
              </a:ext>
              <a:ext uri="{28A0092B-C50C-407E-A947-70E740481C1C}">
                <a14:useLocalDpi xmlns:a14="http://schemas.microsoft.com/office/drawing/2010/main" val="0"/>
              </a:ext>
            </a:extLst>
          </a:blip>
          <a:srcRect/>
          <a:stretch>
            <a:fillRect/>
          </a:stretch>
        </p:blipFill>
        <p:spPr bwMode="auto">
          <a:xfrm>
            <a:off x="635891" y="1295400"/>
            <a:ext cx="7822309" cy="510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2"/>
          <p:cNvSpPr>
            <a:spLocks noGrp="1"/>
          </p:cNvSpPr>
          <p:nvPr>
            <p:ph type="sldNum" sz="quarter" idx="10"/>
          </p:nvPr>
        </p:nvSpPr>
        <p:spPr/>
        <p:txBody>
          <a:bodyPr/>
          <a:lstStyle/>
          <a:p>
            <a:fld id="{5EAD6411-CC39-403A-9B0F-21403AD9EEC4}" type="slidenum">
              <a:rPr lang="en-US"/>
              <a:pPr/>
              <a:t>58</a:t>
            </a:fld>
            <a:endParaRPr lang="en-US"/>
          </a:p>
        </p:txBody>
      </p:sp>
      <p:sp>
        <p:nvSpPr>
          <p:cNvPr id="47107" name="Rectangle 3"/>
          <p:cNvSpPr>
            <a:spLocks noGrp="1" noChangeArrowheads="1"/>
          </p:cNvSpPr>
          <p:nvPr>
            <p:ph type="title"/>
          </p:nvPr>
        </p:nvSpPr>
        <p:spPr>
          <a:xfrm>
            <a:off x="1143000" y="1676400"/>
            <a:ext cx="1219200" cy="304800"/>
          </a:xfrm>
        </p:spPr>
        <p:txBody>
          <a:bodyPr>
            <a:normAutofit fontScale="90000"/>
          </a:bodyPr>
          <a:lstStyle/>
          <a:p>
            <a:r>
              <a:rPr lang="en-US" sz="2400"/>
              <a:t>Result</a:t>
            </a:r>
          </a:p>
        </p:txBody>
      </p:sp>
      <p:sp>
        <p:nvSpPr>
          <p:cNvPr id="47108" name="Rectangle 4"/>
          <p:cNvSpPr>
            <a:spLocks noChangeArrowheads="1"/>
          </p:cNvSpPr>
          <p:nvPr/>
        </p:nvSpPr>
        <p:spPr bwMode="auto">
          <a:xfrm>
            <a:off x="2024063" y="152400"/>
            <a:ext cx="5900737"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800">
                <a:solidFill>
                  <a:schemeClr val="accent2"/>
                </a:solidFill>
              </a:rPr>
              <a:t>Relational Algebra SELECT in QBE </a:t>
            </a:r>
            <a:br>
              <a:rPr lang="en-US" sz="2800">
                <a:solidFill>
                  <a:schemeClr val="accent2"/>
                </a:solidFill>
              </a:rPr>
            </a:br>
            <a:r>
              <a:rPr lang="en-US" sz="2800">
                <a:solidFill>
                  <a:schemeClr val="accent2"/>
                </a:solidFill>
              </a:rPr>
              <a:t>Cash Receipts from Customer C-2</a:t>
            </a:r>
          </a:p>
        </p:txBody>
      </p:sp>
      <p:pic>
        <p:nvPicPr>
          <p:cNvPr id="10957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0600" y="2057400"/>
            <a:ext cx="6934200" cy="45257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2"/>
          <p:cNvSpPr>
            <a:spLocks noGrp="1"/>
          </p:cNvSpPr>
          <p:nvPr>
            <p:ph type="sldNum" sz="quarter" idx="10"/>
          </p:nvPr>
        </p:nvSpPr>
        <p:spPr/>
        <p:txBody>
          <a:bodyPr/>
          <a:lstStyle/>
          <a:p>
            <a:fld id="{B0858F37-8E57-41CC-B28F-EE693E6FE639}" type="slidenum">
              <a:rPr lang="en-US"/>
              <a:pPr/>
              <a:t>59</a:t>
            </a:fld>
            <a:endParaRPr lang="en-US"/>
          </a:p>
        </p:txBody>
      </p:sp>
      <p:sp>
        <p:nvSpPr>
          <p:cNvPr id="48133" name="Rectangle 5"/>
          <p:cNvSpPr>
            <a:spLocks noGrp="1" noChangeArrowheads="1"/>
          </p:cNvSpPr>
          <p:nvPr>
            <p:ph type="title"/>
          </p:nvPr>
        </p:nvSpPr>
        <p:spPr>
          <a:xfrm>
            <a:off x="709613" y="228600"/>
            <a:ext cx="8129587" cy="914400"/>
          </a:xfrm>
        </p:spPr>
        <p:txBody>
          <a:bodyPr/>
          <a:lstStyle/>
          <a:p>
            <a:r>
              <a:rPr lang="en-US" sz="2800"/>
              <a:t>Relational Algebra PROJECT in QBE</a:t>
            </a:r>
            <a:br>
              <a:rPr lang="en-US" sz="2800"/>
            </a:br>
            <a:r>
              <a:rPr lang="en-US" sz="2800"/>
              <a:t>Customer#, name, salesperson#</a:t>
            </a:r>
          </a:p>
        </p:txBody>
      </p:sp>
      <p:pic>
        <p:nvPicPr>
          <p:cNvPr id="11059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14650" y="1895475"/>
            <a:ext cx="3314700" cy="3067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1"/>
          <p:cNvSpPr>
            <a:spLocks noGrp="1"/>
          </p:cNvSpPr>
          <p:nvPr>
            <p:ph type="sldNum" sz="quarter" idx="10"/>
          </p:nvPr>
        </p:nvSpPr>
        <p:spPr/>
        <p:txBody>
          <a:bodyPr/>
          <a:lstStyle/>
          <a:p>
            <a:fld id="{1A9B2E90-C9E0-4771-95A7-10FEE525EAAD}" type="slidenum">
              <a:rPr lang="en-US">
                <a:solidFill>
                  <a:srgbClr val="19138D"/>
                </a:solidFill>
              </a:rPr>
              <a:pPr/>
              <a:t>60</a:t>
            </a:fld>
            <a:endParaRPr lang="en-US">
              <a:solidFill>
                <a:srgbClr val="19138D"/>
              </a:solidFill>
            </a:endParaRPr>
          </a:p>
        </p:txBody>
      </p:sp>
      <p:sp>
        <p:nvSpPr>
          <p:cNvPr id="71683" name="Rectangle 3"/>
          <p:cNvSpPr>
            <a:spLocks noChangeArrowheads="1"/>
          </p:cNvSpPr>
          <p:nvPr/>
        </p:nvSpPr>
        <p:spPr bwMode="auto">
          <a:xfrm>
            <a:off x="709613" y="228600"/>
            <a:ext cx="8129587"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en-US" sz="2800">
                <a:solidFill>
                  <a:schemeClr val="accent2"/>
                </a:solidFill>
              </a:rPr>
              <a:t>Relational Algebra PROJECT in QBE</a:t>
            </a:r>
            <a:br>
              <a:rPr lang="en-US" sz="2800">
                <a:solidFill>
                  <a:schemeClr val="accent2"/>
                </a:solidFill>
              </a:rPr>
            </a:br>
            <a:r>
              <a:rPr lang="en-US" sz="2800">
                <a:solidFill>
                  <a:schemeClr val="accent2"/>
                </a:solidFill>
              </a:rPr>
              <a:t>Customer#, name, salesperson#</a:t>
            </a:r>
          </a:p>
        </p:txBody>
      </p:sp>
      <p:pic>
        <p:nvPicPr>
          <p:cNvPr id="111618" name="Picture 2"/>
          <p:cNvPicPr>
            <a:picLocks noChangeAspect="1" noChangeArrowheads="1"/>
          </p:cNvPicPr>
          <p:nvPr/>
        </p:nvPicPr>
        <p:blipFill>
          <a:blip r:embed="rId4">
            <a:extLst>
              <a:ext uri="{BEBA8EAE-BF5A-486C-A8C5-ECC9F3942E4B}">
                <a14:imgProps xmlns:a14="http://schemas.microsoft.com/office/drawing/2010/main">
                  <a14:imgLayer r:embed="rId5">
                    <a14:imgEffect>
                      <a14:sharpenSoften amount="100000"/>
                    </a14:imgEffect>
                  </a14:imgLayer>
                </a14:imgProps>
              </a:ext>
              <a:ext uri="{28A0092B-C50C-407E-A947-70E740481C1C}">
                <a14:useLocalDpi xmlns:a14="http://schemas.microsoft.com/office/drawing/2010/main" val="0"/>
              </a:ext>
            </a:extLst>
          </a:blip>
          <a:srcRect/>
          <a:stretch>
            <a:fillRect/>
          </a:stretch>
        </p:blipFill>
        <p:spPr bwMode="auto">
          <a:xfrm>
            <a:off x="609600" y="1258173"/>
            <a:ext cx="7924800" cy="51722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1"/>
          <p:cNvSpPr>
            <a:spLocks noGrp="1"/>
          </p:cNvSpPr>
          <p:nvPr>
            <p:ph type="sldNum" sz="quarter" idx="10"/>
          </p:nvPr>
        </p:nvSpPr>
        <p:spPr/>
        <p:txBody>
          <a:bodyPr/>
          <a:lstStyle/>
          <a:p>
            <a:fld id="{13E9CCF5-97F2-431A-B1FD-8325E0E8848D}" type="slidenum">
              <a:rPr lang="en-US">
                <a:solidFill>
                  <a:srgbClr val="19138D"/>
                </a:solidFill>
              </a:rPr>
              <a:pPr/>
              <a:t>61</a:t>
            </a:fld>
            <a:endParaRPr lang="en-US">
              <a:solidFill>
                <a:srgbClr val="19138D"/>
              </a:solidFill>
            </a:endParaRPr>
          </a:p>
        </p:txBody>
      </p:sp>
      <p:sp>
        <p:nvSpPr>
          <p:cNvPr id="70659" name="Rectangle 3"/>
          <p:cNvSpPr>
            <a:spLocks noChangeArrowheads="1"/>
          </p:cNvSpPr>
          <p:nvPr/>
        </p:nvSpPr>
        <p:spPr bwMode="auto">
          <a:xfrm>
            <a:off x="709613" y="228600"/>
            <a:ext cx="8129587"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en-US" sz="2800">
                <a:solidFill>
                  <a:schemeClr val="accent2"/>
                </a:solidFill>
              </a:rPr>
              <a:t>Relational Algebra PROJECT in QBE</a:t>
            </a:r>
            <a:br>
              <a:rPr lang="en-US" sz="2800">
                <a:solidFill>
                  <a:schemeClr val="accent2"/>
                </a:solidFill>
              </a:rPr>
            </a:br>
            <a:r>
              <a:rPr lang="en-US" sz="2800">
                <a:solidFill>
                  <a:schemeClr val="accent2"/>
                </a:solidFill>
              </a:rPr>
              <a:t>Customer#, name, salesperson#</a:t>
            </a:r>
          </a:p>
        </p:txBody>
      </p:sp>
      <p:pic>
        <p:nvPicPr>
          <p:cNvPr id="112642" name="Picture 2"/>
          <p:cNvPicPr>
            <a:picLocks noChangeAspect="1" noChangeArrowheads="1"/>
          </p:cNvPicPr>
          <p:nvPr/>
        </p:nvPicPr>
        <p:blipFill>
          <a:blip r:embed="rId4">
            <a:extLst>
              <a:ext uri="{BEBA8EAE-BF5A-486C-A8C5-ECC9F3942E4B}">
                <a14:imgProps xmlns:a14="http://schemas.microsoft.com/office/drawing/2010/main">
                  <a14:imgLayer r:embed="rId5">
                    <a14:imgEffect>
                      <a14:sharpenSoften amount="100000"/>
                    </a14:imgEffect>
                  </a14:imgLayer>
                </a14:imgProps>
              </a:ext>
              <a:ext uri="{28A0092B-C50C-407E-A947-70E740481C1C}">
                <a14:useLocalDpi xmlns:a14="http://schemas.microsoft.com/office/drawing/2010/main" val="0"/>
              </a:ext>
            </a:extLst>
          </a:blip>
          <a:srcRect/>
          <a:stretch>
            <a:fillRect/>
          </a:stretch>
        </p:blipFill>
        <p:spPr bwMode="auto">
          <a:xfrm>
            <a:off x="381000" y="1238250"/>
            <a:ext cx="8026623" cy="5238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2"/>
          <p:cNvSpPr>
            <a:spLocks noGrp="1"/>
          </p:cNvSpPr>
          <p:nvPr>
            <p:ph type="sldNum" sz="quarter" idx="10"/>
          </p:nvPr>
        </p:nvSpPr>
        <p:spPr/>
        <p:txBody>
          <a:bodyPr/>
          <a:lstStyle/>
          <a:p>
            <a:fld id="{A0CEDCD9-B586-4CC5-AE27-82D100B37B4B}" type="slidenum">
              <a:rPr lang="en-US">
                <a:solidFill>
                  <a:srgbClr val="19138D"/>
                </a:solidFill>
              </a:rPr>
              <a:pPr/>
              <a:t>62</a:t>
            </a:fld>
            <a:endParaRPr lang="en-US">
              <a:solidFill>
                <a:srgbClr val="19138D"/>
              </a:solidFill>
            </a:endParaRPr>
          </a:p>
        </p:txBody>
      </p:sp>
      <p:sp>
        <p:nvSpPr>
          <p:cNvPr id="49155" name="Rectangle 3"/>
          <p:cNvSpPr>
            <a:spLocks noGrp="1" noChangeArrowheads="1"/>
          </p:cNvSpPr>
          <p:nvPr>
            <p:ph type="title"/>
          </p:nvPr>
        </p:nvSpPr>
        <p:spPr>
          <a:xfrm>
            <a:off x="1066800" y="152400"/>
            <a:ext cx="7696200" cy="914400"/>
          </a:xfrm>
        </p:spPr>
        <p:txBody>
          <a:bodyPr/>
          <a:lstStyle/>
          <a:p>
            <a:r>
              <a:rPr lang="en-US" sz="2800"/>
              <a:t>Relational Algebra PROJECT in QBE</a:t>
            </a:r>
            <a:br>
              <a:rPr lang="en-US" sz="2800"/>
            </a:br>
            <a:r>
              <a:rPr lang="en-US" sz="2800"/>
              <a:t>Customer#, name, salesperson#</a:t>
            </a:r>
          </a:p>
        </p:txBody>
      </p:sp>
      <p:sp>
        <p:nvSpPr>
          <p:cNvPr id="49156" name="Text Box 4"/>
          <p:cNvSpPr txBox="1">
            <a:spLocks noChangeArrowheads="1"/>
          </p:cNvSpPr>
          <p:nvPr/>
        </p:nvSpPr>
        <p:spPr bwMode="auto">
          <a:xfrm>
            <a:off x="1524000" y="1219200"/>
            <a:ext cx="1295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2400" dirty="0"/>
              <a:t>Result</a:t>
            </a:r>
          </a:p>
        </p:txBody>
      </p:sp>
      <p:pic>
        <p:nvPicPr>
          <p:cNvPr id="113666" name="Picture 2"/>
          <p:cNvPicPr>
            <a:picLocks noChangeAspect="1" noChangeArrowheads="1"/>
          </p:cNvPicPr>
          <p:nvPr/>
        </p:nvPicPr>
        <p:blipFill>
          <a:blip r:embed="rId4">
            <a:extLst>
              <a:ext uri="{BEBA8EAE-BF5A-486C-A8C5-ECC9F3942E4B}">
                <a14:imgProps xmlns:a14="http://schemas.microsoft.com/office/drawing/2010/main">
                  <a14:imgLayer r:embed="rId5">
                    <a14:imgEffect>
                      <a14:sharpenSoften amount="100000"/>
                    </a14:imgEffect>
                  </a14:imgLayer>
                </a14:imgProps>
              </a:ext>
              <a:ext uri="{28A0092B-C50C-407E-A947-70E740481C1C}">
                <a14:useLocalDpi xmlns:a14="http://schemas.microsoft.com/office/drawing/2010/main" val="0"/>
              </a:ext>
            </a:extLst>
          </a:blip>
          <a:srcRect/>
          <a:stretch>
            <a:fillRect/>
          </a:stretch>
        </p:blipFill>
        <p:spPr bwMode="auto">
          <a:xfrm>
            <a:off x="609600" y="1676400"/>
            <a:ext cx="8153400" cy="4177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2"/>
          <p:cNvSpPr>
            <a:spLocks noGrp="1"/>
          </p:cNvSpPr>
          <p:nvPr>
            <p:ph type="sldNum" sz="quarter" idx="10"/>
          </p:nvPr>
        </p:nvSpPr>
        <p:spPr/>
        <p:txBody>
          <a:bodyPr/>
          <a:lstStyle/>
          <a:p>
            <a:fld id="{44636D12-3F3A-43A8-9A25-8C1488CC7138}" type="slidenum">
              <a:rPr lang="en-US"/>
              <a:pPr/>
              <a:t>63</a:t>
            </a:fld>
            <a:endParaRPr lang="en-US"/>
          </a:p>
        </p:txBody>
      </p:sp>
      <p:sp>
        <p:nvSpPr>
          <p:cNvPr id="50180" name="Rectangle 4"/>
          <p:cNvSpPr>
            <a:spLocks noGrp="1" noChangeArrowheads="1"/>
          </p:cNvSpPr>
          <p:nvPr>
            <p:ph type="title"/>
          </p:nvPr>
        </p:nvSpPr>
        <p:spPr>
          <a:xfrm>
            <a:off x="1023938" y="228600"/>
            <a:ext cx="7739062" cy="914400"/>
          </a:xfrm>
        </p:spPr>
        <p:txBody>
          <a:bodyPr/>
          <a:lstStyle/>
          <a:p>
            <a:r>
              <a:rPr lang="en-US" sz="2800"/>
              <a:t>Relational Algebra Inner Join in QBE: </a:t>
            </a:r>
            <a:br>
              <a:rPr lang="en-US" sz="2800"/>
            </a:br>
            <a:r>
              <a:rPr lang="en-US" sz="2800"/>
              <a:t>All details of customers and their salespeople</a:t>
            </a:r>
          </a:p>
        </p:txBody>
      </p:sp>
      <p:pic>
        <p:nvPicPr>
          <p:cNvPr id="114690" name="Picture 2"/>
          <p:cNvPicPr>
            <a:picLocks noChangeAspect="1" noChangeArrowheads="1"/>
          </p:cNvPicPr>
          <p:nvPr/>
        </p:nvPicPr>
        <p:blipFill>
          <a:blip r:embed="rId4">
            <a:extLst>
              <a:ext uri="{BEBA8EAE-BF5A-486C-A8C5-ECC9F3942E4B}">
                <a14:imgProps xmlns:a14="http://schemas.microsoft.com/office/drawing/2010/main">
                  <a14:imgLayer r:embed="rId5">
                    <a14:imgEffect>
                      <a14:sharpenSoften amount="100000"/>
                    </a14:imgEffect>
                  </a14:imgLayer>
                </a14:imgProps>
              </a:ext>
              <a:ext uri="{28A0092B-C50C-407E-A947-70E740481C1C}">
                <a14:useLocalDpi xmlns:a14="http://schemas.microsoft.com/office/drawing/2010/main" val="0"/>
              </a:ext>
            </a:extLst>
          </a:blip>
          <a:srcRect/>
          <a:stretch>
            <a:fillRect/>
          </a:stretch>
        </p:blipFill>
        <p:spPr bwMode="auto">
          <a:xfrm>
            <a:off x="2914650" y="1895475"/>
            <a:ext cx="3314700" cy="3067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1"/>
          <p:cNvSpPr>
            <a:spLocks noGrp="1"/>
          </p:cNvSpPr>
          <p:nvPr>
            <p:ph type="sldNum" sz="quarter" idx="10"/>
          </p:nvPr>
        </p:nvSpPr>
        <p:spPr/>
        <p:txBody>
          <a:bodyPr/>
          <a:lstStyle/>
          <a:p>
            <a:fld id="{9F7743CB-FC6A-481E-8F88-E15A8BC10684}" type="slidenum">
              <a:rPr lang="en-US">
                <a:solidFill>
                  <a:srgbClr val="19138D"/>
                </a:solidFill>
              </a:rPr>
              <a:pPr/>
              <a:t>64</a:t>
            </a:fld>
            <a:endParaRPr lang="en-US">
              <a:solidFill>
                <a:srgbClr val="19138D"/>
              </a:solidFill>
            </a:endParaRPr>
          </a:p>
        </p:txBody>
      </p:sp>
      <p:sp>
        <p:nvSpPr>
          <p:cNvPr id="73731" name="Rectangle 3"/>
          <p:cNvSpPr>
            <a:spLocks noChangeArrowheads="1"/>
          </p:cNvSpPr>
          <p:nvPr/>
        </p:nvSpPr>
        <p:spPr bwMode="auto">
          <a:xfrm>
            <a:off x="566738" y="228600"/>
            <a:ext cx="8501062"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en-US" sz="2800">
                <a:solidFill>
                  <a:schemeClr val="accent2"/>
                </a:solidFill>
              </a:rPr>
              <a:t>Relational Algebra Inner Join in QBE: </a:t>
            </a:r>
            <a:br>
              <a:rPr lang="en-US" sz="2800">
                <a:solidFill>
                  <a:schemeClr val="accent2"/>
                </a:solidFill>
              </a:rPr>
            </a:br>
            <a:r>
              <a:rPr lang="en-US" sz="2800">
                <a:solidFill>
                  <a:schemeClr val="accent2"/>
                </a:solidFill>
              </a:rPr>
              <a:t>All details of customers and their salespeople</a:t>
            </a:r>
          </a:p>
        </p:txBody>
      </p:sp>
      <p:pic>
        <p:nvPicPr>
          <p:cNvPr id="115714" name="Picture 2"/>
          <p:cNvPicPr>
            <a:picLocks noChangeAspect="1" noChangeArrowheads="1"/>
          </p:cNvPicPr>
          <p:nvPr/>
        </p:nvPicPr>
        <p:blipFill>
          <a:blip r:embed="rId4">
            <a:extLst>
              <a:ext uri="{BEBA8EAE-BF5A-486C-A8C5-ECC9F3942E4B}">
                <a14:imgProps xmlns:a14="http://schemas.microsoft.com/office/drawing/2010/main">
                  <a14:imgLayer r:embed="rId5">
                    <a14:imgEffect>
                      <a14:sharpenSoften amount="100000"/>
                    </a14:imgEffect>
                  </a14:imgLayer>
                </a14:imgProps>
              </a:ext>
              <a:ext uri="{28A0092B-C50C-407E-A947-70E740481C1C}">
                <a14:useLocalDpi xmlns:a14="http://schemas.microsoft.com/office/drawing/2010/main" val="0"/>
              </a:ext>
            </a:extLst>
          </a:blip>
          <a:srcRect/>
          <a:stretch>
            <a:fillRect/>
          </a:stretch>
        </p:blipFill>
        <p:spPr bwMode="auto">
          <a:xfrm>
            <a:off x="533400" y="1287686"/>
            <a:ext cx="8153400" cy="50369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1"/>
          <p:cNvSpPr>
            <a:spLocks noGrp="1"/>
          </p:cNvSpPr>
          <p:nvPr>
            <p:ph type="sldNum" sz="quarter" idx="10"/>
          </p:nvPr>
        </p:nvSpPr>
        <p:spPr/>
        <p:txBody>
          <a:bodyPr/>
          <a:lstStyle/>
          <a:p>
            <a:fld id="{CC008B05-84C1-4C65-B45E-D4D99C373F52}" type="slidenum">
              <a:rPr lang="en-US">
                <a:solidFill>
                  <a:srgbClr val="19138D"/>
                </a:solidFill>
              </a:rPr>
              <a:pPr/>
              <a:t>65</a:t>
            </a:fld>
            <a:endParaRPr lang="en-US">
              <a:solidFill>
                <a:srgbClr val="19138D"/>
              </a:solidFill>
            </a:endParaRPr>
          </a:p>
        </p:txBody>
      </p:sp>
      <p:sp>
        <p:nvSpPr>
          <p:cNvPr id="72707" name="Rectangle 3"/>
          <p:cNvSpPr>
            <a:spLocks noChangeArrowheads="1"/>
          </p:cNvSpPr>
          <p:nvPr/>
        </p:nvSpPr>
        <p:spPr bwMode="auto">
          <a:xfrm>
            <a:off x="566738" y="228600"/>
            <a:ext cx="8501062"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en-US" sz="2800">
                <a:solidFill>
                  <a:schemeClr val="accent2"/>
                </a:solidFill>
              </a:rPr>
              <a:t>Relational Algebra Inner Join in QBE: </a:t>
            </a:r>
            <a:br>
              <a:rPr lang="en-US" sz="2800">
                <a:solidFill>
                  <a:schemeClr val="accent2"/>
                </a:solidFill>
              </a:rPr>
            </a:br>
            <a:r>
              <a:rPr lang="en-US" sz="2800">
                <a:solidFill>
                  <a:schemeClr val="accent2"/>
                </a:solidFill>
              </a:rPr>
              <a:t>All details of customers and their salespeople</a:t>
            </a:r>
          </a:p>
        </p:txBody>
      </p:sp>
      <p:pic>
        <p:nvPicPr>
          <p:cNvPr id="116738" name="Picture 2"/>
          <p:cNvPicPr>
            <a:picLocks noChangeAspect="1" noChangeArrowheads="1"/>
          </p:cNvPicPr>
          <p:nvPr/>
        </p:nvPicPr>
        <p:blipFill>
          <a:blip r:embed="rId4">
            <a:extLst>
              <a:ext uri="{BEBA8EAE-BF5A-486C-A8C5-ECC9F3942E4B}">
                <a14:imgProps xmlns:a14="http://schemas.microsoft.com/office/drawing/2010/main">
                  <a14:imgLayer r:embed="rId5">
                    <a14:imgEffect>
                      <a14:sharpenSoften amount="100000"/>
                    </a14:imgEffect>
                  </a14:imgLayer>
                </a14:imgProps>
              </a:ext>
              <a:ext uri="{28A0092B-C50C-407E-A947-70E740481C1C}">
                <a14:useLocalDpi xmlns:a14="http://schemas.microsoft.com/office/drawing/2010/main" val="0"/>
              </a:ext>
            </a:extLst>
          </a:blip>
          <a:srcRect/>
          <a:stretch>
            <a:fillRect/>
          </a:stretch>
        </p:blipFill>
        <p:spPr bwMode="auto">
          <a:xfrm>
            <a:off x="548809" y="1295400"/>
            <a:ext cx="8382348" cy="464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2"/>
          <p:cNvSpPr>
            <a:spLocks noGrp="1"/>
          </p:cNvSpPr>
          <p:nvPr>
            <p:ph type="sldNum" sz="quarter" idx="10"/>
          </p:nvPr>
        </p:nvSpPr>
        <p:spPr/>
        <p:txBody>
          <a:bodyPr/>
          <a:lstStyle/>
          <a:p>
            <a:fld id="{A6628757-DD32-4721-8886-40F1F6826B4F}" type="slidenum">
              <a:rPr lang="en-US">
                <a:solidFill>
                  <a:srgbClr val="19138D"/>
                </a:solidFill>
              </a:rPr>
              <a:pPr/>
              <a:t>66</a:t>
            </a:fld>
            <a:endParaRPr lang="en-US" dirty="0">
              <a:solidFill>
                <a:srgbClr val="19138D"/>
              </a:solidFill>
            </a:endParaRPr>
          </a:p>
        </p:txBody>
      </p:sp>
      <p:sp>
        <p:nvSpPr>
          <p:cNvPr id="51203" name="Rectangle 3"/>
          <p:cNvSpPr>
            <a:spLocks noGrp="1" noChangeArrowheads="1"/>
          </p:cNvSpPr>
          <p:nvPr>
            <p:ph type="title"/>
          </p:nvPr>
        </p:nvSpPr>
        <p:spPr>
          <a:xfrm>
            <a:off x="1066800" y="228600"/>
            <a:ext cx="7696200" cy="838200"/>
          </a:xfrm>
        </p:spPr>
        <p:txBody>
          <a:bodyPr>
            <a:normAutofit fontScale="90000"/>
          </a:bodyPr>
          <a:lstStyle/>
          <a:p>
            <a:r>
              <a:rPr lang="en-US" sz="2800"/>
              <a:t>Relational Algebra Inner Join in QBE: </a:t>
            </a:r>
            <a:br>
              <a:rPr lang="en-US" sz="2800"/>
            </a:br>
            <a:r>
              <a:rPr lang="en-US" sz="2800"/>
              <a:t>All details of customers and their salespeople</a:t>
            </a:r>
          </a:p>
        </p:txBody>
      </p:sp>
      <p:sp>
        <p:nvSpPr>
          <p:cNvPr id="51204" name="Text Box 4"/>
          <p:cNvSpPr txBox="1">
            <a:spLocks noChangeArrowheads="1"/>
          </p:cNvSpPr>
          <p:nvPr/>
        </p:nvSpPr>
        <p:spPr bwMode="auto">
          <a:xfrm>
            <a:off x="1295400" y="1828800"/>
            <a:ext cx="1371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2400"/>
              <a:t>Result</a:t>
            </a:r>
          </a:p>
        </p:txBody>
      </p:sp>
      <p:pic>
        <p:nvPicPr>
          <p:cNvPr id="117762" name="Picture 2"/>
          <p:cNvPicPr>
            <a:picLocks noChangeAspect="1" noChangeArrowheads="1"/>
          </p:cNvPicPr>
          <p:nvPr/>
        </p:nvPicPr>
        <p:blipFill>
          <a:blip r:embed="rId4">
            <a:extLst>
              <a:ext uri="{BEBA8EAE-BF5A-486C-A8C5-ECC9F3942E4B}">
                <a14:imgProps xmlns:a14="http://schemas.microsoft.com/office/drawing/2010/main">
                  <a14:imgLayer r:embed="rId5">
                    <a14:imgEffect>
                      <a14:sharpenSoften amount="100000"/>
                    </a14:imgEffect>
                  </a14:imgLayer>
                </a14:imgProps>
              </a:ext>
              <a:ext uri="{28A0092B-C50C-407E-A947-70E740481C1C}">
                <a14:useLocalDpi xmlns:a14="http://schemas.microsoft.com/office/drawing/2010/main" val="0"/>
              </a:ext>
            </a:extLst>
          </a:blip>
          <a:srcRect/>
          <a:stretch>
            <a:fillRect/>
          </a:stretch>
        </p:blipFill>
        <p:spPr bwMode="auto">
          <a:xfrm>
            <a:off x="449533" y="1295400"/>
            <a:ext cx="8244933" cy="457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2"/>
          <p:cNvSpPr>
            <a:spLocks noGrp="1"/>
          </p:cNvSpPr>
          <p:nvPr>
            <p:ph type="sldNum" sz="quarter" idx="10"/>
          </p:nvPr>
        </p:nvSpPr>
        <p:spPr/>
        <p:txBody>
          <a:bodyPr/>
          <a:lstStyle/>
          <a:p>
            <a:fld id="{1D055812-5BBE-449B-B972-42F7F80FA489}" type="slidenum">
              <a:rPr lang="en-US">
                <a:solidFill>
                  <a:srgbClr val="19138D"/>
                </a:solidFill>
              </a:rPr>
              <a:pPr/>
              <a:t>67</a:t>
            </a:fld>
            <a:endParaRPr lang="en-US">
              <a:solidFill>
                <a:srgbClr val="19138D"/>
              </a:solidFill>
            </a:endParaRPr>
          </a:p>
        </p:txBody>
      </p:sp>
      <p:sp>
        <p:nvSpPr>
          <p:cNvPr id="54274" name="Rectangle 2"/>
          <p:cNvSpPr>
            <a:spLocks noGrp="1" noChangeArrowheads="1"/>
          </p:cNvSpPr>
          <p:nvPr>
            <p:ph type="title"/>
          </p:nvPr>
        </p:nvSpPr>
        <p:spPr>
          <a:xfrm>
            <a:off x="1143000" y="381000"/>
            <a:ext cx="7620000" cy="762000"/>
          </a:xfrm>
        </p:spPr>
        <p:txBody>
          <a:bodyPr>
            <a:normAutofit fontScale="90000"/>
          </a:bodyPr>
          <a:lstStyle/>
          <a:p>
            <a:r>
              <a:rPr lang="en-US" sz="2800"/>
              <a:t>QBE with Mathematical Comparison Operator</a:t>
            </a:r>
            <a:br>
              <a:rPr lang="en-US" sz="2800"/>
            </a:br>
            <a:r>
              <a:rPr lang="en-US" sz="2800"/>
              <a:t>Cash Account# and Balances &gt;=$50,000</a:t>
            </a:r>
          </a:p>
        </p:txBody>
      </p:sp>
      <p:pic>
        <p:nvPicPr>
          <p:cNvPr id="124930" name="Picture 2"/>
          <p:cNvPicPr>
            <a:picLocks noChangeAspect="1" noChangeArrowheads="1"/>
          </p:cNvPicPr>
          <p:nvPr/>
        </p:nvPicPr>
        <p:blipFill>
          <a:blip r:embed="rId4">
            <a:extLst>
              <a:ext uri="{BEBA8EAE-BF5A-486C-A8C5-ECC9F3942E4B}">
                <a14:imgProps xmlns:a14="http://schemas.microsoft.com/office/drawing/2010/main">
                  <a14:imgLayer r:embed="rId5">
                    <a14:imgEffect>
                      <a14:sharpenSoften amount="100000"/>
                    </a14:imgEffect>
                  </a14:imgLayer>
                </a14:imgProps>
              </a:ext>
              <a:ext uri="{28A0092B-C50C-407E-A947-70E740481C1C}">
                <a14:useLocalDpi xmlns:a14="http://schemas.microsoft.com/office/drawing/2010/main" val="0"/>
              </a:ext>
            </a:extLst>
          </a:blip>
          <a:srcRect/>
          <a:stretch>
            <a:fillRect/>
          </a:stretch>
        </p:blipFill>
        <p:spPr bwMode="auto">
          <a:xfrm>
            <a:off x="2914649" y="1895474"/>
            <a:ext cx="3880875" cy="3590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1"/>
          <p:cNvSpPr>
            <a:spLocks noGrp="1"/>
          </p:cNvSpPr>
          <p:nvPr>
            <p:ph type="sldNum" sz="quarter" idx="10"/>
          </p:nvPr>
        </p:nvSpPr>
        <p:spPr/>
        <p:txBody>
          <a:bodyPr/>
          <a:lstStyle/>
          <a:p>
            <a:fld id="{4A10DB63-CA28-4605-B7DA-7A6C13AF7FCA}" type="slidenum">
              <a:rPr lang="en-US">
                <a:solidFill>
                  <a:srgbClr val="19138D"/>
                </a:solidFill>
              </a:rPr>
              <a:pPr/>
              <a:t>68</a:t>
            </a:fld>
            <a:endParaRPr lang="en-US" dirty="0">
              <a:solidFill>
                <a:srgbClr val="19138D"/>
              </a:solidFill>
            </a:endParaRPr>
          </a:p>
        </p:txBody>
      </p:sp>
      <p:sp>
        <p:nvSpPr>
          <p:cNvPr id="78851" name="Rectangle 3"/>
          <p:cNvSpPr>
            <a:spLocks noChangeArrowheads="1"/>
          </p:cNvSpPr>
          <p:nvPr/>
        </p:nvSpPr>
        <p:spPr bwMode="auto">
          <a:xfrm>
            <a:off x="1143000" y="381000"/>
            <a:ext cx="76200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en-US" sz="2800">
                <a:solidFill>
                  <a:schemeClr val="accent2"/>
                </a:solidFill>
              </a:rPr>
              <a:t>QBE with Mathematical Comparison Operator</a:t>
            </a:r>
            <a:br>
              <a:rPr lang="en-US" sz="2800">
                <a:solidFill>
                  <a:schemeClr val="accent2"/>
                </a:solidFill>
              </a:rPr>
            </a:br>
            <a:r>
              <a:rPr lang="en-US" sz="2800">
                <a:solidFill>
                  <a:schemeClr val="accent2"/>
                </a:solidFill>
              </a:rPr>
              <a:t>Cash Account# and Balances &gt;=$50,000</a:t>
            </a:r>
          </a:p>
        </p:txBody>
      </p:sp>
      <p:pic>
        <p:nvPicPr>
          <p:cNvPr id="125955" name="Picture 3"/>
          <p:cNvPicPr>
            <a:picLocks noChangeAspect="1" noChangeArrowheads="1"/>
          </p:cNvPicPr>
          <p:nvPr/>
        </p:nvPicPr>
        <p:blipFill>
          <a:blip r:embed="rId4">
            <a:extLst>
              <a:ext uri="{BEBA8EAE-BF5A-486C-A8C5-ECC9F3942E4B}">
                <a14:imgProps xmlns:a14="http://schemas.microsoft.com/office/drawing/2010/main">
                  <a14:imgLayer r:embed="rId5">
                    <a14:imgEffect>
                      <a14:sharpenSoften amount="100000"/>
                    </a14:imgEffect>
                  </a14:imgLayer>
                </a14:imgProps>
              </a:ext>
              <a:ext uri="{28A0092B-C50C-407E-A947-70E740481C1C}">
                <a14:useLocalDpi xmlns:a14="http://schemas.microsoft.com/office/drawing/2010/main" val="0"/>
              </a:ext>
            </a:extLst>
          </a:blip>
          <a:srcRect/>
          <a:stretch>
            <a:fillRect/>
          </a:stretch>
        </p:blipFill>
        <p:spPr bwMode="auto">
          <a:xfrm>
            <a:off x="1143000" y="1447800"/>
            <a:ext cx="7072312" cy="4819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2"/>
          <p:cNvSpPr>
            <a:spLocks noGrp="1"/>
          </p:cNvSpPr>
          <p:nvPr>
            <p:ph type="sldNum" sz="quarter" idx="10"/>
          </p:nvPr>
        </p:nvSpPr>
        <p:spPr/>
        <p:txBody>
          <a:bodyPr/>
          <a:lstStyle/>
          <a:p>
            <a:fld id="{1EB03BE5-358C-4AF0-A5EA-93CE9415DD12}" type="slidenum">
              <a:rPr lang="en-US" b="1">
                <a:solidFill>
                  <a:srgbClr val="19138D"/>
                </a:solidFill>
              </a:rPr>
              <a:pPr/>
              <a:t>69</a:t>
            </a:fld>
            <a:endParaRPr lang="en-US" b="1" dirty="0">
              <a:solidFill>
                <a:srgbClr val="19138D"/>
              </a:solidFill>
            </a:endParaRPr>
          </a:p>
        </p:txBody>
      </p:sp>
      <p:sp>
        <p:nvSpPr>
          <p:cNvPr id="55298" name="Rectangle 2"/>
          <p:cNvSpPr>
            <a:spLocks noGrp="1" noChangeArrowheads="1"/>
          </p:cNvSpPr>
          <p:nvPr>
            <p:ph type="title"/>
          </p:nvPr>
        </p:nvSpPr>
        <p:spPr>
          <a:xfrm>
            <a:off x="1219200" y="304800"/>
            <a:ext cx="7467600" cy="914400"/>
          </a:xfrm>
        </p:spPr>
        <p:txBody>
          <a:bodyPr/>
          <a:lstStyle/>
          <a:p>
            <a:r>
              <a:rPr lang="en-US" sz="2800"/>
              <a:t>QBE with Mathematical Comparison Operator</a:t>
            </a:r>
            <a:br>
              <a:rPr lang="en-US" sz="2800"/>
            </a:br>
            <a:r>
              <a:rPr lang="en-US" sz="2800"/>
              <a:t>Cash Account# and Balances &gt;=$50,000</a:t>
            </a:r>
          </a:p>
        </p:txBody>
      </p:sp>
      <p:sp>
        <p:nvSpPr>
          <p:cNvPr id="55300" name="Text Box 4"/>
          <p:cNvSpPr txBox="1">
            <a:spLocks noChangeArrowheads="1"/>
          </p:cNvSpPr>
          <p:nvPr/>
        </p:nvSpPr>
        <p:spPr bwMode="auto">
          <a:xfrm>
            <a:off x="2057400" y="1295400"/>
            <a:ext cx="1219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2400" dirty="0"/>
              <a:t>Result</a:t>
            </a:r>
          </a:p>
        </p:txBody>
      </p:sp>
      <p:pic>
        <p:nvPicPr>
          <p:cNvPr id="126978" name="Picture 2"/>
          <p:cNvPicPr>
            <a:picLocks noChangeAspect="1" noChangeArrowheads="1"/>
          </p:cNvPicPr>
          <p:nvPr/>
        </p:nvPicPr>
        <p:blipFill>
          <a:blip r:embed="rId4">
            <a:extLst>
              <a:ext uri="{BEBA8EAE-BF5A-486C-A8C5-ECC9F3942E4B}">
                <a14:imgProps xmlns:a14="http://schemas.microsoft.com/office/drawing/2010/main">
                  <a14:imgLayer r:embed="rId5">
                    <a14:imgEffect>
                      <a14:sharpenSoften amount="100000"/>
                    </a14:imgEffect>
                  </a14:imgLayer>
                </a14:imgProps>
              </a:ext>
              <a:ext uri="{28A0092B-C50C-407E-A947-70E740481C1C}">
                <a14:useLocalDpi xmlns:a14="http://schemas.microsoft.com/office/drawing/2010/main" val="0"/>
              </a:ext>
            </a:extLst>
          </a:blip>
          <a:srcRect/>
          <a:stretch>
            <a:fillRect/>
          </a:stretch>
        </p:blipFill>
        <p:spPr bwMode="auto">
          <a:xfrm>
            <a:off x="1464469" y="1828800"/>
            <a:ext cx="6215062" cy="47231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2"/>
          <p:cNvSpPr>
            <a:spLocks noGrp="1"/>
          </p:cNvSpPr>
          <p:nvPr>
            <p:ph type="sldNum" sz="quarter" idx="10"/>
          </p:nvPr>
        </p:nvSpPr>
        <p:spPr/>
        <p:txBody>
          <a:bodyPr/>
          <a:lstStyle/>
          <a:p>
            <a:fld id="{ED9DF341-2B30-4C87-BD3D-097D418E5871}" type="slidenum">
              <a:rPr lang="en-US">
                <a:solidFill>
                  <a:srgbClr val="19138D"/>
                </a:solidFill>
              </a:rPr>
              <a:pPr/>
              <a:t>70</a:t>
            </a:fld>
            <a:endParaRPr lang="en-US">
              <a:solidFill>
                <a:srgbClr val="19138D"/>
              </a:solidFill>
            </a:endParaRPr>
          </a:p>
        </p:txBody>
      </p:sp>
      <p:sp>
        <p:nvSpPr>
          <p:cNvPr id="56322" name="Rectangle 2"/>
          <p:cNvSpPr>
            <a:spLocks noGrp="1" noChangeArrowheads="1"/>
          </p:cNvSpPr>
          <p:nvPr>
            <p:ph type="title"/>
          </p:nvPr>
        </p:nvSpPr>
        <p:spPr>
          <a:xfrm>
            <a:off x="1143000" y="228600"/>
            <a:ext cx="7391400" cy="838200"/>
          </a:xfrm>
        </p:spPr>
        <p:txBody>
          <a:bodyPr>
            <a:normAutofit fontScale="90000"/>
          </a:bodyPr>
          <a:lstStyle/>
          <a:p>
            <a:r>
              <a:rPr lang="en-US" sz="2800"/>
              <a:t>QBE with Mathematical Comparison on Character Attribute: Sales Not made by E-10</a:t>
            </a:r>
          </a:p>
        </p:txBody>
      </p:sp>
      <p:pic>
        <p:nvPicPr>
          <p:cNvPr id="128002" name="Picture 2"/>
          <p:cNvPicPr>
            <a:picLocks noChangeAspect="1" noChangeArrowheads="1"/>
          </p:cNvPicPr>
          <p:nvPr/>
        </p:nvPicPr>
        <p:blipFill>
          <a:blip r:embed="rId4">
            <a:extLst>
              <a:ext uri="{BEBA8EAE-BF5A-486C-A8C5-ECC9F3942E4B}">
                <a14:imgProps xmlns:a14="http://schemas.microsoft.com/office/drawing/2010/main">
                  <a14:imgLayer r:embed="rId5">
                    <a14:imgEffect>
                      <a14:sharpenSoften amount="100000"/>
                    </a14:imgEffect>
                  </a14:imgLayer>
                </a14:imgProps>
              </a:ext>
              <a:ext uri="{28A0092B-C50C-407E-A947-70E740481C1C}">
                <a14:useLocalDpi xmlns:a14="http://schemas.microsoft.com/office/drawing/2010/main" val="0"/>
              </a:ext>
            </a:extLst>
          </a:blip>
          <a:srcRect/>
          <a:stretch>
            <a:fillRect/>
          </a:stretch>
        </p:blipFill>
        <p:spPr bwMode="auto">
          <a:xfrm>
            <a:off x="2638425" y="1447800"/>
            <a:ext cx="3867150" cy="3578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1"/>
          <p:cNvSpPr>
            <a:spLocks noGrp="1"/>
          </p:cNvSpPr>
          <p:nvPr>
            <p:ph type="sldNum" sz="quarter" idx="10"/>
          </p:nvPr>
        </p:nvSpPr>
        <p:spPr/>
        <p:txBody>
          <a:bodyPr/>
          <a:lstStyle/>
          <a:p>
            <a:fld id="{438E3910-5701-4FEB-B3F3-18958BA97EA6}" type="slidenum">
              <a:rPr lang="en-US">
                <a:solidFill>
                  <a:srgbClr val="19138D"/>
                </a:solidFill>
              </a:rPr>
              <a:pPr/>
              <a:t>71</a:t>
            </a:fld>
            <a:endParaRPr lang="en-US">
              <a:solidFill>
                <a:srgbClr val="19138D"/>
              </a:solidFill>
            </a:endParaRPr>
          </a:p>
        </p:txBody>
      </p:sp>
      <p:sp>
        <p:nvSpPr>
          <p:cNvPr id="79876" name="Rectangle 4"/>
          <p:cNvSpPr>
            <a:spLocks noChangeArrowheads="1"/>
          </p:cNvSpPr>
          <p:nvPr/>
        </p:nvSpPr>
        <p:spPr bwMode="auto">
          <a:xfrm>
            <a:off x="1143000" y="228600"/>
            <a:ext cx="73914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en-US" sz="2800">
                <a:solidFill>
                  <a:schemeClr val="accent2"/>
                </a:solidFill>
              </a:rPr>
              <a:t>QBE with Mathematical Comparison on Character Attribute: Sales Not made by E-10</a:t>
            </a:r>
          </a:p>
        </p:txBody>
      </p:sp>
      <p:pic>
        <p:nvPicPr>
          <p:cNvPr id="129026" name="Picture 2"/>
          <p:cNvPicPr>
            <a:picLocks noChangeAspect="1" noChangeArrowheads="1"/>
          </p:cNvPicPr>
          <p:nvPr/>
        </p:nvPicPr>
        <p:blipFill>
          <a:blip r:embed="rId4">
            <a:extLst>
              <a:ext uri="{BEBA8EAE-BF5A-486C-A8C5-ECC9F3942E4B}">
                <a14:imgProps xmlns:a14="http://schemas.microsoft.com/office/drawing/2010/main">
                  <a14:imgLayer r:embed="rId5">
                    <a14:imgEffect>
                      <a14:sharpenSoften amount="100000"/>
                    </a14:imgEffect>
                  </a14:imgLayer>
                </a14:imgProps>
              </a:ext>
              <a:ext uri="{28A0092B-C50C-407E-A947-70E740481C1C}">
                <a14:useLocalDpi xmlns:a14="http://schemas.microsoft.com/office/drawing/2010/main" val="0"/>
              </a:ext>
            </a:extLst>
          </a:blip>
          <a:srcRect/>
          <a:stretch>
            <a:fillRect/>
          </a:stretch>
        </p:blipFill>
        <p:spPr bwMode="auto">
          <a:xfrm>
            <a:off x="838200" y="1219200"/>
            <a:ext cx="7515225" cy="5276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2"/>
          <p:cNvSpPr>
            <a:spLocks noGrp="1"/>
          </p:cNvSpPr>
          <p:nvPr>
            <p:ph type="sldNum" sz="quarter" idx="10"/>
          </p:nvPr>
        </p:nvSpPr>
        <p:spPr/>
        <p:txBody>
          <a:bodyPr/>
          <a:lstStyle/>
          <a:p>
            <a:fld id="{505CDE04-650F-4792-BEF8-8E736AEFABEF}" type="slidenum">
              <a:rPr lang="en-US">
                <a:solidFill>
                  <a:srgbClr val="19138D"/>
                </a:solidFill>
              </a:rPr>
              <a:pPr/>
              <a:t>72</a:t>
            </a:fld>
            <a:endParaRPr lang="en-US">
              <a:solidFill>
                <a:srgbClr val="19138D"/>
              </a:solidFill>
            </a:endParaRPr>
          </a:p>
        </p:txBody>
      </p:sp>
      <p:sp>
        <p:nvSpPr>
          <p:cNvPr id="57346" name="Rectangle 2"/>
          <p:cNvSpPr>
            <a:spLocks noGrp="1" noChangeArrowheads="1"/>
          </p:cNvSpPr>
          <p:nvPr>
            <p:ph type="title"/>
          </p:nvPr>
        </p:nvSpPr>
        <p:spPr/>
        <p:txBody>
          <a:bodyPr/>
          <a:lstStyle/>
          <a:p>
            <a:r>
              <a:rPr lang="en-US" sz="2800"/>
              <a:t>QBE with Mathematical Comparison on Character Attribute: Sales Not made by E-10</a:t>
            </a:r>
          </a:p>
        </p:txBody>
      </p:sp>
      <p:sp>
        <p:nvSpPr>
          <p:cNvPr id="57348" name="Text Box 4"/>
          <p:cNvSpPr txBox="1">
            <a:spLocks noChangeArrowheads="1"/>
          </p:cNvSpPr>
          <p:nvPr/>
        </p:nvSpPr>
        <p:spPr bwMode="auto">
          <a:xfrm>
            <a:off x="1855694" y="1447800"/>
            <a:ext cx="152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2400" dirty="0"/>
              <a:t>Result</a:t>
            </a:r>
          </a:p>
        </p:txBody>
      </p:sp>
      <p:pic>
        <p:nvPicPr>
          <p:cNvPr id="130050" name="Picture 2"/>
          <p:cNvPicPr>
            <a:picLocks noChangeAspect="1" noChangeArrowheads="1"/>
          </p:cNvPicPr>
          <p:nvPr/>
        </p:nvPicPr>
        <p:blipFill>
          <a:blip r:embed="rId4">
            <a:extLst>
              <a:ext uri="{BEBA8EAE-BF5A-486C-A8C5-ECC9F3942E4B}">
                <a14:imgProps xmlns:a14="http://schemas.microsoft.com/office/drawing/2010/main">
                  <a14:imgLayer r:embed="rId5">
                    <a14:imgEffect>
                      <a14:sharpenSoften amount="100000"/>
                    </a14:imgEffect>
                  </a14:imgLayer>
                </a14:imgProps>
              </a:ext>
              <a:ext uri="{28A0092B-C50C-407E-A947-70E740481C1C}">
                <a14:useLocalDpi xmlns:a14="http://schemas.microsoft.com/office/drawing/2010/main" val="0"/>
              </a:ext>
            </a:extLst>
          </a:blip>
          <a:srcRect/>
          <a:stretch>
            <a:fillRect/>
          </a:stretch>
        </p:blipFill>
        <p:spPr bwMode="auto">
          <a:xfrm>
            <a:off x="1676400" y="1905000"/>
            <a:ext cx="6500813" cy="45645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2"/>
          <p:cNvSpPr>
            <a:spLocks noGrp="1"/>
          </p:cNvSpPr>
          <p:nvPr>
            <p:ph type="sldNum" sz="quarter" idx="10"/>
          </p:nvPr>
        </p:nvSpPr>
        <p:spPr/>
        <p:txBody>
          <a:bodyPr/>
          <a:lstStyle/>
          <a:p>
            <a:fld id="{BD7C8DE7-47E3-48F1-957C-5E8113586591}" type="slidenum">
              <a:rPr lang="en-US"/>
              <a:pPr/>
              <a:t>73</a:t>
            </a:fld>
            <a:endParaRPr lang="en-US"/>
          </a:p>
        </p:txBody>
      </p:sp>
      <p:sp>
        <p:nvSpPr>
          <p:cNvPr id="58370" name="Rectangle 2"/>
          <p:cNvSpPr>
            <a:spLocks noGrp="1" noChangeArrowheads="1"/>
          </p:cNvSpPr>
          <p:nvPr>
            <p:ph type="title"/>
          </p:nvPr>
        </p:nvSpPr>
        <p:spPr>
          <a:xfrm>
            <a:off x="1524000" y="228600"/>
            <a:ext cx="6324600" cy="914400"/>
          </a:xfrm>
        </p:spPr>
        <p:txBody>
          <a:bodyPr/>
          <a:lstStyle/>
          <a:p>
            <a:r>
              <a:rPr lang="en-US" sz="2800"/>
              <a:t>AND operator in QBE: Sales made before July 31 by Sales Rep E-10</a:t>
            </a:r>
          </a:p>
        </p:txBody>
      </p:sp>
      <p:pic>
        <p:nvPicPr>
          <p:cNvPr id="131074" name="Picture 2"/>
          <p:cNvPicPr>
            <a:picLocks noChangeAspect="1" noChangeArrowheads="1"/>
          </p:cNvPicPr>
          <p:nvPr/>
        </p:nvPicPr>
        <p:blipFill>
          <a:blip r:embed="rId4">
            <a:extLst>
              <a:ext uri="{BEBA8EAE-BF5A-486C-A8C5-ECC9F3942E4B}">
                <a14:imgProps xmlns:a14="http://schemas.microsoft.com/office/drawing/2010/main">
                  <a14:imgLayer r:embed="rId5">
                    <a14:imgEffect>
                      <a14:sharpenSoften amount="100000"/>
                    </a14:imgEffect>
                  </a14:imgLayer>
                </a14:imgProps>
              </a:ext>
              <a:ext uri="{28A0092B-C50C-407E-A947-70E740481C1C}">
                <a14:useLocalDpi xmlns:a14="http://schemas.microsoft.com/office/drawing/2010/main" val="0"/>
              </a:ext>
            </a:extLst>
          </a:blip>
          <a:srcRect/>
          <a:stretch>
            <a:fillRect/>
          </a:stretch>
        </p:blipFill>
        <p:spPr bwMode="auto">
          <a:xfrm>
            <a:off x="2409825" y="1600200"/>
            <a:ext cx="4324350" cy="40012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1"/>
          <p:cNvSpPr>
            <a:spLocks noGrp="1"/>
          </p:cNvSpPr>
          <p:nvPr>
            <p:ph type="sldNum" sz="quarter" idx="10"/>
          </p:nvPr>
        </p:nvSpPr>
        <p:spPr/>
        <p:txBody>
          <a:bodyPr/>
          <a:lstStyle/>
          <a:p>
            <a:fld id="{B69333CD-FE89-405F-9632-C21F3FFBD8B1}" type="slidenum">
              <a:rPr lang="en-US">
                <a:solidFill>
                  <a:srgbClr val="19138D"/>
                </a:solidFill>
              </a:rPr>
              <a:pPr/>
              <a:t>74</a:t>
            </a:fld>
            <a:endParaRPr lang="en-US">
              <a:solidFill>
                <a:srgbClr val="19138D"/>
              </a:solidFill>
            </a:endParaRPr>
          </a:p>
        </p:txBody>
      </p:sp>
      <p:sp>
        <p:nvSpPr>
          <p:cNvPr id="81923" name="Rectangle 3"/>
          <p:cNvSpPr>
            <a:spLocks noChangeArrowheads="1"/>
          </p:cNvSpPr>
          <p:nvPr/>
        </p:nvSpPr>
        <p:spPr bwMode="auto">
          <a:xfrm>
            <a:off x="1371600" y="228600"/>
            <a:ext cx="66294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en-US" sz="2800">
                <a:solidFill>
                  <a:schemeClr val="accent2"/>
                </a:solidFill>
              </a:rPr>
              <a:t>AND operator in QBE: Sales made before July 31 by Sales Rep E-10</a:t>
            </a:r>
          </a:p>
        </p:txBody>
      </p:sp>
      <p:pic>
        <p:nvPicPr>
          <p:cNvPr id="132098" name="Picture 2"/>
          <p:cNvPicPr>
            <a:picLocks noChangeAspect="1" noChangeArrowheads="1"/>
          </p:cNvPicPr>
          <p:nvPr/>
        </p:nvPicPr>
        <p:blipFill>
          <a:blip r:embed="rId4">
            <a:extLst>
              <a:ext uri="{BEBA8EAE-BF5A-486C-A8C5-ECC9F3942E4B}">
                <a14:imgProps xmlns:a14="http://schemas.microsoft.com/office/drawing/2010/main">
                  <a14:imgLayer r:embed="rId5">
                    <a14:imgEffect>
                      <a14:sharpenSoften amount="100000"/>
                    </a14:imgEffect>
                  </a14:imgLayer>
                </a14:imgProps>
              </a:ext>
              <a:ext uri="{28A0092B-C50C-407E-A947-70E740481C1C}">
                <a14:useLocalDpi xmlns:a14="http://schemas.microsoft.com/office/drawing/2010/main" val="0"/>
              </a:ext>
            </a:extLst>
          </a:blip>
          <a:srcRect/>
          <a:stretch>
            <a:fillRect/>
          </a:stretch>
        </p:blipFill>
        <p:spPr bwMode="auto">
          <a:xfrm>
            <a:off x="609600" y="1524000"/>
            <a:ext cx="7405687" cy="49134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 Box 4"/>
          <p:cNvSpPr txBox="1">
            <a:spLocks noChangeArrowheads="1"/>
          </p:cNvSpPr>
          <p:nvPr/>
        </p:nvSpPr>
        <p:spPr bwMode="auto">
          <a:xfrm>
            <a:off x="7408490" y="5153025"/>
            <a:ext cx="1600200" cy="9429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1400" dirty="0"/>
              <a:t>Enter selection criteria on same line to accomplish logical “AND”</a:t>
            </a:r>
          </a:p>
        </p:txBody>
      </p:sp>
      <p:sp>
        <p:nvSpPr>
          <p:cNvPr id="7" name="Line 5"/>
          <p:cNvSpPr>
            <a:spLocks noChangeShapeType="1"/>
          </p:cNvSpPr>
          <p:nvPr/>
        </p:nvSpPr>
        <p:spPr bwMode="auto">
          <a:xfrm flipH="1">
            <a:off x="6778999" y="5303520"/>
            <a:ext cx="642938" cy="0"/>
          </a:xfrm>
          <a:prstGeom prst="line">
            <a:avLst/>
          </a:prstGeom>
          <a:noFill/>
          <a:ln w="222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Tree>
    <p:custDataLst>
      <p:tags r:id="rId1"/>
    </p:custData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2"/>
          <p:cNvSpPr>
            <a:spLocks noGrp="1"/>
          </p:cNvSpPr>
          <p:nvPr>
            <p:ph type="sldNum" sz="quarter" idx="10"/>
          </p:nvPr>
        </p:nvSpPr>
        <p:spPr/>
        <p:txBody>
          <a:bodyPr/>
          <a:lstStyle/>
          <a:p>
            <a:fld id="{99707674-D526-4455-800F-413E514E225C}" type="slidenum">
              <a:rPr lang="en-US">
                <a:solidFill>
                  <a:srgbClr val="19138D"/>
                </a:solidFill>
              </a:rPr>
              <a:pPr/>
              <a:t>75</a:t>
            </a:fld>
            <a:endParaRPr lang="en-US">
              <a:solidFill>
                <a:srgbClr val="19138D"/>
              </a:solidFill>
            </a:endParaRPr>
          </a:p>
        </p:txBody>
      </p:sp>
      <p:sp>
        <p:nvSpPr>
          <p:cNvPr id="59394" name="Rectangle 2"/>
          <p:cNvSpPr>
            <a:spLocks noGrp="1" noChangeArrowheads="1"/>
          </p:cNvSpPr>
          <p:nvPr>
            <p:ph type="title"/>
          </p:nvPr>
        </p:nvSpPr>
        <p:spPr>
          <a:xfrm>
            <a:off x="1700213" y="76200"/>
            <a:ext cx="6072187" cy="1143000"/>
          </a:xfrm>
        </p:spPr>
        <p:txBody>
          <a:bodyPr/>
          <a:lstStyle/>
          <a:p>
            <a:r>
              <a:rPr lang="en-US" sz="2800"/>
              <a:t>AND operator in QBE: Sales made before July 31 by Sales Rep E-10</a:t>
            </a:r>
          </a:p>
        </p:txBody>
      </p:sp>
      <p:sp>
        <p:nvSpPr>
          <p:cNvPr id="59396" name="Text Box 4"/>
          <p:cNvSpPr txBox="1">
            <a:spLocks noChangeArrowheads="1"/>
          </p:cNvSpPr>
          <p:nvPr/>
        </p:nvSpPr>
        <p:spPr bwMode="auto">
          <a:xfrm>
            <a:off x="1295400" y="1143000"/>
            <a:ext cx="1676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2400"/>
              <a:t>Result</a:t>
            </a:r>
          </a:p>
        </p:txBody>
      </p:sp>
      <p:pic>
        <p:nvPicPr>
          <p:cNvPr id="133122" name="Picture 2"/>
          <p:cNvPicPr>
            <a:picLocks noChangeAspect="1" noChangeArrowheads="1"/>
          </p:cNvPicPr>
          <p:nvPr/>
        </p:nvPicPr>
        <p:blipFill>
          <a:blip r:embed="rId4">
            <a:extLst>
              <a:ext uri="{BEBA8EAE-BF5A-486C-A8C5-ECC9F3942E4B}">
                <a14:imgProps xmlns:a14="http://schemas.microsoft.com/office/drawing/2010/main">
                  <a14:imgLayer r:embed="rId5">
                    <a14:imgEffect>
                      <a14:sharpenSoften amount="100000"/>
                    </a14:imgEffect>
                  </a14:imgLayer>
                </a14:imgProps>
              </a:ext>
              <a:ext uri="{28A0092B-C50C-407E-A947-70E740481C1C}">
                <a14:useLocalDpi xmlns:a14="http://schemas.microsoft.com/office/drawing/2010/main" val="0"/>
              </a:ext>
            </a:extLst>
          </a:blip>
          <a:srcRect/>
          <a:stretch>
            <a:fillRect/>
          </a:stretch>
        </p:blipFill>
        <p:spPr bwMode="auto">
          <a:xfrm>
            <a:off x="1389529" y="1600200"/>
            <a:ext cx="6598024" cy="4733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2"/>
          <p:cNvSpPr>
            <a:spLocks noGrp="1"/>
          </p:cNvSpPr>
          <p:nvPr>
            <p:ph type="sldNum" sz="quarter" idx="10"/>
          </p:nvPr>
        </p:nvSpPr>
        <p:spPr/>
        <p:txBody>
          <a:bodyPr/>
          <a:lstStyle/>
          <a:p>
            <a:fld id="{BD7C8DE7-47E3-48F1-957C-5E8113586591}" type="slidenum">
              <a:rPr lang="en-US"/>
              <a:pPr/>
              <a:t>76</a:t>
            </a:fld>
            <a:endParaRPr lang="en-US"/>
          </a:p>
        </p:txBody>
      </p:sp>
      <p:sp>
        <p:nvSpPr>
          <p:cNvPr id="58370" name="Rectangle 2"/>
          <p:cNvSpPr>
            <a:spLocks noGrp="1" noChangeArrowheads="1"/>
          </p:cNvSpPr>
          <p:nvPr>
            <p:ph type="title"/>
          </p:nvPr>
        </p:nvSpPr>
        <p:spPr>
          <a:xfrm>
            <a:off x="1524000" y="228600"/>
            <a:ext cx="6324600" cy="914400"/>
          </a:xfrm>
        </p:spPr>
        <p:txBody>
          <a:bodyPr/>
          <a:lstStyle/>
          <a:p>
            <a:r>
              <a:rPr lang="en-US" sz="2800" dirty="0">
                <a:solidFill>
                  <a:srgbClr val="333399"/>
                </a:solidFill>
              </a:rPr>
              <a:t>OR operator in QBE: Sales made </a:t>
            </a:r>
            <a:br>
              <a:rPr lang="en-US" sz="2800" dirty="0">
                <a:solidFill>
                  <a:srgbClr val="333399"/>
                </a:solidFill>
              </a:rPr>
            </a:br>
            <a:r>
              <a:rPr lang="en-US" sz="2800" dirty="0">
                <a:solidFill>
                  <a:srgbClr val="333399"/>
                </a:solidFill>
              </a:rPr>
              <a:t>before July 31 OR by Sales Rep E-10</a:t>
            </a:r>
            <a:endParaRPr lang="en-US" sz="2800" dirty="0"/>
          </a:p>
        </p:txBody>
      </p:sp>
      <p:pic>
        <p:nvPicPr>
          <p:cNvPr id="131074" name="Picture 2"/>
          <p:cNvPicPr>
            <a:picLocks noChangeAspect="1" noChangeArrowheads="1"/>
          </p:cNvPicPr>
          <p:nvPr/>
        </p:nvPicPr>
        <p:blipFill>
          <a:blip r:embed="rId4">
            <a:extLst>
              <a:ext uri="{BEBA8EAE-BF5A-486C-A8C5-ECC9F3942E4B}">
                <a14:imgProps xmlns:a14="http://schemas.microsoft.com/office/drawing/2010/main">
                  <a14:imgLayer r:embed="rId5">
                    <a14:imgEffect>
                      <a14:sharpenSoften amount="100000"/>
                    </a14:imgEffect>
                  </a14:imgLayer>
                </a14:imgProps>
              </a:ext>
              <a:ext uri="{28A0092B-C50C-407E-A947-70E740481C1C}">
                <a14:useLocalDpi xmlns:a14="http://schemas.microsoft.com/office/drawing/2010/main" val="0"/>
              </a:ext>
            </a:extLst>
          </a:blip>
          <a:srcRect/>
          <a:stretch>
            <a:fillRect/>
          </a:stretch>
        </p:blipFill>
        <p:spPr bwMode="auto">
          <a:xfrm>
            <a:off x="2409825" y="1600200"/>
            <a:ext cx="4324350" cy="40012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113933193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1"/>
          <p:cNvSpPr>
            <a:spLocks noGrp="1"/>
          </p:cNvSpPr>
          <p:nvPr>
            <p:ph type="sldNum" sz="quarter" idx="10"/>
          </p:nvPr>
        </p:nvSpPr>
        <p:spPr/>
        <p:txBody>
          <a:bodyPr/>
          <a:lstStyle/>
          <a:p>
            <a:fld id="{60E5A8EC-89AE-420E-936D-84305C7F2E2F}" type="slidenum">
              <a:rPr lang="en-US">
                <a:solidFill>
                  <a:srgbClr val="19138D"/>
                </a:solidFill>
              </a:rPr>
              <a:pPr/>
              <a:t>77</a:t>
            </a:fld>
            <a:endParaRPr lang="en-US">
              <a:solidFill>
                <a:srgbClr val="19138D"/>
              </a:solidFill>
            </a:endParaRPr>
          </a:p>
        </p:txBody>
      </p:sp>
      <p:sp>
        <p:nvSpPr>
          <p:cNvPr id="84995" name="Rectangle 3"/>
          <p:cNvSpPr>
            <a:spLocks noChangeArrowheads="1"/>
          </p:cNvSpPr>
          <p:nvPr/>
        </p:nvSpPr>
        <p:spPr bwMode="auto">
          <a:xfrm>
            <a:off x="1219200" y="76200"/>
            <a:ext cx="7467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en-US" sz="2800">
                <a:solidFill>
                  <a:schemeClr val="accent2"/>
                </a:solidFill>
              </a:rPr>
              <a:t>OR operator in QBE: Sales made </a:t>
            </a:r>
            <a:br>
              <a:rPr lang="en-US" sz="2800">
                <a:solidFill>
                  <a:schemeClr val="accent2"/>
                </a:solidFill>
              </a:rPr>
            </a:br>
            <a:r>
              <a:rPr lang="en-US" sz="2800">
                <a:solidFill>
                  <a:schemeClr val="accent2"/>
                </a:solidFill>
              </a:rPr>
              <a:t>before July 31 OR by Sales Rep E-10</a:t>
            </a:r>
          </a:p>
        </p:txBody>
      </p:sp>
      <p:pic>
        <p:nvPicPr>
          <p:cNvPr id="134146" name="Picture 2"/>
          <p:cNvPicPr>
            <a:picLocks noChangeAspect="1" noChangeArrowheads="1"/>
          </p:cNvPicPr>
          <p:nvPr/>
        </p:nvPicPr>
        <p:blipFill>
          <a:blip r:embed="rId4">
            <a:extLst>
              <a:ext uri="{BEBA8EAE-BF5A-486C-A8C5-ECC9F3942E4B}">
                <a14:imgProps xmlns:a14="http://schemas.microsoft.com/office/drawing/2010/main">
                  <a14:imgLayer r:embed="rId5">
                    <a14:imgEffect>
                      <a14:sharpenSoften amount="100000"/>
                    </a14:imgEffect>
                  </a14:imgLayer>
                </a14:imgProps>
              </a:ext>
              <a:ext uri="{28A0092B-C50C-407E-A947-70E740481C1C}">
                <a14:useLocalDpi xmlns:a14="http://schemas.microsoft.com/office/drawing/2010/main" val="0"/>
              </a:ext>
            </a:extLst>
          </a:blip>
          <a:srcRect/>
          <a:stretch>
            <a:fillRect/>
          </a:stretch>
        </p:blipFill>
        <p:spPr bwMode="auto">
          <a:xfrm>
            <a:off x="914400" y="1295400"/>
            <a:ext cx="7667625" cy="4718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 Box 4"/>
          <p:cNvSpPr txBox="1">
            <a:spLocks noChangeArrowheads="1"/>
          </p:cNvSpPr>
          <p:nvPr/>
        </p:nvSpPr>
        <p:spPr bwMode="auto">
          <a:xfrm>
            <a:off x="4495800" y="5975350"/>
            <a:ext cx="2071687" cy="730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1400" dirty="0"/>
              <a:t>Enter selection criteria on separate lines to accomplish logical “OR”</a:t>
            </a:r>
          </a:p>
        </p:txBody>
      </p:sp>
      <p:sp>
        <p:nvSpPr>
          <p:cNvPr id="7" name="Line 5"/>
          <p:cNvSpPr>
            <a:spLocks noChangeShapeType="1"/>
          </p:cNvSpPr>
          <p:nvPr/>
        </p:nvSpPr>
        <p:spPr bwMode="auto">
          <a:xfrm flipV="1">
            <a:off x="4852988" y="5105960"/>
            <a:ext cx="871537" cy="871538"/>
          </a:xfrm>
          <a:prstGeom prst="line">
            <a:avLst/>
          </a:prstGeom>
          <a:noFill/>
          <a:ln w="222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8" name="Line 6"/>
          <p:cNvSpPr>
            <a:spLocks noChangeShapeType="1"/>
          </p:cNvSpPr>
          <p:nvPr/>
        </p:nvSpPr>
        <p:spPr bwMode="auto">
          <a:xfrm flipV="1">
            <a:off x="5976938" y="5215498"/>
            <a:ext cx="728662" cy="728663"/>
          </a:xfrm>
          <a:prstGeom prst="line">
            <a:avLst/>
          </a:prstGeom>
          <a:noFill/>
          <a:ln w="222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Tree>
    <p:custDataLst>
      <p:tags r:id="rId1"/>
    </p:custData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2"/>
          <p:cNvSpPr>
            <a:spLocks noGrp="1"/>
          </p:cNvSpPr>
          <p:nvPr>
            <p:ph type="sldNum" sz="quarter" idx="10"/>
          </p:nvPr>
        </p:nvSpPr>
        <p:spPr/>
        <p:txBody>
          <a:bodyPr/>
          <a:lstStyle/>
          <a:p>
            <a:fld id="{9C6E9ACF-3ED4-480E-AE32-1A29780174EF}" type="slidenum">
              <a:rPr lang="en-US">
                <a:solidFill>
                  <a:srgbClr val="19138D"/>
                </a:solidFill>
              </a:rPr>
              <a:pPr/>
              <a:t>78</a:t>
            </a:fld>
            <a:endParaRPr lang="en-US">
              <a:solidFill>
                <a:srgbClr val="19138D"/>
              </a:solidFill>
            </a:endParaRPr>
          </a:p>
        </p:txBody>
      </p:sp>
      <p:sp>
        <p:nvSpPr>
          <p:cNvPr id="61442" name="Rectangle 2"/>
          <p:cNvSpPr>
            <a:spLocks noGrp="1" noChangeArrowheads="1"/>
          </p:cNvSpPr>
          <p:nvPr>
            <p:ph type="title"/>
          </p:nvPr>
        </p:nvSpPr>
        <p:spPr>
          <a:xfrm>
            <a:off x="1447800" y="228600"/>
            <a:ext cx="6700838" cy="885825"/>
          </a:xfrm>
        </p:spPr>
        <p:txBody>
          <a:bodyPr/>
          <a:lstStyle/>
          <a:p>
            <a:r>
              <a:rPr lang="en-US" sz="2800"/>
              <a:t>OR operator in QBE: Sales made </a:t>
            </a:r>
            <a:br>
              <a:rPr lang="en-US" sz="2800"/>
            </a:br>
            <a:r>
              <a:rPr lang="en-US" sz="2800"/>
              <a:t>before July 31 OR by Sales Rep E-10</a:t>
            </a:r>
          </a:p>
        </p:txBody>
      </p:sp>
      <p:sp>
        <p:nvSpPr>
          <p:cNvPr id="61444" name="Text Box 4"/>
          <p:cNvSpPr txBox="1">
            <a:spLocks noChangeArrowheads="1"/>
          </p:cNvSpPr>
          <p:nvPr/>
        </p:nvSpPr>
        <p:spPr bwMode="auto">
          <a:xfrm>
            <a:off x="2057400" y="1232647"/>
            <a:ext cx="1600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2400" dirty="0"/>
              <a:t>Result</a:t>
            </a:r>
          </a:p>
        </p:txBody>
      </p:sp>
      <p:pic>
        <p:nvPicPr>
          <p:cNvPr id="135170" name="Picture 2"/>
          <p:cNvPicPr>
            <a:picLocks noChangeAspect="1" noChangeArrowheads="1"/>
          </p:cNvPicPr>
          <p:nvPr/>
        </p:nvPicPr>
        <p:blipFill>
          <a:blip r:embed="rId4">
            <a:extLst>
              <a:ext uri="{BEBA8EAE-BF5A-486C-A8C5-ECC9F3942E4B}">
                <a14:imgProps xmlns:a14="http://schemas.microsoft.com/office/drawing/2010/main">
                  <a14:imgLayer r:embed="rId5">
                    <a14:imgEffect>
                      <a14:sharpenSoften amount="100000"/>
                    </a14:imgEffect>
                  </a14:imgLayer>
                </a14:imgProps>
              </a:ext>
              <a:ext uri="{28A0092B-C50C-407E-A947-70E740481C1C}">
                <a14:useLocalDpi xmlns:a14="http://schemas.microsoft.com/office/drawing/2010/main" val="0"/>
              </a:ext>
            </a:extLst>
          </a:blip>
          <a:srcRect/>
          <a:stretch>
            <a:fillRect/>
          </a:stretch>
        </p:blipFill>
        <p:spPr bwMode="auto">
          <a:xfrm>
            <a:off x="1295399" y="1793630"/>
            <a:ext cx="7362825" cy="45309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2"/>
          <p:cNvSpPr>
            <a:spLocks noGrp="1"/>
          </p:cNvSpPr>
          <p:nvPr>
            <p:ph type="sldNum" sz="quarter" idx="10"/>
          </p:nvPr>
        </p:nvSpPr>
        <p:spPr/>
        <p:txBody>
          <a:bodyPr/>
          <a:lstStyle/>
          <a:p>
            <a:fld id="{1909EDDE-D341-47BB-BEDF-4F710559CFF7}" type="slidenum">
              <a:rPr lang="en-US">
                <a:solidFill>
                  <a:srgbClr val="19138D"/>
                </a:solidFill>
              </a:rPr>
              <a:pPr/>
              <a:t>79</a:t>
            </a:fld>
            <a:endParaRPr lang="en-US">
              <a:solidFill>
                <a:srgbClr val="19138D"/>
              </a:solidFill>
            </a:endParaRPr>
          </a:p>
        </p:txBody>
      </p:sp>
      <p:sp>
        <p:nvSpPr>
          <p:cNvPr id="62466" name="Rectangle 2"/>
          <p:cNvSpPr>
            <a:spLocks noGrp="1" noChangeArrowheads="1"/>
          </p:cNvSpPr>
          <p:nvPr>
            <p:ph type="title"/>
          </p:nvPr>
        </p:nvSpPr>
        <p:spPr>
          <a:xfrm>
            <a:off x="762000" y="304800"/>
            <a:ext cx="8153400" cy="914400"/>
          </a:xfrm>
        </p:spPr>
        <p:txBody>
          <a:bodyPr/>
          <a:lstStyle/>
          <a:p>
            <a:r>
              <a:rPr lang="en-US" sz="2400"/>
              <a:t>Aggregation SUM and Special Operator BETWEEN </a:t>
            </a:r>
            <a:br>
              <a:rPr lang="en-US" sz="2400"/>
            </a:br>
            <a:r>
              <a:rPr lang="en-US" sz="2400"/>
              <a:t>in QBE: Total Sales between July 15 and July 31</a:t>
            </a:r>
          </a:p>
        </p:txBody>
      </p:sp>
      <p:pic>
        <p:nvPicPr>
          <p:cNvPr id="5" name="Picture 2"/>
          <p:cNvPicPr>
            <a:picLocks noChangeAspect="1" noChangeArrowheads="1"/>
          </p:cNvPicPr>
          <p:nvPr/>
        </p:nvPicPr>
        <p:blipFill>
          <a:blip r:embed="rId4">
            <a:extLst>
              <a:ext uri="{BEBA8EAE-BF5A-486C-A8C5-ECC9F3942E4B}">
                <a14:imgProps xmlns:a14="http://schemas.microsoft.com/office/drawing/2010/main">
                  <a14:imgLayer r:embed="rId5">
                    <a14:imgEffect>
                      <a14:sharpenSoften amount="100000"/>
                    </a14:imgEffect>
                  </a14:imgLayer>
                </a14:imgProps>
              </a:ext>
              <a:ext uri="{28A0092B-C50C-407E-A947-70E740481C1C}">
                <a14:useLocalDpi xmlns:a14="http://schemas.microsoft.com/office/drawing/2010/main" val="0"/>
              </a:ext>
            </a:extLst>
          </a:blip>
          <a:srcRect/>
          <a:stretch>
            <a:fillRect/>
          </a:stretch>
        </p:blipFill>
        <p:spPr bwMode="auto">
          <a:xfrm>
            <a:off x="2409825" y="1600200"/>
            <a:ext cx="4324350" cy="40012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9570" name="Picture 2"/>
          <p:cNvPicPr>
            <a:picLocks noChangeAspect="1" noChangeArrowheads="1"/>
          </p:cNvPicPr>
          <p:nvPr/>
        </p:nvPicPr>
        <p:blipFill>
          <a:blip r:embed="rId4">
            <a:extLst>
              <a:ext uri="{BEBA8EAE-BF5A-486C-A8C5-ECC9F3942E4B}">
                <a14:imgProps xmlns:a14="http://schemas.microsoft.com/office/drawing/2010/main">
                  <a14:imgLayer r:embed="rId5">
                    <a14:imgEffect>
                      <a14:sharpenSoften amount="100000"/>
                    </a14:imgEffect>
                  </a14:imgLayer>
                </a14:imgProps>
              </a:ext>
              <a:ext uri="{28A0092B-C50C-407E-A947-70E740481C1C}">
                <a14:useLocalDpi xmlns:a14="http://schemas.microsoft.com/office/drawing/2010/main" val="0"/>
              </a:ext>
            </a:extLst>
          </a:blip>
          <a:srcRect/>
          <a:stretch>
            <a:fillRect/>
          </a:stretch>
        </p:blipFill>
        <p:spPr bwMode="auto">
          <a:xfrm>
            <a:off x="878681" y="1293182"/>
            <a:ext cx="7386637" cy="4995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Slide Number Placeholder 1"/>
          <p:cNvSpPr>
            <a:spLocks noGrp="1"/>
          </p:cNvSpPr>
          <p:nvPr>
            <p:ph type="sldNum" sz="quarter" idx="10"/>
          </p:nvPr>
        </p:nvSpPr>
        <p:spPr/>
        <p:txBody>
          <a:bodyPr/>
          <a:lstStyle/>
          <a:p>
            <a:fld id="{06EFB5EF-1D51-4613-9A95-874E16D30016}" type="slidenum">
              <a:rPr lang="en-US">
                <a:solidFill>
                  <a:srgbClr val="19138D"/>
                </a:solidFill>
              </a:rPr>
              <a:pPr/>
              <a:t>80</a:t>
            </a:fld>
            <a:endParaRPr lang="en-US">
              <a:solidFill>
                <a:srgbClr val="19138D"/>
              </a:solidFill>
            </a:endParaRPr>
          </a:p>
        </p:txBody>
      </p:sp>
      <p:sp>
        <p:nvSpPr>
          <p:cNvPr id="89092" name="Text Box 4"/>
          <p:cNvSpPr txBox="1">
            <a:spLocks noChangeArrowheads="1"/>
          </p:cNvSpPr>
          <p:nvPr/>
        </p:nvSpPr>
        <p:spPr bwMode="auto">
          <a:xfrm>
            <a:off x="5334000" y="3112294"/>
            <a:ext cx="1285875" cy="9429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1400" dirty="0"/>
              <a:t>Bring only the fields you need into the query grid</a:t>
            </a:r>
          </a:p>
        </p:txBody>
      </p:sp>
      <p:sp>
        <p:nvSpPr>
          <p:cNvPr id="89093" name="Line 5"/>
          <p:cNvSpPr>
            <a:spLocks noChangeShapeType="1"/>
          </p:cNvSpPr>
          <p:nvPr/>
        </p:nvSpPr>
        <p:spPr bwMode="auto">
          <a:xfrm flipH="1">
            <a:off x="5019675" y="4040982"/>
            <a:ext cx="357188" cy="600075"/>
          </a:xfrm>
          <a:prstGeom prst="line">
            <a:avLst/>
          </a:prstGeom>
          <a:noFill/>
          <a:ln w="222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89094" name="Line 6"/>
          <p:cNvSpPr>
            <a:spLocks noChangeShapeType="1"/>
          </p:cNvSpPr>
          <p:nvPr/>
        </p:nvSpPr>
        <p:spPr bwMode="auto">
          <a:xfrm>
            <a:off x="5591175" y="4055269"/>
            <a:ext cx="0" cy="528638"/>
          </a:xfrm>
          <a:prstGeom prst="line">
            <a:avLst/>
          </a:prstGeom>
          <a:noFill/>
          <a:ln w="222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89095" name="Rectangle 7"/>
          <p:cNvSpPr>
            <a:spLocks noChangeArrowheads="1"/>
          </p:cNvSpPr>
          <p:nvPr/>
        </p:nvSpPr>
        <p:spPr bwMode="auto">
          <a:xfrm>
            <a:off x="762000" y="304800"/>
            <a:ext cx="81534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en-US" sz="2400">
                <a:solidFill>
                  <a:schemeClr val="accent2"/>
                </a:solidFill>
              </a:rPr>
              <a:t>Aggregation SUM and Special Operator BETWEEN </a:t>
            </a:r>
            <a:br>
              <a:rPr lang="en-US" sz="2400">
                <a:solidFill>
                  <a:schemeClr val="accent2"/>
                </a:solidFill>
              </a:rPr>
            </a:br>
            <a:r>
              <a:rPr lang="en-US" sz="2400">
                <a:solidFill>
                  <a:schemeClr val="accent2"/>
                </a:solidFill>
              </a:rPr>
              <a:t>in QBE: Total Sales between July 15 and July 31</a:t>
            </a:r>
          </a:p>
        </p:txBody>
      </p:sp>
    </p:spTree>
    <p:custDataLst>
      <p:tags r:id="rId1"/>
    </p:custData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8546" name="Picture 2"/>
          <p:cNvPicPr>
            <a:picLocks noChangeAspect="1" noChangeArrowheads="1"/>
          </p:cNvPicPr>
          <p:nvPr/>
        </p:nvPicPr>
        <p:blipFill>
          <a:blip r:embed="rId4">
            <a:extLst>
              <a:ext uri="{BEBA8EAE-BF5A-486C-A8C5-ECC9F3942E4B}">
                <a14:imgProps xmlns:a14="http://schemas.microsoft.com/office/drawing/2010/main">
                  <a14:imgLayer r:embed="rId5">
                    <a14:imgEffect>
                      <a14:sharpenSoften amount="100000"/>
                    </a14:imgEffect>
                  </a14:imgLayer>
                </a14:imgProps>
              </a:ext>
              <a:ext uri="{28A0092B-C50C-407E-A947-70E740481C1C}">
                <a14:useLocalDpi xmlns:a14="http://schemas.microsoft.com/office/drawing/2010/main" val="0"/>
              </a:ext>
            </a:extLst>
          </a:blip>
          <a:srcRect/>
          <a:stretch>
            <a:fillRect/>
          </a:stretch>
        </p:blipFill>
        <p:spPr bwMode="auto">
          <a:xfrm>
            <a:off x="1185333" y="1219200"/>
            <a:ext cx="6893552" cy="533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Slide Number Placeholder 1"/>
          <p:cNvSpPr>
            <a:spLocks noGrp="1"/>
          </p:cNvSpPr>
          <p:nvPr>
            <p:ph type="sldNum" sz="quarter" idx="10"/>
          </p:nvPr>
        </p:nvSpPr>
        <p:spPr/>
        <p:txBody>
          <a:bodyPr/>
          <a:lstStyle/>
          <a:p>
            <a:fld id="{492CAA13-A320-4D50-BD96-BEE4714891F5}" type="slidenum">
              <a:rPr lang="en-US">
                <a:solidFill>
                  <a:srgbClr val="19138D"/>
                </a:solidFill>
              </a:rPr>
              <a:pPr/>
              <a:t>81</a:t>
            </a:fld>
            <a:endParaRPr lang="en-US">
              <a:solidFill>
                <a:srgbClr val="19138D"/>
              </a:solidFill>
            </a:endParaRPr>
          </a:p>
        </p:txBody>
      </p:sp>
      <p:grpSp>
        <p:nvGrpSpPr>
          <p:cNvPr id="88067" name="Group 3"/>
          <p:cNvGrpSpPr>
            <a:grpSpLocks/>
          </p:cNvGrpSpPr>
          <p:nvPr/>
        </p:nvGrpSpPr>
        <p:grpSpPr bwMode="auto">
          <a:xfrm>
            <a:off x="3878263" y="3953628"/>
            <a:ext cx="1285875" cy="1767728"/>
            <a:chOff x="2695" y="2737"/>
            <a:chExt cx="810" cy="1206"/>
          </a:xfrm>
        </p:grpSpPr>
        <p:sp>
          <p:nvSpPr>
            <p:cNvPr id="88068" name="Text Box 4"/>
            <p:cNvSpPr txBox="1">
              <a:spLocks noChangeArrowheads="1"/>
            </p:cNvSpPr>
            <p:nvPr/>
          </p:nvSpPr>
          <p:spPr bwMode="auto">
            <a:xfrm>
              <a:off x="2695" y="2737"/>
              <a:ext cx="810" cy="594"/>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1400" dirty="0"/>
                <a:t>Enter Criteria with BETWEEN operator</a:t>
              </a:r>
            </a:p>
          </p:txBody>
        </p:sp>
        <p:sp>
          <p:nvSpPr>
            <p:cNvPr id="88069" name="Line 5"/>
            <p:cNvSpPr>
              <a:spLocks noChangeShapeType="1"/>
            </p:cNvSpPr>
            <p:nvPr/>
          </p:nvSpPr>
          <p:spPr bwMode="auto">
            <a:xfrm flipH="1">
              <a:off x="3204" y="3331"/>
              <a:ext cx="0" cy="612"/>
            </a:xfrm>
            <a:prstGeom prst="line">
              <a:avLst/>
            </a:prstGeom>
            <a:noFill/>
            <a:ln w="222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88070" name="Group 6"/>
          <p:cNvGrpSpPr>
            <a:grpSpLocks/>
          </p:cNvGrpSpPr>
          <p:nvPr/>
        </p:nvGrpSpPr>
        <p:grpSpPr bwMode="auto">
          <a:xfrm>
            <a:off x="5486400" y="1931988"/>
            <a:ext cx="2428875" cy="1862138"/>
            <a:chOff x="3708" y="1556"/>
            <a:chExt cx="1530" cy="1173"/>
          </a:xfrm>
        </p:grpSpPr>
        <p:sp>
          <p:nvSpPr>
            <p:cNvPr id="88071" name="Text Box 7"/>
            <p:cNvSpPr txBox="1">
              <a:spLocks noChangeArrowheads="1"/>
            </p:cNvSpPr>
            <p:nvPr/>
          </p:nvSpPr>
          <p:spPr bwMode="auto">
            <a:xfrm>
              <a:off x="3708" y="2269"/>
              <a:ext cx="1530" cy="46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1400" dirty="0"/>
                <a:t>Click on summation symbol to add “Total” line to query grid (used for aggregations)</a:t>
              </a:r>
            </a:p>
          </p:txBody>
        </p:sp>
        <p:sp>
          <p:nvSpPr>
            <p:cNvPr id="88072" name="Line 8"/>
            <p:cNvSpPr>
              <a:spLocks noChangeShapeType="1"/>
            </p:cNvSpPr>
            <p:nvPr/>
          </p:nvSpPr>
          <p:spPr bwMode="auto">
            <a:xfrm flipH="1">
              <a:off x="4620" y="1556"/>
              <a:ext cx="144" cy="713"/>
            </a:xfrm>
            <a:prstGeom prst="line">
              <a:avLst/>
            </a:prstGeom>
            <a:noFill/>
            <a:ln w="222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sp>
        <p:nvSpPr>
          <p:cNvPr id="88073" name="Rectangle 9"/>
          <p:cNvSpPr>
            <a:spLocks noChangeArrowheads="1"/>
          </p:cNvSpPr>
          <p:nvPr/>
        </p:nvSpPr>
        <p:spPr bwMode="auto">
          <a:xfrm>
            <a:off x="838200" y="304800"/>
            <a:ext cx="81534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en-US" sz="2400">
                <a:solidFill>
                  <a:schemeClr val="accent2"/>
                </a:solidFill>
              </a:rPr>
              <a:t>Aggregation SUM and Special Operator BETWEEN </a:t>
            </a:r>
            <a:br>
              <a:rPr lang="en-US" sz="2400">
                <a:solidFill>
                  <a:schemeClr val="accent2"/>
                </a:solidFill>
              </a:rPr>
            </a:br>
            <a:r>
              <a:rPr lang="en-US" sz="2400">
                <a:solidFill>
                  <a:schemeClr val="accent2"/>
                </a:solidFill>
              </a:rPr>
              <a:t>in QBE: Total Sales between July 15 and July 31</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88067"/>
                                        </p:tgtEl>
                                        <p:attrNameLst>
                                          <p:attrName>style.visibility</p:attrName>
                                        </p:attrNameLst>
                                      </p:cBhvr>
                                      <p:to>
                                        <p:strVal val="visible"/>
                                      </p:to>
                                    </p:set>
                                    <p:anim calcmode="lin" valueType="num">
                                      <p:cBhvr additive="base">
                                        <p:cTn id="7" dur="500" fill="hold"/>
                                        <p:tgtEl>
                                          <p:spTgt spid="88067"/>
                                        </p:tgtEl>
                                        <p:attrNameLst>
                                          <p:attrName>ppt_x</p:attrName>
                                        </p:attrNameLst>
                                      </p:cBhvr>
                                      <p:tavLst>
                                        <p:tav tm="0">
                                          <p:val>
                                            <p:strVal val="0-#ppt_w/2"/>
                                          </p:val>
                                        </p:tav>
                                        <p:tav tm="100000">
                                          <p:val>
                                            <p:strVal val="#ppt_x"/>
                                          </p:val>
                                        </p:tav>
                                      </p:tavLst>
                                    </p:anim>
                                    <p:anim calcmode="lin" valueType="num">
                                      <p:cBhvr additive="base">
                                        <p:cTn id="8" dur="500" fill="hold"/>
                                        <p:tgtEl>
                                          <p:spTgt spid="88067"/>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88070"/>
                                        </p:tgtEl>
                                        <p:attrNameLst>
                                          <p:attrName>style.visibility</p:attrName>
                                        </p:attrNameLst>
                                      </p:cBhvr>
                                      <p:to>
                                        <p:strVal val="visible"/>
                                      </p:to>
                                    </p:set>
                                    <p:anim calcmode="lin" valueType="num">
                                      <p:cBhvr additive="base">
                                        <p:cTn id="13" dur="500" fill="hold"/>
                                        <p:tgtEl>
                                          <p:spTgt spid="88070"/>
                                        </p:tgtEl>
                                        <p:attrNameLst>
                                          <p:attrName>ppt_x</p:attrName>
                                        </p:attrNameLst>
                                      </p:cBhvr>
                                      <p:tavLst>
                                        <p:tav tm="0">
                                          <p:val>
                                            <p:strVal val="0-#ppt_w/2"/>
                                          </p:val>
                                        </p:tav>
                                        <p:tav tm="100000">
                                          <p:val>
                                            <p:strVal val="#ppt_x"/>
                                          </p:val>
                                        </p:tav>
                                      </p:tavLst>
                                    </p:anim>
                                    <p:anim calcmode="lin" valueType="num">
                                      <p:cBhvr additive="base">
                                        <p:cTn id="14" dur="500" fill="hold"/>
                                        <p:tgtEl>
                                          <p:spTgt spid="8807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1"/>
          <p:cNvSpPr>
            <a:spLocks noGrp="1"/>
          </p:cNvSpPr>
          <p:nvPr>
            <p:ph type="sldNum" sz="quarter" idx="10"/>
          </p:nvPr>
        </p:nvSpPr>
        <p:spPr/>
        <p:txBody>
          <a:bodyPr/>
          <a:lstStyle/>
          <a:p>
            <a:fld id="{21B2E3CE-3D57-4741-8D93-072AE14B520B}" type="slidenum">
              <a:rPr lang="en-US">
                <a:solidFill>
                  <a:srgbClr val="19138D"/>
                </a:solidFill>
              </a:rPr>
              <a:pPr/>
              <a:t>82</a:t>
            </a:fld>
            <a:endParaRPr lang="en-US">
              <a:solidFill>
                <a:srgbClr val="19138D"/>
              </a:solidFill>
            </a:endParaRPr>
          </a:p>
        </p:txBody>
      </p:sp>
      <p:sp>
        <p:nvSpPr>
          <p:cNvPr id="87045" name="Rectangle 5"/>
          <p:cNvSpPr>
            <a:spLocks noChangeArrowheads="1"/>
          </p:cNvSpPr>
          <p:nvPr/>
        </p:nvSpPr>
        <p:spPr bwMode="auto">
          <a:xfrm>
            <a:off x="762000" y="304800"/>
            <a:ext cx="81534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en-US" sz="2400">
                <a:solidFill>
                  <a:schemeClr val="accent2"/>
                </a:solidFill>
              </a:rPr>
              <a:t>Aggregation SUM and Special Operator BETWEEN </a:t>
            </a:r>
            <a:br>
              <a:rPr lang="en-US" sz="2400">
                <a:solidFill>
                  <a:schemeClr val="accent2"/>
                </a:solidFill>
              </a:rPr>
            </a:br>
            <a:r>
              <a:rPr lang="en-US" sz="2400">
                <a:solidFill>
                  <a:schemeClr val="accent2"/>
                </a:solidFill>
              </a:rPr>
              <a:t>in QBE: Total Sales between July 15 and July 31</a:t>
            </a:r>
          </a:p>
        </p:txBody>
      </p:sp>
      <p:pic>
        <p:nvPicPr>
          <p:cNvPr id="107522" name="Picture 2"/>
          <p:cNvPicPr>
            <a:picLocks noChangeAspect="1" noChangeArrowheads="1"/>
          </p:cNvPicPr>
          <p:nvPr/>
        </p:nvPicPr>
        <p:blipFill>
          <a:blip r:embed="rId4">
            <a:extLst>
              <a:ext uri="{BEBA8EAE-BF5A-486C-A8C5-ECC9F3942E4B}">
                <a14:imgProps xmlns:a14="http://schemas.microsoft.com/office/drawing/2010/main">
                  <a14:imgLayer r:embed="rId5">
                    <a14:imgEffect>
                      <a14:sharpenSoften amount="100000"/>
                    </a14:imgEffect>
                  </a14:imgLayer>
                </a14:imgProps>
              </a:ext>
              <a:ext uri="{28A0092B-C50C-407E-A947-70E740481C1C}">
                <a14:useLocalDpi xmlns:a14="http://schemas.microsoft.com/office/drawing/2010/main" val="0"/>
              </a:ext>
            </a:extLst>
          </a:blip>
          <a:srcRect/>
          <a:stretch>
            <a:fillRect/>
          </a:stretch>
        </p:blipFill>
        <p:spPr bwMode="auto">
          <a:xfrm>
            <a:off x="1371600" y="1295400"/>
            <a:ext cx="6472238" cy="50080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7044" name="Text Box 4"/>
          <p:cNvSpPr txBox="1">
            <a:spLocks noChangeArrowheads="1"/>
          </p:cNvSpPr>
          <p:nvPr/>
        </p:nvSpPr>
        <p:spPr bwMode="auto">
          <a:xfrm>
            <a:off x="4986337" y="3322346"/>
            <a:ext cx="2828925" cy="954107"/>
          </a:xfrm>
          <a:prstGeom prst="rect">
            <a:avLst/>
          </a:prstGeom>
          <a:solidFill>
            <a:schemeClr val="bg1"/>
          </a:solidFill>
          <a:ln>
            <a:noFill/>
          </a:ln>
          <a:effectLst/>
          <a:extLst/>
        </p:spPr>
        <p:txBody>
          <a:bodyPr>
            <a:spAutoFit/>
          </a:bodyPr>
          <a:lstStyle/>
          <a:p>
            <a:pPr>
              <a:spcBef>
                <a:spcPct val="50000"/>
              </a:spcBef>
            </a:pPr>
            <a:r>
              <a:rPr lang="en-US" sz="1400" dirty="0"/>
              <a:t>Total line defaults to “Group By” for each field; Change the Amount field to “Sum” and change the Date field to “Where”</a:t>
            </a:r>
          </a:p>
        </p:txBody>
      </p:sp>
    </p:spTree>
    <p:custDataLst>
      <p:tags r:id="rId1"/>
    </p:custData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1"/>
          <p:cNvSpPr>
            <a:spLocks noGrp="1"/>
          </p:cNvSpPr>
          <p:nvPr>
            <p:ph type="sldNum" sz="quarter" idx="10"/>
          </p:nvPr>
        </p:nvSpPr>
        <p:spPr/>
        <p:txBody>
          <a:bodyPr/>
          <a:lstStyle/>
          <a:p>
            <a:fld id="{2BEA127F-DEEE-4EFE-AC30-CAB397F8DF96}" type="slidenum">
              <a:rPr lang="en-US">
                <a:solidFill>
                  <a:srgbClr val="19138D"/>
                </a:solidFill>
              </a:rPr>
              <a:pPr/>
              <a:t>83</a:t>
            </a:fld>
            <a:endParaRPr lang="en-US">
              <a:solidFill>
                <a:srgbClr val="19138D"/>
              </a:solidFill>
            </a:endParaRPr>
          </a:p>
        </p:txBody>
      </p:sp>
      <p:sp>
        <p:nvSpPr>
          <p:cNvPr id="86019" name="Rectangle 3"/>
          <p:cNvSpPr>
            <a:spLocks noChangeArrowheads="1"/>
          </p:cNvSpPr>
          <p:nvPr/>
        </p:nvSpPr>
        <p:spPr bwMode="auto">
          <a:xfrm>
            <a:off x="838200" y="304800"/>
            <a:ext cx="81534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en-US" sz="2400">
                <a:solidFill>
                  <a:schemeClr val="accent2"/>
                </a:solidFill>
              </a:rPr>
              <a:t>Aggregation SUM and Special Operator BETWEEN </a:t>
            </a:r>
            <a:br>
              <a:rPr lang="en-US" sz="2400">
                <a:solidFill>
                  <a:schemeClr val="accent2"/>
                </a:solidFill>
              </a:rPr>
            </a:br>
            <a:r>
              <a:rPr lang="en-US" sz="2400">
                <a:solidFill>
                  <a:schemeClr val="accent2"/>
                </a:solidFill>
              </a:rPr>
              <a:t>in QBE: Total Sales between July 15 and July 31</a:t>
            </a:r>
          </a:p>
        </p:txBody>
      </p:sp>
      <p:pic>
        <p:nvPicPr>
          <p:cNvPr id="105474" name="Picture 2"/>
          <p:cNvPicPr>
            <a:picLocks noChangeAspect="1" noChangeArrowheads="1"/>
          </p:cNvPicPr>
          <p:nvPr/>
        </p:nvPicPr>
        <p:blipFill>
          <a:blip r:embed="rId4">
            <a:extLst>
              <a:ext uri="{BEBA8EAE-BF5A-486C-A8C5-ECC9F3942E4B}">
                <a14:imgProps xmlns:a14="http://schemas.microsoft.com/office/drawing/2010/main">
                  <a14:imgLayer r:embed="rId5">
                    <a14:imgEffect>
                      <a14:sharpenSoften amount="100000"/>
                    </a14:imgEffect>
                  </a14:imgLayer>
                </a14:imgProps>
              </a:ext>
              <a:ext uri="{28A0092B-C50C-407E-A947-70E740481C1C}">
                <a14:useLocalDpi xmlns:a14="http://schemas.microsoft.com/office/drawing/2010/main" val="0"/>
              </a:ext>
            </a:extLst>
          </a:blip>
          <a:srcRect/>
          <a:stretch>
            <a:fillRect/>
          </a:stretch>
        </p:blipFill>
        <p:spPr bwMode="auto">
          <a:xfrm>
            <a:off x="228600" y="1371600"/>
            <a:ext cx="8721759" cy="464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2"/>
          <p:cNvSpPr>
            <a:spLocks noGrp="1"/>
          </p:cNvSpPr>
          <p:nvPr>
            <p:ph type="sldNum" sz="quarter" idx="10"/>
          </p:nvPr>
        </p:nvSpPr>
        <p:spPr/>
        <p:txBody>
          <a:bodyPr/>
          <a:lstStyle/>
          <a:p>
            <a:fld id="{BA5CFD50-FB40-4433-B42E-603D95BF8EFB}" type="slidenum">
              <a:rPr lang="en-US">
                <a:solidFill>
                  <a:srgbClr val="19138D"/>
                </a:solidFill>
              </a:rPr>
              <a:pPr/>
              <a:t>84</a:t>
            </a:fld>
            <a:endParaRPr lang="en-US" dirty="0">
              <a:solidFill>
                <a:srgbClr val="19138D"/>
              </a:solidFill>
            </a:endParaRPr>
          </a:p>
        </p:txBody>
      </p:sp>
      <p:sp>
        <p:nvSpPr>
          <p:cNvPr id="63490" name="Rectangle 2"/>
          <p:cNvSpPr>
            <a:spLocks noGrp="1" noChangeArrowheads="1"/>
          </p:cNvSpPr>
          <p:nvPr>
            <p:ph type="title"/>
          </p:nvPr>
        </p:nvSpPr>
        <p:spPr>
          <a:xfrm>
            <a:off x="1143000" y="228600"/>
            <a:ext cx="7315200" cy="1143000"/>
          </a:xfrm>
        </p:spPr>
        <p:txBody>
          <a:bodyPr/>
          <a:lstStyle/>
          <a:p>
            <a:r>
              <a:rPr lang="en-US" sz="2400"/>
              <a:t>Aggregation SUM and Special Operator BETWEEN </a:t>
            </a:r>
            <a:br>
              <a:rPr lang="en-US" sz="2400"/>
            </a:br>
            <a:r>
              <a:rPr lang="en-US" sz="2400"/>
              <a:t>in QBE: Total Sales between July 15 and July 31</a:t>
            </a:r>
          </a:p>
        </p:txBody>
      </p:sp>
      <p:sp>
        <p:nvSpPr>
          <p:cNvPr id="63492" name="Text Box 4"/>
          <p:cNvSpPr txBox="1">
            <a:spLocks noChangeArrowheads="1"/>
          </p:cNvSpPr>
          <p:nvPr/>
        </p:nvSpPr>
        <p:spPr bwMode="auto">
          <a:xfrm>
            <a:off x="1981200" y="1447800"/>
            <a:ext cx="1066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2400"/>
              <a:t>Result</a:t>
            </a:r>
          </a:p>
        </p:txBody>
      </p:sp>
      <p:pic>
        <p:nvPicPr>
          <p:cNvPr id="106498" name="Picture 2"/>
          <p:cNvPicPr>
            <a:picLocks noChangeAspect="1" noChangeArrowheads="1"/>
          </p:cNvPicPr>
          <p:nvPr/>
        </p:nvPicPr>
        <p:blipFill>
          <a:blip r:embed="rId4">
            <a:extLst>
              <a:ext uri="{BEBA8EAE-BF5A-486C-A8C5-ECC9F3942E4B}">
                <a14:imgProps xmlns:a14="http://schemas.microsoft.com/office/drawing/2010/main">
                  <a14:imgLayer r:embed="rId5">
                    <a14:imgEffect>
                      <a14:sharpenSoften amount="100000"/>
                    </a14:imgEffect>
                  </a14:imgLayer>
                </a14:imgProps>
              </a:ext>
              <a:ext uri="{28A0092B-C50C-407E-A947-70E740481C1C}">
                <a14:useLocalDpi xmlns:a14="http://schemas.microsoft.com/office/drawing/2010/main" val="0"/>
              </a:ext>
            </a:extLst>
          </a:blip>
          <a:srcRect/>
          <a:stretch>
            <a:fillRect/>
          </a:stretch>
        </p:blipFill>
        <p:spPr bwMode="auto">
          <a:xfrm>
            <a:off x="2266950" y="1876425"/>
            <a:ext cx="4610100" cy="3105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30E7A4-8F05-4FF1-A28C-DE50691B3D04}"/>
              </a:ext>
            </a:extLst>
          </p:cNvPr>
          <p:cNvSpPr>
            <a:spLocks noGrp="1"/>
          </p:cNvSpPr>
          <p:nvPr>
            <p:ph type="title"/>
          </p:nvPr>
        </p:nvSpPr>
        <p:spPr>
          <a:xfrm>
            <a:off x="628650" y="1905000"/>
            <a:ext cx="7886700" cy="1325563"/>
          </a:xfrm>
        </p:spPr>
        <p:txBody>
          <a:bodyPr/>
          <a:lstStyle/>
          <a:p>
            <a:r>
              <a:rPr lang="en-HK" dirty="0"/>
              <a:t>Other questions related to an expanded RAE model</a:t>
            </a:r>
          </a:p>
        </p:txBody>
      </p:sp>
      <p:sp>
        <p:nvSpPr>
          <p:cNvPr id="3" name="Slide Number Placeholder 2">
            <a:extLst>
              <a:ext uri="{FF2B5EF4-FFF2-40B4-BE49-F238E27FC236}">
                <a16:creationId xmlns:a16="http://schemas.microsoft.com/office/drawing/2014/main" id="{81834899-5C1F-450F-A0E4-2A7B9342710A}"/>
              </a:ext>
            </a:extLst>
          </p:cNvPr>
          <p:cNvSpPr>
            <a:spLocks noGrp="1"/>
          </p:cNvSpPr>
          <p:nvPr>
            <p:ph type="sldNum" sz="quarter" idx="12"/>
          </p:nvPr>
        </p:nvSpPr>
        <p:spPr/>
        <p:txBody>
          <a:bodyPr/>
          <a:lstStyle/>
          <a:p>
            <a:pPr>
              <a:defRPr/>
            </a:pPr>
            <a:fld id="{738B8CC1-C7B3-4BC4-BEEE-A4A95954513D}" type="slidenum">
              <a:rPr lang="en-US" smtClean="0"/>
              <a:pPr>
                <a:defRPr/>
              </a:pPr>
              <a:t>85</a:t>
            </a:fld>
            <a:endParaRPr lang="en-US" dirty="0"/>
          </a:p>
        </p:txBody>
      </p:sp>
    </p:spTree>
    <p:extLst>
      <p:ext uri="{BB962C8B-B14F-4D97-AF65-F5344CB8AC3E}">
        <p14:creationId xmlns:p14="http://schemas.microsoft.com/office/powerpoint/2010/main" val="379759712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7650" name="Slide Number Placeholder 2"/>
          <p:cNvSpPr>
            <a:spLocks noGrp="1"/>
          </p:cNvSpPr>
          <p:nvPr>
            <p:ph type="sldNum" sz="quarter" idx="10"/>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E7B7B999-2DC0-4A49-B5BA-9CEEF2950224}" type="slidenum">
              <a:rPr lang="en-US">
                <a:solidFill>
                  <a:srgbClr val="19138D"/>
                </a:solidFill>
              </a:rPr>
              <a:pPr eaLnBrk="1" hangingPunct="1"/>
              <a:t>86</a:t>
            </a:fld>
            <a:endParaRPr lang="en-US">
              <a:solidFill>
                <a:srgbClr val="19138D"/>
              </a:solidFill>
            </a:endParaRPr>
          </a:p>
        </p:txBody>
      </p:sp>
      <p:sp>
        <p:nvSpPr>
          <p:cNvPr id="72706" name="Rectangle 2"/>
          <p:cNvSpPr>
            <a:spLocks noGrp="1" noChangeArrowheads="1"/>
          </p:cNvSpPr>
          <p:nvPr>
            <p:ph type="title"/>
          </p:nvPr>
        </p:nvSpPr>
        <p:spPr>
          <a:xfrm>
            <a:off x="1295400" y="76200"/>
            <a:ext cx="6762750" cy="1143000"/>
          </a:xfrm>
        </p:spPr>
        <p:txBody>
          <a:bodyPr/>
          <a:lstStyle/>
          <a:p>
            <a:pPr eaLnBrk="1" hangingPunct="1"/>
            <a:r>
              <a:rPr lang="en-US" sz="2800"/>
              <a:t>Adjusted Accounts Receivable Step 4 (using Nz to control null values)</a:t>
            </a:r>
          </a:p>
        </p:txBody>
      </p:sp>
      <p:pic>
        <p:nvPicPr>
          <p:cNvPr id="7" name="Picture 1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4338" y="1220787"/>
            <a:ext cx="7385772" cy="36090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1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71614" y="3429000"/>
            <a:ext cx="2990496" cy="14898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7679" name="Picture 3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9575" y="4861823"/>
            <a:ext cx="8324850" cy="1619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6608618" y="5971309"/>
            <a:ext cx="1759528" cy="369332"/>
          </a:xfrm>
          <a:prstGeom prst="rect">
            <a:avLst/>
          </a:prstGeom>
          <a:solidFill>
            <a:srgbClr val="FFFF00"/>
          </a:solidFill>
          <a:ln>
            <a:solidFill>
              <a:schemeClr val="tx1"/>
            </a:solidFill>
          </a:ln>
        </p:spPr>
        <p:txBody>
          <a:bodyPr wrap="square" rtlCol="0">
            <a:spAutoFit/>
          </a:bodyPr>
          <a:lstStyle/>
          <a:p>
            <a:r>
              <a:rPr lang="en-US" dirty="0"/>
              <a:t>Now it Works!!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2706"/>
                                        </p:tgtEl>
                                        <p:attrNameLst>
                                          <p:attrName>style.visibility</p:attrName>
                                        </p:attrNameLst>
                                      </p:cBhvr>
                                      <p:to>
                                        <p:strVal val="visible"/>
                                      </p:to>
                                    </p:set>
                                    <p:anim calcmode="lin" valueType="num">
                                      <p:cBhvr additive="base">
                                        <p:cTn id="7" dur="500" fill="hold"/>
                                        <p:tgtEl>
                                          <p:spTgt spid="72706"/>
                                        </p:tgtEl>
                                        <p:attrNameLst>
                                          <p:attrName>ppt_x</p:attrName>
                                        </p:attrNameLst>
                                      </p:cBhvr>
                                      <p:tavLst>
                                        <p:tav tm="0">
                                          <p:val>
                                            <p:strVal val="0-#ppt_w/2"/>
                                          </p:val>
                                        </p:tav>
                                        <p:tav tm="100000">
                                          <p:val>
                                            <p:strVal val="#ppt_x"/>
                                          </p:val>
                                        </p:tav>
                                      </p:tavLst>
                                    </p:anim>
                                    <p:anim calcmode="lin" valueType="num">
                                      <p:cBhvr additive="base">
                                        <p:cTn id="8" dur="500" fill="hold"/>
                                        <p:tgtEl>
                                          <p:spTgt spid="7270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06" grpId="0" autoUpdateAnimBg="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Number Placeholder 1"/>
          <p:cNvSpPr>
            <a:spLocks noGrp="1"/>
          </p:cNvSpPr>
          <p:nvPr>
            <p:ph type="sldNum" sz="quarter" idx="10"/>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584E419B-169E-450D-AD07-5029E5AF7136}" type="slidenum">
              <a:rPr lang="en-US">
                <a:solidFill>
                  <a:srgbClr val="19138D"/>
                </a:solidFill>
              </a:rPr>
              <a:pPr eaLnBrk="1" hangingPunct="1"/>
              <a:t>87</a:t>
            </a:fld>
            <a:endParaRPr lang="en-US">
              <a:solidFill>
                <a:srgbClr val="19138D"/>
              </a:solidFill>
            </a:endParaRPr>
          </a:p>
        </p:txBody>
      </p:sp>
      <p:sp>
        <p:nvSpPr>
          <p:cNvPr id="102402" name="Rectangle 2"/>
          <p:cNvSpPr>
            <a:spLocks noChangeArrowheads="1"/>
          </p:cNvSpPr>
          <p:nvPr/>
        </p:nvSpPr>
        <p:spPr bwMode="auto">
          <a:xfrm>
            <a:off x="1033456" y="214304"/>
            <a:ext cx="72390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en-US" sz="3600" dirty="0">
                <a:solidFill>
                  <a:schemeClr val="accent2"/>
                </a:solidFill>
              </a:rPr>
              <a:t>Accounts Payable Query Steps</a:t>
            </a:r>
          </a:p>
        </p:txBody>
      </p:sp>
      <p:pic>
        <p:nvPicPr>
          <p:cNvPr id="12083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7175" y="1328728"/>
            <a:ext cx="7205662" cy="34587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314325" y="928682"/>
            <a:ext cx="8415338" cy="369332"/>
          </a:xfrm>
          <a:prstGeom prst="rect">
            <a:avLst/>
          </a:prstGeom>
          <a:solidFill>
            <a:schemeClr val="accent1"/>
          </a:solidFill>
        </p:spPr>
        <p:txBody>
          <a:bodyPr wrap="square" rtlCol="0">
            <a:spAutoFit/>
          </a:bodyPr>
          <a:lstStyle/>
          <a:p>
            <a:r>
              <a:rPr lang="en-US" dirty="0"/>
              <a:t>Calculate Purchases – Cash </a:t>
            </a:r>
            <a:r>
              <a:rPr lang="en-US" dirty="0" err="1"/>
              <a:t>Disb</a:t>
            </a:r>
            <a:r>
              <a:rPr lang="en-US" dirty="0"/>
              <a:t> for Purchases – Purchase Returns </a:t>
            </a:r>
          </a:p>
        </p:txBody>
      </p:sp>
      <p:pic>
        <p:nvPicPr>
          <p:cNvPr id="12083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64402" y="3526621"/>
            <a:ext cx="3450937" cy="1719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0836"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6737" y="4841810"/>
            <a:ext cx="7655719" cy="17184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02"/>
                                        </p:tgtEl>
                                        <p:attrNameLst>
                                          <p:attrName>style.visibility</p:attrName>
                                        </p:attrNameLst>
                                      </p:cBhvr>
                                      <p:to>
                                        <p:strVal val="visible"/>
                                      </p:to>
                                    </p:set>
                                    <p:anim calcmode="lin" valueType="num">
                                      <p:cBhvr additive="base">
                                        <p:cTn id="7" dur="500" fill="hold"/>
                                        <p:tgtEl>
                                          <p:spTgt spid="102402"/>
                                        </p:tgtEl>
                                        <p:attrNameLst>
                                          <p:attrName>ppt_x</p:attrName>
                                        </p:attrNameLst>
                                      </p:cBhvr>
                                      <p:tavLst>
                                        <p:tav tm="0">
                                          <p:val>
                                            <p:strVal val="0-#ppt_w/2"/>
                                          </p:val>
                                        </p:tav>
                                        <p:tav tm="100000">
                                          <p:val>
                                            <p:strVal val="#ppt_x"/>
                                          </p:val>
                                        </p:tav>
                                      </p:tavLst>
                                    </p:anim>
                                    <p:anim calcmode="lin" valueType="num">
                                      <p:cBhvr additive="base">
                                        <p:cTn id="8" dur="500" fill="hold"/>
                                        <p:tgtEl>
                                          <p:spTgt spid="10240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02" grpId="0" autoUpdateAnimBg="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Number Placeholder 1"/>
          <p:cNvSpPr>
            <a:spLocks noGrp="1"/>
          </p:cNvSpPr>
          <p:nvPr>
            <p:ph type="sldNum" sz="quarter" idx="10"/>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B772C6B1-45C3-4974-BFB0-411E25263B03}" type="slidenum">
              <a:rPr lang="en-US">
                <a:solidFill>
                  <a:srgbClr val="19138D"/>
                </a:solidFill>
              </a:rPr>
              <a:pPr eaLnBrk="1" hangingPunct="1"/>
              <a:t>88</a:t>
            </a:fld>
            <a:endParaRPr lang="en-US">
              <a:solidFill>
                <a:srgbClr val="19138D"/>
              </a:solidFill>
            </a:endParaRPr>
          </a:p>
        </p:txBody>
      </p:sp>
      <p:sp>
        <p:nvSpPr>
          <p:cNvPr id="46083" name="Rectangle 1026"/>
          <p:cNvSpPr>
            <a:spLocks noChangeArrowheads="1"/>
          </p:cNvSpPr>
          <p:nvPr/>
        </p:nvSpPr>
        <p:spPr bwMode="auto">
          <a:xfrm>
            <a:off x="1219200" y="152400"/>
            <a:ext cx="71628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en-US" sz="2600">
                <a:solidFill>
                  <a:schemeClr val="accent2"/>
                </a:solidFill>
              </a:rPr>
              <a:t>Query to identify highest and lowest selling inventory during a specific time period</a:t>
            </a:r>
          </a:p>
        </p:txBody>
      </p:sp>
      <p:pic>
        <p:nvPicPr>
          <p:cNvPr id="12697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14850" y="1219200"/>
            <a:ext cx="3743326" cy="24498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697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1" y="3952880"/>
            <a:ext cx="3743326" cy="24498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742950" y="1228715"/>
            <a:ext cx="3543300" cy="1754326"/>
          </a:xfrm>
          <a:prstGeom prst="rect">
            <a:avLst/>
          </a:prstGeom>
          <a:solidFill>
            <a:schemeClr val="accent1"/>
          </a:solidFill>
          <a:ln>
            <a:solidFill>
              <a:schemeClr val="tx1"/>
            </a:solidFill>
          </a:ln>
        </p:spPr>
        <p:txBody>
          <a:bodyPr wrap="square" rtlCol="0">
            <a:spAutoFit/>
          </a:bodyPr>
          <a:lstStyle/>
          <a:p>
            <a:r>
              <a:rPr lang="en-US" dirty="0"/>
              <a:t>Results for May 1-7, 2015 (could refine further with Max and Min on </a:t>
            </a:r>
            <a:r>
              <a:rPr lang="en-US" dirty="0" err="1"/>
              <a:t>SumOfExtSaleAmt</a:t>
            </a:r>
            <a:r>
              <a:rPr lang="en-US" dirty="0"/>
              <a:t> column if too many items to easily see highest is BIS1 and lowest is a tie between MIN1 and TTP12)</a:t>
            </a:r>
          </a:p>
        </p:txBody>
      </p:sp>
      <p:sp>
        <p:nvSpPr>
          <p:cNvPr id="8" name="TextBox 7"/>
          <p:cNvSpPr txBox="1"/>
          <p:nvPr/>
        </p:nvSpPr>
        <p:spPr>
          <a:xfrm>
            <a:off x="742950" y="4014890"/>
            <a:ext cx="3543300" cy="2031325"/>
          </a:xfrm>
          <a:prstGeom prst="rect">
            <a:avLst/>
          </a:prstGeom>
          <a:solidFill>
            <a:schemeClr val="accent1"/>
          </a:solidFill>
          <a:ln>
            <a:solidFill>
              <a:schemeClr val="tx1"/>
            </a:solidFill>
          </a:ln>
        </p:spPr>
        <p:txBody>
          <a:bodyPr wrap="square" rtlCol="0">
            <a:spAutoFit/>
          </a:bodyPr>
          <a:lstStyle/>
          <a:p>
            <a:r>
              <a:rPr lang="en-US" dirty="0"/>
              <a:t>Results for May 8-14, 2015 (could refine further with Max and Min on </a:t>
            </a:r>
            <a:r>
              <a:rPr lang="en-US" dirty="0" err="1"/>
              <a:t>SumOfExtSaleAmt</a:t>
            </a:r>
            <a:r>
              <a:rPr lang="en-US" dirty="0"/>
              <a:t> column if too many items to easily see highest is MIN1 and lowest is a tie between all others)</a:t>
            </a:r>
          </a:p>
        </p:txBody>
      </p:sp>
      <p:cxnSp>
        <p:nvCxnSpPr>
          <p:cNvPr id="4" name="Straight Connector 3"/>
          <p:cNvCxnSpPr/>
          <p:nvPr/>
        </p:nvCxnSpPr>
        <p:spPr>
          <a:xfrm>
            <a:off x="385757" y="3811946"/>
            <a:ext cx="858678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Number Placeholder 1"/>
          <p:cNvSpPr>
            <a:spLocks noGrp="1"/>
          </p:cNvSpPr>
          <p:nvPr>
            <p:ph type="sldNum" sz="quarter" idx="10"/>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2A941900-BBF0-4C44-9BB0-CAB276E2BF32}" type="slidenum">
              <a:rPr lang="en-US">
                <a:solidFill>
                  <a:srgbClr val="19138D"/>
                </a:solidFill>
              </a:rPr>
              <a:pPr eaLnBrk="1" hangingPunct="1"/>
              <a:t>89</a:t>
            </a:fld>
            <a:endParaRPr lang="en-US">
              <a:solidFill>
                <a:srgbClr val="19138D"/>
              </a:solidFill>
            </a:endParaRPr>
          </a:p>
        </p:txBody>
      </p:sp>
      <p:sp>
        <p:nvSpPr>
          <p:cNvPr id="50179" name="Rectangle 2"/>
          <p:cNvSpPr>
            <a:spLocks noChangeArrowheads="1"/>
          </p:cNvSpPr>
          <p:nvPr/>
        </p:nvSpPr>
        <p:spPr bwMode="auto">
          <a:xfrm>
            <a:off x="658812" y="152400"/>
            <a:ext cx="7494588" cy="104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en-US" sz="2800" dirty="0">
                <a:solidFill>
                  <a:schemeClr val="accent2"/>
                </a:solidFill>
              </a:rPr>
              <a:t>Querying for Inventory Weighted Average Unit Cost</a:t>
            </a:r>
            <a:r>
              <a:rPr lang="en-US" sz="2400" dirty="0">
                <a:solidFill>
                  <a:schemeClr val="accent2"/>
                </a:solidFill>
              </a:rPr>
              <a:t>  </a:t>
            </a:r>
            <a:r>
              <a:rPr lang="en-US" sz="2800" dirty="0">
                <a:solidFill>
                  <a:schemeClr val="accent2"/>
                </a:solidFill>
              </a:rPr>
              <a:t>(not for Financial Statement use)</a:t>
            </a:r>
          </a:p>
        </p:txBody>
      </p:sp>
      <p:pic>
        <p:nvPicPr>
          <p:cNvPr id="130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0236" y="1595436"/>
            <a:ext cx="7845428" cy="31146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658811" y="1193800"/>
            <a:ext cx="7745413" cy="369332"/>
          </a:xfrm>
          <a:prstGeom prst="rect">
            <a:avLst/>
          </a:prstGeom>
          <a:solidFill>
            <a:schemeClr val="accent1"/>
          </a:solidFill>
          <a:ln>
            <a:solidFill>
              <a:schemeClr val="tx1"/>
            </a:solidFill>
          </a:ln>
        </p:spPr>
        <p:txBody>
          <a:bodyPr wrap="square" rtlCol="0">
            <a:spAutoFit/>
          </a:bodyPr>
          <a:lstStyle/>
          <a:p>
            <a:r>
              <a:rPr lang="en-US" dirty="0"/>
              <a:t>Divide total line item extensions by total purchase quantities for each item</a:t>
            </a:r>
          </a:p>
        </p:txBody>
      </p:sp>
      <p:sp>
        <p:nvSpPr>
          <p:cNvPr id="8" name="TextBox 7"/>
          <p:cNvSpPr txBox="1"/>
          <p:nvPr/>
        </p:nvSpPr>
        <p:spPr>
          <a:xfrm>
            <a:off x="811211" y="4832336"/>
            <a:ext cx="2117727" cy="646331"/>
          </a:xfrm>
          <a:prstGeom prst="rect">
            <a:avLst/>
          </a:prstGeom>
          <a:solidFill>
            <a:schemeClr val="accent1"/>
          </a:solidFill>
          <a:ln>
            <a:solidFill>
              <a:schemeClr val="tx1"/>
            </a:solidFill>
          </a:ln>
        </p:spPr>
        <p:txBody>
          <a:bodyPr wrap="square" rtlCol="0">
            <a:spAutoFit/>
          </a:bodyPr>
          <a:lstStyle/>
          <a:p>
            <a:r>
              <a:rPr lang="en-US" dirty="0"/>
              <a:t>Result for </a:t>
            </a:r>
            <a:br>
              <a:rPr lang="en-US" dirty="0"/>
            </a:br>
            <a:r>
              <a:rPr lang="en-US" dirty="0"/>
              <a:t>May 1-31, 2015</a:t>
            </a:r>
          </a:p>
        </p:txBody>
      </p:sp>
      <p:pic>
        <p:nvPicPr>
          <p:cNvPr id="13005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51186" y="4832336"/>
            <a:ext cx="5253038" cy="16187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Number Placeholder 1"/>
          <p:cNvSpPr>
            <a:spLocks noGrp="1"/>
          </p:cNvSpPr>
          <p:nvPr>
            <p:ph type="sldNum" sz="quarter" idx="10"/>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5FAB8505-5BCC-47D4-A269-03B845CB7C97}" type="slidenum">
              <a:rPr lang="en-US">
                <a:solidFill>
                  <a:srgbClr val="19138D"/>
                </a:solidFill>
              </a:rPr>
              <a:pPr eaLnBrk="1" hangingPunct="1"/>
              <a:t>90</a:t>
            </a:fld>
            <a:endParaRPr lang="en-US">
              <a:solidFill>
                <a:srgbClr val="19138D"/>
              </a:solidFill>
            </a:endParaRPr>
          </a:p>
        </p:txBody>
      </p:sp>
      <p:sp>
        <p:nvSpPr>
          <p:cNvPr id="56323" name="Rectangle 1026"/>
          <p:cNvSpPr>
            <a:spLocks noChangeArrowheads="1"/>
          </p:cNvSpPr>
          <p:nvPr/>
        </p:nvSpPr>
        <p:spPr bwMode="auto">
          <a:xfrm>
            <a:off x="1219200" y="152400"/>
            <a:ext cx="71628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en-US" sz="2600">
                <a:solidFill>
                  <a:schemeClr val="accent2"/>
                </a:solidFill>
              </a:rPr>
              <a:t>Query to calculate number of days to fill selected sales orders</a:t>
            </a:r>
          </a:p>
        </p:txBody>
      </p:sp>
      <p:pic>
        <p:nvPicPr>
          <p:cNvPr id="132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6754" y="1785933"/>
            <a:ext cx="3486150" cy="4057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762000" y="1313379"/>
            <a:ext cx="6096000" cy="369332"/>
          </a:xfrm>
          <a:prstGeom prst="rect">
            <a:avLst/>
          </a:prstGeom>
          <a:solidFill>
            <a:schemeClr val="accent1"/>
          </a:solidFill>
          <a:ln>
            <a:solidFill>
              <a:schemeClr val="tx1"/>
            </a:solidFill>
          </a:ln>
        </p:spPr>
        <p:txBody>
          <a:bodyPr wrap="square" rtlCol="0">
            <a:spAutoFit/>
          </a:bodyPr>
          <a:lstStyle/>
          <a:p>
            <a:r>
              <a:rPr lang="en-US" dirty="0"/>
              <a:t>Step 2: Calculate average of days to fill orders</a:t>
            </a:r>
          </a:p>
        </p:txBody>
      </p:sp>
      <p:sp>
        <p:nvSpPr>
          <p:cNvPr id="8" name="TextBox 7"/>
          <p:cNvSpPr txBox="1"/>
          <p:nvPr/>
        </p:nvSpPr>
        <p:spPr>
          <a:xfrm>
            <a:off x="4900613" y="2123003"/>
            <a:ext cx="2743200" cy="369332"/>
          </a:xfrm>
          <a:prstGeom prst="rect">
            <a:avLst/>
          </a:prstGeom>
          <a:solidFill>
            <a:schemeClr val="accent1"/>
          </a:solidFill>
          <a:ln>
            <a:solidFill>
              <a:schemeClr val="tx1"/>
            </a:solidFill>
          </a:ln>
        </p:spPr>
        <p:txBody>
          <a:bodyPr wrap="square" rtlCol="0">
            <a:spAutoFit/>
          </a:bodyPr>
          <a:lstStyle/>
          <a:p>
            <a:r>
              <a:rPr lang="en-US" dirty="0"/>
              <a:t>Result of Step 2</a:t>
            </a:r>
          </a:p>
        </p:txBody>
      </p:sp>
      <p:pic>
        <p:nvPicPr>
          <p:cNvPr id="13209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00600" y="2638426"/>
            <a:ext cx="3467100" cy="1895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Number Placeholder 1"/>
          <p:cNvSpPr>
            <a:spLocks noGrp="1"/>
          </p:cNvSpPr>
          <p:nvPr>
            <p:ph type="sldNum" sz="quarter" idx="10"/>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A5A15531-03F0-46F6-83BC-BC02DD3951AB}" type="slidenum">
              <a:rPr lang="en-US">
                <a:solidFill>
                  <a:srgbClr val="19138D"/>
                </a:solidFill>
              </a:rPr>
              <a:pPr eaLnBrk="1" hangingPunct="1"/>
              <a:t>91</a:t>
            </a:fld>
            <a:endParaRPr lang="en-US">
              <a:solidFill>
                <a:srgbClr val="19138D"/>
              </a:solidFill>
            </a:endParaRPr>
          </a:p>
        </p:txBody>
      </p:sp>
      <p:sp>
        <p:nvSpPr>
          <p:cNvPr id="62467" name="Rectangle 2"/>
          <p:cNvSpPr>
            <a:spLocks noChangeArrowheads="1"/>
          </p:cNvSpPr>
          <p:nvPr/>
        </p:nvSpPr>
        <p:spPr bwMode="auto">
          <a:xfrm>
            <a:off x="1219200" y="152400"/>
            <a:ext cx="71628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en-US" sz="2600">
                <a:solidFill>
                  <a:schemeClr val="accent2"/>
                </a:solidFill>
              </a:rPr>
              <a:t>Query to identify inventory items with no positive customer reactions</a:t>
            </a:r>
          </a:p>
        </p:txBody>
      </p:sp>
      <p:pic>
        <p:nvPicPr>
          <p:cNvPr id="134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62064" y="1981206"/>
            <a:ext cx="6877050" cy="4095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1014413" y="1295400"/>
            <a:ext cx="7367587" cy="646331"/>
          </a:xfrm>
          <a:prstGeom prst="rect">
            <a:avLst/>
          </a:prstGeom>
          <a:solidFill>
            <a:schemeClr val="accent1"/>
          </a:solidFill>
          <a:ln>
            <a:solidFill>
              <a:schemeClr val="tx1"/>
            </a:solidFill>
          </a:ln>
        </p:spPr>
        <p:txBody>
          <a:bodyPr wrap="square" rtlCol="0">
            <a:spAutoFit/>
          </a:bodyPr>
          <a:lstStyle/>
          <a:p>
            <a:r>
              <a:rPr lang="en-US" dirty="0"/>
              <a:t>Step 2: Outer join inventory type to positive reactions result; use “Is Null” operator to identify those without positive reactions.</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p>
            <a:pPr>
              <a:defRPr/>
            </a:pPr>
            <a:fld id="{8B39F705-77E0-407C-A8A4-C048FF48F737}" type="slidenum">
              <a:rPr lang="en-US" smtClean="0"/>
              <a:pPr>
                <a:defRPr/>
              </a:pPr>
              <a:t>92</a:t>
            </a:fld>
            <a:endParaRPr lang="en-US"/>
          </a:p>
        </p:txBody>
      </p:sp>
      <p:sp>
        <p:nvSpPr>
          <p:cNvPr id="3" name="Rectangle 2"/>
          <p:cNvSpPr>
            <a:spLocks noChangeArrowheads="1"/>
          </p:cNvSpPr>
          <p:nvPr/>
        </p:nvSpPr>
        <p:spPr bwMode="auto">
          <a:xfrm>
            <a:off x="1219200" y="152400"/>
            <a:ext cx="71628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en-US" sz="2600" dirty="0">
                <a:solidFill>
                  <a:schemeClr val="accent2"/>
                </a:solidFill>
              </a:rPr>
              <a:t>Query for number of sales calls made by each salesperson during a time period</a:t>
            </a:r>
          </a:p>
        </p:txBody>
      </p:sp>
      <p:pic>
        <p:nvPicPr>
          <p:cNvPr id="136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62188" y="1919270"/>
            <a:ext cx="4619625" cy="2019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2652712" y="1444109"/>
            <a:ext cx="3838575" cy="369332"/>
          </a:xfrm>
          <a:prstGeom prst="rect">
            <a:avLst/>
          </a:prstGeom>
          <a:solidFill>
            <a:schemeClr val="accent1"/>
          </a:solidFill>
          <a:ln>
            <a:solidFill>
              <a:schemeClr val="tx1"/>
            </a:solidFill>
          </a:ln>
        </p:spPr>
        <p:txBody>
          <a:bodyPr wrap="square" rtlCol="0">
            <a:spAutoFit/>
          </a:bodyPr>
          <a:lstStyle/>
          <a:p>
            <a:pPr algn="ctr"/>
            <a:r>
              <a:rPr lang="en-US" dirty="0"/>
              <a:t>Result for May 1-15, 2015</a:t>
            </a:r>
          </a:p>
        </p:txBody>
      </p:sp>
    </p:spTree>
    <p:extLst>
      <p:ext uri="{BB962C8B-B14F-4D97-AF65-F5344CB8AC3E}">
        <p14:creationId xmlns:p14="http://schemas.microsoft.com/office/powerpoint/2010/main" val="310051301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2.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3.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4.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5.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6.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7.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8.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9.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10.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11.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12.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13.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14.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15.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16.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17.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18.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19.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20.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21.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22.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23.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24.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25.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26.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27.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28.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29.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30.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31.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32.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33.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34.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35.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36.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37.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38.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39.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40.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41.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42.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43.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44.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45.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46.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47.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48.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49.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50.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51.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52.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53.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54.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55.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56.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57.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58.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0</TotalTime>
  <Words>3210</Words>
  <Application>Microsoft Office PowerPoint</Application>
  <PresentationFormat>On-screen Show (4:3)</PresentationFormat>
  <Paragraphs>462</Paragraphs>
  <Slides>92</Slides>
  <Notes>65</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92</vt:i4>
      </vt:variant>
    </vt:vector>
  </HeadingPairs>
  <TitlesOfParts>
    <vt:vector size="103" baseType="lpstr">
      <vt:lpstr>等线</vt:lpstr>
      <vt:lpstr>MS PGothic</vt:lpstr>
      <vt:lpstr>MS PGothic</vt:lpstr>
      <vt:lpstr>Arial</vt:lpstr>
      <vt:lpstr>Calibri</vt:lpstr>
      <vt:lpstr>Calibri Light</vt:lpstr>
      <vt:lpstr>Palatino Linotype</vt:lpstr>
      <vt:lpstr>Times New Roman</vt:lpstr>
      <vt:lpstr>Wingdings</vt:lpstr>
      <vt:lpstr>Office Theme</vt:lpstr>
      <vt:lpstr>Document</vt:lpstr>
      <vt:lpstr>AC6761 Artificial Intelligence Accounting</vt:lpstr>
      <vt:lpstr>PowerPoint Presentation</vt:lpstr>
      <vt:lpstr>Microsoft Access</vt:lpstr>
      <vt:lpstr>Microsoft Access</vt:lpstr>
      <vt:lpstr>Table Tools</vt:lpstr>
      <vt:lpstr>Microsoft Access Table Design View</vt:lpstr>
      <vt:lpstr>Microsoft Access</vt:lpstr>
      <vt:lpstr>Microsoft Access</vt:lpstr>
      <vt:lpstr>Example 1</vt:lpstr>
      <vt:lpstr>Example 1</vt:lpstr>
      <vt:lpstr>Example 1</vt:lpstr>
      <vt:lpstr>Example Sale table design</vt:lpstr>
      <vt:lpstr>Field properties</vt:lpstr>
      <vt:lpstr>Primary Key</vt:lpstr>
      <vt:lpstr>Save</vt:lpstr>
      <vt:lpstr>Create Salesperson table</vt:lpstr>
      <vt:lpstr>Save</vt:lpstr>
      <vt:lpstr>Database window after designing Sale and Salesperson tables</vt:lpstr>
      <vt:lpstr>Link between tables</vt:lpstr>
      <vt:lpstr>Connecting Access Tables</vt:lpstr>
      <vt:lpstr>Link between tables</vt:lpstr>
      <vt:lpstr>Connected Tables</vt:lpstr>
      <vt:lpstr>Link between tables</vt:lpstr>
      <vt:lpstr>Example 2</vt:lpstr>
      <vt:lpstr>Concatenated primary key</vt:lpstr>
      <vt:lpstr>PowerPoint Presentation</vt:lpstr>
      <vt:lpstr>Relationships </vt:lpstr>
      <vt:lpstr>Relationships between tables versus relationships between classes</vt:lpstr>
      <vt:lpstr>PowerPoint Presentation</vt:lpstr>
      <vt:lpstr>What is Querying?</vt:lpstr>
      <vt:lpstr>Three Query Languages</vt:lpstr>
      <vt:lpstr>Relational Algebra</vt:lpstr>
      <vt:lpstr>Example Tables (Incomplete Enterprise Database) from Dunn &amp; McCarthy working paper</vt:lpstr>
      <vt:lpstr>Relational Algebra SELECT</vt:lpstr>
      <vt:lpstr>Relational Algebra PROJECT</vt:lpstr>
      <vt:lpstr>Join Types</vt:lpstr>
      <vt:lpstr>Relational Algebra Inner Join</vt:lpstr>
      <vt:lpstr>Relational Algebra Left Outer Join</vt:lpstr>
      <vt:lpstr>SQL (Structured Query Language)</vt:lpstr>
      <vt:lpstr>SQL Statements and Relational Algebra</vt:lpstr>
      <vt:lpstr>SQL and Relational Algebra SELECT</vt:lpstr>
      <vt:lpstr>SQL and Relational Algebra PROJECT</vt:lpstr>
      <vt:lpstr>SQL and Relational Algebra Inner Join</vt:lpstr>
      <vt:lpstr>SQL and Relational Algebra Outer Join</vt:lpstr>
      <vt:lpstr>Mathematical Comparison Operators</vt:lpstr>
      <vt:lpstr>SQL Mathematical  Comparison Operators</vt:lpstr>
      <vt:lpstr>SQL Mathematical Comparison  Operators on Character Attributes</vt:lpstr>
      <vt:lpstr>Queries with Logical Operators</vt:lpstr>
      <vt:lpstr>Queries with Special Operators</vt:lpstr>
      <vt:lpstr>Queries with Special Operators</vt:lpstr>
      <vt:lpstr>PowerPoint Presentation</vt:lpstr>
      <vt:lpstr>Aggregation Functions in Queries</vt:lpstr>
      <vt:lpstr>Queries with Horizontal Calculations</vt:lpstr>
      <vt:lpstr>Relational Algebra SELECT in QBE   Cash Receipts from Customer C-2</vt:lpstr>
      <vt:lpstr>Relational Algebra “Select” QBE Example:  Cash Receipts from Customer C-2</vt:lpstr>
      <vt:lpstr>Relational Algebra SELECT in QBE  Cash Receipts from Customer C-2</vt:lpstr>
      <vt:lpstr>Relational Algebra SELECT in QBE  Cash Receipts from Customer C-2</vt:lpstr>
      <vt:lpstr>Result</vt:lpstr>
      <vt:lpstr>Relational Algebra PROJECT in QBE Customer#, name, salesperson#</vt:lpstr>
      <vt:lpstr>PowerPoint Presentation</vt:lpstr>
      <vt:lpstr>PowerPoint Presentation</vt:lpstr>
      <vt:lpstr>Relational Algebra PROJECT in QBE Customer#, name, salesperson#</vt:lpstr>
      <vt:lpstr>Relational Algebra Inner Join in QBE:  All details of customers and their salespeople</vt:lpstr>
      <vt:lpstr>PowerPoint Presentation</vt:lpstr>
      <vt:lpstr>PowerPoint Presentation</vt:lpstr>
      <vt:lpstr>Relational Algebra Inner Join in QBE:  All details of customers and their salespeople</vt:lpstr>
      <vt:lpstr>QBE with Mathematical Comparison Operator Cash Account# and Balances &gt;=$50,000</vt:lpstr>
      <vt:lpstr>PowerPoint Presentation</vt:lpstr>
      <vt:lpstr>QBE with Mathematical Comparison Operator Cash Account# and Balances &gt;=$50,000</vt:lpstr>
      <vt:lpstr>QBE with Mathematical Comparison on Character Attribute: Sales Not made by E-10</vt:lpstr>
      <vt:lpstr>PowerPoint Presentation</vt:lpstr>
      <vt:lpstr>QBE with Mathematical Comparison on Character Attribute: Sales Not made by E-10</vt:lpstr>
      <vt:lpstr>AND operator in QBE: Sales made before July 31 by Sales Rep E-10</vt:lpstr>
      <vt:lpstr>PowerPoint Presentation</vt:lpstr>
      <vt:lpstr>AND operator in QBE: Sales made before July 31 by Sales Rep E-10</vt:lpstr>
      <vt:lpstr>OR operator in QBE: Sales made  before July 31 OR by Sales Rep E-10</vt:lpstr>
      <vt:lpstr>PowerPoint Presentation</vt:lpstr>
      <vt:lpstr>OR operator in QBE: Sales made  before July 31 OR by Sales Rep E-10</vt:lpstr>
      <vt:lpstr>Aggregation SUM and Special Operator BETWEEN  in QBE: Total Sales between July 15 and July 31</vt:lpstr>
      <vt:lpstr>PowerPoint Presentation</vt:lpstr>
      <vt:lpstr>PowerPoint Presentation</vt:lpstr>
      <vt:lpstr>PowerPoint Presentation</vt:lpstr>
      <vt:lpstr>PowerPoint Presentation</vt:lpstr>
      <vt:lpstr>Aggregation SUM and Special Operator BETWEEN  in QBE: Total Sales between July 15 and July 31</vt:lpstr>
      <vt:lpstr>Other questions related to an expanded RAE model</vt:lpstr>
      <vt:lpstr>Adjusted Accounts Receivable Step 4 (using Nz to control null values)</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2020-08-27T08:06:10Z</dcterms:created>
  <dcterms:modified xsi:type="dcterms:W3CDTF">2025-10-11T02:53:09Z</dcterms:modified>
</cp:coreProperties>
</file>