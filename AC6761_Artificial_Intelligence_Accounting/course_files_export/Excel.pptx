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5721" r:id="rId1"/>
  </p:sldMasterIdLst>
  <p:notesMasterIdLst>
    <p:notesMasterId r:id="rId3"/>
  </p:notesMasterIdLst>
  <p:handoutMasterIdLst>
    <p:handoutMasterId r:id="rId4"/>
  </p:handoutMasterIdLst>
  <p:sldIdLst>
    <p:sldId id="438" r:id="rId2"/>
  </p:sldIdLst>
  <p:sldSz cx="9144000" cy="6858000" type="screen4x3"/>
  <p:notesSz cx="6797675" cy="9929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8" name="Author" initials="A" lastIdx="0" clrIdx="8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02D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61" autoAdjust="0"/>
    <p:restoredTop sz="92494" autoAdjust="0"/>
  </p:normalViewPr>
  <p:slideViewPr>
    <p:cSldViewPr>
      <p:cViewPr varScale="1">
        <p:scale>
          <a:sx n="59" d="100"/>
          <a:sy n="59" d="100"/>
        </p:scale>
        <p:origin x="200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731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2885" y="67"/>
      </p:cViewPr>
      <p:guideLst>
        <p:guide orient="horz" pos="3128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966849" y="0"/>
            <a:ext cx="829254" cy="298240"/>
          </a:xfrm>
          <a:prstGeom prst="rect">
            <a:avLst/>
          </a:prstGeom>
        </p:spPr>
        <p:txBody>
          <a:bodyPr vert="horz" wrap="square" lIns="93164" tIns="46582" rIns="93164" bIns="46582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r>
              <a:rPr lang="en-US" dirty="0"/>
              <a:t>1-</a:t>
            </a:r>
            <a:fld id="{4FC70F1E-A9CF-4725-BA99-5BD9E946C6F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22212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3164" tIns="46582" rIns="93164" bIns="46582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6662"/>
            <a:ext cx="5438140" cy="4468416"/>
          </a:xfrm>
          <a:prstGeom prst="rect">
            <a:avLst/>
          </a:prstGeom>
          <a:ln>
            <a:noFill/>
          </a:ln>
        </p:spPr>
        <p:txBody>
          <a:bodyPr vert="horz" wrap="square" lIns="93164" tIns="46582" rIns="93164" bIns="46582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Slide Number Placeholder 4"/>
          <p:cNvSpPr txBox="1">
            <a:spLocks/>
          </p:cNvSpPr>
          <p:nvPr/>
        </p:nvSpPr>
        <p:spPr>
          <a:xfrm>
            <a:off x="5287083" y="0"/>
            <a:ext cx="1510595" cy="330995"/>
          </a:xfrm>
          <a:prstGeom prst="rect">
            <a:avLst/>
          </a:prstGeom>
        </p:spPr>
        <p:txBody>
          <a:bodyPr lIns="93164" tIns="46582" rIns="93164" bIns="46582" anchor="b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200" dirty="0">
                <a:latin typeface="Calibri" pitchFamily="-107" charset="0"/>
              </a:rPr>
              <a:t>1 - </a:t>
            </a:r>
            <a:fld id="{E8754586-748E-423B-B46D-321A01942A47}" type="slidenum">
              <a:rPr lang="en-US" sz="1200" smtClean="0">
                <a:latin typeface="Calibri" pitchFamily="-107" charset="0"/>
              </a:rPr>
              <a:pPr algn="r" eaLnBrk="1" hangingPunct="1">
                <a:defRPr/>
              </a:pPr>
              <a:t>‹#›</a:t>
            </a:fld>
            <a:endParaRPr lang="en-US" sz="1200" dirty="0">
              <a:latin typeface="Calibri" pitchFamily="-107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02605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ＭＳ Ｐゴシック" pitchFamily="-107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6FB42-E70C-4FA6-B141-9BD8E6020B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54AD63-5068-4E4E-A3E7-F90521A24E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06812-10C8-433B-B6CA-EEC7F4337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D29925E-EED2-44FE-A088-00640B77843B}" type="datetime1">
              <a:rPr lang="en-US" smtClean="0"/>
              <a:pPr>
                <a:defRPr/>
              </a:pPr>
              <a:t>10/28/2026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28831-A964-419A-8F9B-E13A6AC9D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D5A45-30F2-4BA8-A795-B19884B2D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26DA46-A0C8-43DB-B9C0-C1581C69E33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746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59A0F-11F4-468A-92A1-C983B748F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BAD7F-CA6D-45BF-B764-72E47621B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37278-C858-4DC0-AFCD-3C6A68D3C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32F547-B0D0-4CB8-8543-44DCD76FB919}" type="datetime1">
              <a:rPr lang="en-US" smtClean="0"/>
              <a:pPr>
                <a:defRPr/>
              </a:pPr>
              <a:t>10/28/2026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C488E-4D8B-43F6-9EB5-45796484B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8EFFA-FE3F-4B63-A363-A60D6A346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552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26687-01E3-4EFA-AAF4-3B4BB497A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DF4309-F76B-4BB7-B6F9-72503B851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824F7-8986-499F-A6D6-173E38F03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180D1F-64D5-4D03-86A8-B0C78FB9D084}" type="datetime1">
              <a:rPr lang="en-US" smtClean="0"/>
              <a:pPr>
                <a:defRPr/>
              </a:pPr>
              <a:t>10/28/2026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8C674-1E77-404C-A67C-7EEBBF9AB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BAFC3-E5CC-4C2D-9F40-7AC36D99B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E116888-0E84-4000-8C9A-DF22FF32135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667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56322-B5D5-4209-90AD-C2E430751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F3636-E557-4BF5-BDB8-7608D671E6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41DEDD-0FE5-4DE5-8D0C-0BF6BF334D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DEA4-5D2C-45AC-A09E-EA1426FF5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A607C7E-F4F5-4B77-8CDC-90CC78F38487}" type="datetime1">
              <a:rPr lang="en-US" smtClean="0"/>
              <a:pPr>
                <a:defRPr/>
              </a:pPr>
              <a:t>10/28/2026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A3584-A3FD-4926-AF2B-BA4A22097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F32EB-F0E7-4396-94E9-D3172F1D0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AA990F-E072-4953-8691-83ED6C82154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2752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68068-C533-471D-B504-99206ADAC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0A985D-5BF7-4CB5-A92B-4A6FDFBB42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1B07C4-7F34-446A-9E2E-1B83A53EA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C32C3C-0143-494D-9F52-9E04ECF3F6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06F971-95B4-46A0-91C2-A0AFD49D14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C71DDC-BE93-430E-B7EA-CDF6C2BE7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A607C7E-F4F5-4B77-8CDC-90CC78F38487}" type="datetime1">
              <a:rPr lang="en-US" smtClean="0"/>
              <a:pPr>
                <a:defRPr/>
              </a:pPr>
              <a:t>10/28/2026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D57A58-19C6-42DB-9019-46F96D1CD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CBDDE3-F8EA-46B4-9C1F-FFEAFED2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AA990F-E072-4953-8691-83ED6C82154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93755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699D1-45FB-49A6-A72B-39DFBA798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AEA5B-B844-499C-BA2B-C67C65D26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F12F0C6-B5C0-45E6-85FD-C21AB31A1A95}" type="datetime1">
              <a:rPr lang="en-US" smtClean="0"/>
              <a:pPr>
                <a:defRPr/>
              </a:pPr>
              <a:t>10/28/2026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7586E5-DF4D-41FD-939D-D5906457C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68673F-6F56-412B-8D53-B5B5D1D6A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8B8CC1-C7B3-4BC4-BEEE-A4A95954513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5705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B17015-38ED-4E49-B354-BF1208BF6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8224EFF-F9F8-496A-8AFF-0F456197E8B5}" type="datetime1">
              <a:rPr lang="en-US" smtClean="0"/>
              <a:pPr>
                <a:defRPr/>
              </a:pPr>
              <a:t>10/28/2026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FED087-1CA0-4D1D-A5B0-CA6A37061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E9A89-0D3C-4EB6-BC78-A5673BA38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019379-17AD-4E0D-9610-E34AD365F0A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18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C35F3-02F6-4359-A8DD-7118AD1E8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C6DA7-C41C-4B1D-821B-A34DDED7D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6F4FC8-0644-4504-8FD0-62DFC733C5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0DD565-4EB8-457E-B8A9-509B3DCE9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D88E37B-CCA0-4BF7-B7AF-2BF4EC7610D2}" type="datetime1">
              <a:rPr lang="en-US" smtClean="0"/>
              <a:pPr>
                <a:defRPr/>
              </a:pPr>
              <a:t>10/28/2026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9D874-3E53-419D-8C82-3E772F73D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EB5090-F9E3-4FA5-B32F-54204C780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9EE4FC-2A91-409C-B8D2-F3728F9891D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51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7437F-279B-4932-9EF7-FFD910F0F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8E7D60-0F4E-4BE9-B09F-E7246F9691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00D92-3484-4528-A351-19165E1E60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7D33E0-CCF8-4FEC-A987-DCEDD3193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A607C7E-F4F5-4B77-8CDC-90CC78F38487}" type="datetime1">
              <a:rPr lang="en-US" smtClean="0"/>
              <a:pPr>
                <a:defRPr/>
              </a:pPr>
              <a:t>10/28/2026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A906EF-43E0-4C73-8925-C4A8189FB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C2ED9E-B863-4067-A92B-B18B62177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AA990F-E072-4953-8691-83ED6C82154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35032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CC477-2B1A-4487-9A1A-D9D3C01F6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AA2816-85E2-44D9-878A-B0F1465BB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A877E-BE39-43C8-9EE8-D621A9D0E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103DD5F-3ADD-4550-807E-1C58669018A4}" type="datetime1">
              <a:rPr lang="en-US" smtClean="0"/>
              <a:pPr>
                <a:defRPr/>
              </a:pPr>
              <a:t>10/28/2026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29F1C-DBE1-4824-91C7-103FAFC42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7950F-2711-4E12-8356-E605F7485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AD7A4F-0B31-4615-9C11-A8677BAFCAE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36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2CA952-B5B7-4257-8694-84F3A9F904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EB2DB1-6CAB-4906-8B39-FB4DED0A89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8120D-AC6D-4553-9834-55272B2AA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281D123-9B63-43A4-93F3-FBB2E34B51D6}" type="datetime1">
              <a:rPr lang="en-US" smtClean="0"/>
              <a:pPr>
                <a:defRPr/>
              </a:pPr>
              <a:t>10/28/2026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26FC3-224D-4426-B73C-2AA0B48F5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EE764-C080-4BE3-AFC3-EA929A6EE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B01C260-B825-4CE8-9DDA-33D812275B3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281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257" y="273050"/>
            <a:ext cx="80010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733425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257" y="273050"/>
            <a:ext cx="80010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733425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257" y="273050"/>
            <a:ext cx="80010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733425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362200"/>
            <a:ext cx="3657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92208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E64F96-0661-4ECF-9982-9B197F1FD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15EEC-6249-47C2-8057-6D2EEB8EA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A0C48-B9DE-4CE6-A788-912657533B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A607C7E-F4F5-4B77-8CDC-90CC78F38487}" type="datetime1">
              <a:rPr lang="en-US" smtClean="0"/>
              <a:pPr>
                <a:defRPr/>
              </a:pPr>
              <a:t>10/28/2026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3B9AB-B01B-4609-977B-94A63EF8D5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Copyright © 2015 McGraw-Hill Education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44386-A281-4CF3-A02F-A34096AE1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FAA990F-E072-4953-8691-83ED6C82154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344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722" r:id="rId1"/>
    <p:sldLayoutId id="2147485723" r:id="rId2"/>
    <p:sldLayoutId id="2147485724" r:id="rId3"/>
    <p:sldLayoutId id="2147485725" r:id="rId4"/>
    <p:sldLayoutId id="2147485726" r:id="rId5"/>
    <p:sldLayoutId id="2147485727" r:id="rId6"/>
    <p:sldLayoutId id="2147485728" r:id="rId7"/>
    <p:sldLayoutId id="2147485729" r:id="rId8"/>
    <p:sldLayoutId id="2147485730" r:id="rId9"/>
    <p:sldLayoutId id="2147485731" r:id="rId10"/>
    <p:sldLayoutId id="2147485732" r:id="rId11"/>
    <p:sldLayoutId id="2147484929" r:id="rId12"/>
    <p:sldLayoutId id="2147484917" r:id="rId13"/>
    <p:sldLayoutId id="2147485054" r:id="rId1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440B2-6ECB-4B90-A57B-E28BD8585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32657"/>
            <a:ext cx="7886700" cy="947057"/>
          </a:xfrm>
        </p:spPr>
        <p:txBody>
          <a:bodyPr/>
          <a:lstStyle/>
          <a:p>
            <a:r>
              <a:rPr lang="en-HK" dirty="0"/>
              <a:t>Predicting audit fee using Excel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AA00B-3B05-49B9-B765-5A5CDA428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14400"/>
            <a:ext cx="7886700" cy="5262563"/>
          </a:xfrm>
        </p:spPr>
        <p:txBody>
          <a:bodyPr/>
          <a:lstStyle/>
          <a:p>
            <a:r>
              <a:rPr lang="en-HK" dirty="0"/>
              <a:t>Excel – File -  Options – Add-ins – Excel Add-ins – Analysis </a:t>
            </a:r>
            <a:r>
              <a:rPr lang="en-HK" dirty="0" err="1"/>
              <a:t>ToolPak</a:t>
            </a:r>
            <a:endParaRPr lang="en-HK" dirty="0"/>
          </a:p>
          <a:p>
            <a:endParaRPr lang="en-HK" dirty="0"/>
          </a:p>
          <a:p>
            <a:r>
              <a:rPr lang="en-HK" dirty="0"/>
              <a:t>Data – Data Analysis – Regression</a:t>
            </a:r>
          </a:p>
          <a:p>
            <a:endParaRPr lang="en-HK" dirty="0"/>
          </a:p>
          <a:p>
            <a:r>
              <a:rPr lang="en-HK" dirty="0"/>
              <a:t>Y and X range – Labels - Line Fit Plots – OK</a:t>
            </a:r>
          </a:p>
          <a:p>
            <a:endParaRPr lang="en-HK" dirty="0"/>
          </a:p>
          <a:p>
            <a:r>
              <a:rPr lang="en-HK" dirty="0"/>
              <a:t>Design – Add Chart – Trendline</a:t>
            </a:r>
          </a:p>
          <a:p>
            <a:endParaRPr lang="en-HK" dirty="0"/>
          </a:p>
          <a:p>
            <a:r>
              <a:rPr lang="en-HK" dirty="0"/>
              <a:t>Y = a + </a:t>
            </a:r>
            <a:r>
              <a:rPr lang="en-HK" dirty="0" err="1"/>
              <a:t>bX</a:t>
            </a:r>
            <a:r>
              <a:rPr lang="en-HK" dirty="0"/>
              <a:t> (a= intercept; b=coefficient)</a:t>
            </a:r>
          </a:p>
          <a:p>
            <a:endParaRPr lang="en-HK" dirty="0"/>
          </a:p>
          <a:p>
            <a:r>
              <a:rPr lang="en-HK" dirty="0"/>
              <a:t>AI prompt: Based on the excel data, using CGI as independent variable and </a:t>
            </a:r>
            <a:r>
              <a:rPr lang="en-HK" dirty="0" err="1"/>
              <a:t>auditfee</a:t>
            </a:r>
            <a:r>
              <a:rPr lang="en-HK" dirty="0"/>
              <a:t> as dependent variable</a:t>
            </a:r>
            <a:r>
              <a:rPr lang="en-HK"/>
              <a:t>, show </a:t>
            </a:r>
            <a:r>
              <a:rPr lang="en-HK" dirty="0"/>
              <a:t>regression results of OLS estimation.</a:t>
            </a:r>
          </a:p>
          <a:p>
            <a:endParaRPr lang="en-HK" dirty="0"/>
          </a:p>
          <a:p>
            <a:endParaRPr lang="en-HK" dirty="0"/>
          </a:p>
          <a:p>
            <a:endParaRPr lang="en-H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0BE6E4-B1BC-4297-833A-F219CA6AC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43F197-C583-4294-BD21-B6AE0DDD46C4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083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84</Words>
  <Application>Microsoft Office PowerPoint</Application>
  <PresentationFormat>On-screen Show (4:3)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ＭＳ Ｐゴシック</vt:lpstr>
      <vt:lpstr>ＭＳ Ｐゴシック</vt:lpstr>
      <vt:lpstr>Arial</vt:lpstr>
      <vt:lpstr>Calibri</vt:lpstr>
      <vt:lpstr>Calibri Light</vt:lpstr>
      <vt:lpstr>Office Theme</vt:lpstr>
      <vt:lpstr>Predicting audit fee using Excel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2020-08-27T08:06:10Z</dcterms:created>
  <dcterms:modified xsi:type="dcterms:W3CDTF">2026-10-28T04:11:32Z</dcterms:modified>
</cp:coreProperties>
</file>