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1" r:id="rId1"/>
  </p:sldMasterIdLst>
  <p:notesMasterIdLst>
    <p:notesMasterId r:id="rId11"/>
  </p:notesMasterIdLst>
  <p:sldIdLst>
    <p:sldId id="257" r:id="rId2"/>
    <p:sldId id="264" r:id="rId3"/>
    <p:sldId id="268" r:id="rId4"/>
    <p:sldId id="256" r:id="rId5"/>
    <p:sldId id="259" r:id="rId6"/>
    <p:sldId id="260" r:id="rId7"/>
    <p:sldId id="261" r:id="rId8"/>
    <p:sldId id="262" r:id="rId9"/>
    <p:sldId id="263" r:id="rId10"/>
  </p:sldIdLst>
  <p:sldSz cx="12192000" cy="6858000"/>
  <p:notesSz cx="9144000" cy="6858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97EF38C-F32F-4B15-B250-A4D8BF148626}" v="4" dt="2026-03-04T13:06:42.16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90" d="100"/>
          <a:sy n="90" d="100"/>
        </p:scale>
        <p:origin x="370"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17" Type="http://schemas.microsoft.com/office/2015/10/relationships/revisionInfo" Target="revisionInfo.xml"/><Relationship Id="rId2" Type="http://schemas.openxmlformats.org/officeDocument/2006/relationships/slide" Target="slides/slide1.xml"/><Relationship Id="rId16"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rof. CHOW Andy" userId="fd10d0aa-82fe-46d1-80c3-84dff07809ee" providerId="ADAL" clId="{BE4E775D-4B39-4C0F-A3B0-5CF22DF685EB}"/>
    <pc:docChg chg="undo custSel addSld delSld modSld">
      <pc:chgData name="Prof. CHOW Andy" userId="fd10d0aa-82fe-46d1-80c3-84dff07809ee" providerId="ADAL" clId="{BE4E775D-4B39-4C0F-A3B0-5CF22DF685EB}" dt="2026-03-04T13:11:51.888" v="94" actId="20577"/>
      <pc:docMkLst>
        <pc:docMk/>
      </pc:docMkLst>
      <pc:sldChg chg="modSp mod">
        <pc:chgData name="Prof. CHOW Andy" userId="fd10d0aa-82fe-46d1-80c3-84dff07809ee" providerId="ADAL" clId="{BE4E775D-4B39-4C0F-A3B0-5CF22DF685EB}" dt="2026-03-04T13:11:25.935" v="82" actId="20577"/>
        <pc:sldMkLst>
          <pc:docMk/>
          <pc:sldMk cId="2990633587" sldId="256"/>
        </pc:sldMkLst>
        <pc:graphicFrameChg chg="mod modGraphic">
          <ac:chgData name="Prof. CHOW Andy" userId="fd10d0aa-82fe-46d1-80c3-84dff07809ee" providerId="ADAL" clId="{BE4E775D-4B39-4C0F-A3B0-5CF22DF685EB}" dt="2026-03-04T13:11:25.935" v="82" actId="20577"/>
          <ac:graphicFrameMkLst>
            <pc:docMk/>
            <pc:sldMk cId="2990633587" sldId="256"/>
            <ac:graphicFrameMk id="3" creationId="{D1FD53B2-F6B8-5205-351D-F48D47D33794}"/>
          </ac:graphicFrameMkLst>
        </pc:graphicFrameChg>
      </pc:sldChg>
      <pc:sldChg chg="add del">
        <pc:chgData name="Prof. CHOW Andy" userId="fd10d0aa-82fe-46d1-80c3-84dff07809ee" providerId="ADAL" clId="{BE4E775D-4B39-4C0F-A3B0-5CF22DF685EB}" dt="2026-03-04T13:07:36.325" v="34" actId="47"/>
        <pc:sldMkLst>
          <pc:docMk/>
          <pc:sldMk cId="689954778" sldId="258"/>
        </pc:sldMkLst>
      </pc:sldChg>
      <pc:sldChg chg="modSp mod">
        <pc:chgData name="Prof. CHOW Andy" userId="fd10d0aa-82fe-46d1-80c3-84dff07809ee" providerId="ADAL" clId="{BE4E775D-4B39-4C0F-A3B0-5CF22DF685EB}" dt="2026-03-04T13:11:35.489" v="84" actId="20577"/>
        <pc:sldMkLst>
          <pc:docMk/>
          <pc:sldMk cId="284066147" sldId="260"/>
        </pc:sldMkLst>
        <pc:spChg chg="mod">
          <ac:chgData name="Prof. CHOW Andy" userId="fd10d0aa-82fe-46d1-80c3-84dff07809ee" providerId="ADAL" clId="{BE4E775D-4B39-4C0F-A3B0-5CF22DF685EB}" dt="2026-03-04T13:11:35.489" v="84" actId="20577"/>
          <ac:spMkLst>
            <pc:docMk/>
            <pc:sldMk cId="284066147" sldId="260"/>
            <ac:spMk id="3" creationId="{1A90427A-0039-D127-F7B3-726D90B9DCF0}"/>
          </ac:spMkLst>
        </pc:spChg>
      </pc:sldChg>
      <pc:sldChg chg="modSp mod">
        <pc:chgData name="Prof. CHOW Andy" userId="fd10d0aa-82fe-46d1-80c3-84dff07809ee" providerId="ADAL" clId="{BE4E775D-4B39-4C0F-A3B0-5CF22DF685EB}" dt="2026-03-04T13:11:40.530" v="86" actId="20577"/>
        <pc:sldMkLst>
          <pc:docMk/>
          <pc:sldMk cId="4091982973" sldId="261"/>
        </pc:sldMkLst>
        <pc:spChg chg="mod">
          <ac:chgData name="Prof. CHOW Andy" userId="fd10d0aa-82fe-46d1-80c3-84dff07809ee" providerId="ADAL" clId="{BE4E775D-4B39-4C0F-A3B0-5CF22DF685EB}" dt="2026-03-04T13:11:40.530" v="86" actId="20577"/>
          <ac:spMkLst>
            <pc:docMk/>
            <pc:sldMk cId="4091982973" sldId="261"/>
            <ac:spMk id="3" creationId="{BCA47DD9-CDB0-3502-E397-4E9A30373A74}"/>
          </ac:spMkLst>
        </pc:spChg>
      </pc:sldChg>
      <pc:sldChg chg="addSp modSp mod modClrScheme chgLayout">
        <pc:chgData name="Prof. CHOW Andy" userId="fd10d0aa-82fe-46d1-80c3-84dff07809ee" providerId="ADAL" clId="{BE4E775D-4B39-4C0F-A3B0-5CF22DF685EB}" dt="2026-03-04T13:11:51.888" v="94" actId="20577"/>
        <pc:sldMkLst>
          <pc:docMk/>
          <pc:sldMk cId="2426982708" sldId="262"/>
        </pc:sldMkLst>
        <pc:spChg chg="add mod ord">
          <ac:chgData name="Prof. CHOW Andy" userId="fd10d0aa-82fe-46d1-80c3-84dff07809ee" providerId="ADAL" clId="{BE4E775D-4B39-4C0F-A3B0-5CF22DF685EB}" dt="2026-03-04T13:10:18.392" v="61" actId="5793"/>
          <ac:spMkLst>
            <pc:docMk/>
            <pc:sldMk cId="2426982708" sldId="262"/>
            <ac:spMk id="2" creationId="{48D85533-77CB-D57F-FD9D-D169DC2F4C22}"/>
          </ac:spMkLst>
        </pc:spChg>
        <pc:spChg chg="mod ord">
          <ac:chgData name="Prof. CHOW Andy" userId="fd10d0aa-82fe-46d1-80c3-84dff07809ee" providerId="ADAL" clId="{BE4E775D-4B39-4C0F-A3B0-5CF22DF685EB}" dt="2026-03-04T13:11:51.888" v="94" actId="20577"/>
          <ac:spMkLst>
            <pc:docMk/>
            <pc:sldMk cId="2426982708" sldId="262"/>
            <ac:spMk id="3" creationId="{6834C556-28FE-04DC-40E7-C671A1290D28}"/>
          </ac:spMkLst>
        </pc:spChg>
      </pc:sldChg>
      <pc:sldChg chg="modSp mod">
        <pc:chgData name="Prof. CHOW Andy" userId="fd10d0aa-82fe-46d1-80c3-84dff07809ee" providerId="ADAL" clId="{BE4E775D-4B39-4C0F-A3B0-5CF22DF685EB}" dt="2026-03-04T13:04:04.643" v="1" actId="20577"/>
        <pc:sldMkLst>
          <pc:docMk/>
          <pc:sldMk cId="3648879733" sldId="264"/>
        </pc:sldMkLst>
        <pc:spChg chg="mod">
          <ac:chgData name="Prof. CHOW Andy" userId="fd10d0aa-82fe-46d1-80c3-84dff07809ee" providerId="ADAL" clId="{BE4E775D-4B39-4C0F-A3B0-5CF22DF685EB}" dt="2026-03-04T13:04:04.643" v="1" actId="20577"/>
          <ac:spMkLst>
            <pc:docMk/>
            <pc:sldMk cId="3648879733" sldId="264"/>
            <ac:spMk id="5" creationId="{7F13DD07-4D74-BA47-46BD-CF65389B084A}"/>
          </ac:spMkLst>
        </pc:spChg>
      </pc:sldChg>
      <pc:sldChg chg="modSp add mod">
        <pc:chgData name="Prof. CHOW Andy" userId="fd10d0aa-82fe-46d1-80c3-84dff07809ee" providerId="ADAL" clId="{BE4E775D-4B39-4C0F-A3B0-5CF22DF685EB}" dt="2026-03-04T13:05:11.537" v="21" actId="1076"/>
        <pc:sldMkLst>
          <pc:docMk/>
          <pc:sldMk cId="4209695436" sldId="268"/>
        </pc:sldMkLst>
        <pc:spChg chg="mod">
          <ac:chgData name="Prof. CHOW Andy" userId="fd10d0aa-82fe-46d1-80c3-84dff07809ee" providerId="ADAL" clId="{BE4E775D-4B39-4C0F-A3B0-5CF22DF685EB}" dt="2026-03-04T13:04:54.352" v="17" actId="207"/>
          <ac:spMkLst>
            <pc:docMk/>
            <pc:sldMk cId="4209695436" sldId="268"/>
            <ac:spMk id="8" creationId="{956B1FC8-520C-B47A-1623-F31803481EFC}"/>
          </ac:spMkLst>
        </pc:spChg>
        <pc:spChg chg="mod">
          <ac:chgData name="Prof. CHOW Andy" userId="fd10d0aa-82fe-46d1-80c3-84dff07809ee" providerId="ADAL" clId="{BE4E775D-4B39-4C0F-A3B0-5CF22DF685EB}" dt="2026-03-04T13:05:11.537" v="21" actId="1076"/>
          <ac:spMkLst>
            <pc:docMk/>
            <pc:sldMk cId="4209695436" sldId="268"/>
            <ac:spMk id="9" creationId="{2A3BD0D9-94FB-CF26-4022-CB0E333FFA5F}"/>
          </ac:spMkLst>
        </pc:spChg>
      </pc:sldChg>
    </pc:docChg>
  </pc:docChgLst>
</pc:chgInfo>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733CDAE-A8A1-E440-A908-A8FD2EA409A9}" type="doc">
      <dgm:prSet loTypeId="urn:microsoft.com/office/officeart/2008/layout/VerticalCurvedList" loCatId="list" qsTypeId="urn:microsoft.com/office/officeart/2005/8/quickstyle/simple1" qsCatId="simple" csTypeId="urn:microsoft.com/office/officeart/2005/8/colors/colorful1" csCatId="colorful" phldr="1"/>
      <dgm:spPr/>
      <dgm:t>
        <a:bodyPr/>
        <a:lstStyle/>
        <a:p>
          <a:endParaRPr lang="en-GB"/>
        </a:p>
      </dgm:t>
    </dgm:pt>
    <dgm:pt modelId="{F400E9C9-0475-A442-8390-E4A6803E90FD}">
      <dgm:prSet phldrT="[Text]"/>
      <dgm:spPr/>
      <dgm:t>
        <a:bodyPr/>
        <a:lstStyle/>
        <a:p>
          <a:r>
            <a:rPr lang="en-GB" dirty="0">
              <a:solidFill>
                <a:schemeClr val="bg1">
                  <a:lumMod val="50000"/>
                </a:schemeClr>
              </a:solidFill>
            </a:rPr>
            <a:t>Business Problem (2 min)</a:t>
          </a:r>
        </a:p>
      </dgm:t>
    </dgm:pt>
    <dgm:pt modelId="{07ECA590-429A-AF4D-B91B-A0F7367B5A50}" type="parTrans" cxnId="{CC286F58-296C-FE44-BFC8-3E009274DAD5}">
      <dgm:prSet/>
      <dgm:spPr/>
      <dgm:t>
        <a:bodyPr/>
        <a:lstStyle/>
        <a:p>
          <a:endParaRPr lang="en-GB">
            <a:solidFill>
              <a:schemeClr val="bg1">
                <a:lumMod val="50000"/>
              </a:schemeClr>
            </a:solidFill>
          </a:endParaRPr>
        </a:p>
      </dgm:t>
    </dgm:pt>
    <dgm:pt modelId="{D08E0C10-E85D-5B41-95B2-5D907927FC91}" type="sibTrans" cxnId="{CC286F58-296C-FE44-BFC8-3E009274DAD5}">
      <dgm:prSet/>
      <dgm:spPr/>
      <dgm:t>
        <a:bodyPr/>
        <a:lstStyle/>
        <a:p>
          <a:endParaRPr lang="en-GB">
            <a:solidFill>
              <a:schemeClr val="bg1">
                <a:lumMod val="50000"/>
              </a:schemeClr>
            </a:solidFill>
          </a:endParaRPr>
        </a:p>
      </dgm:t>
    </dgm:pt>
    <dgm:pt modelId="{7F69F11F-CDBA-3040-810B-7F2671253C13}">
      <dgm:prSet phldrT="[Text]"/>
      <dgm:spPr/>
      <dgm:t>
        <a:bodyPr/>
        <a:lstStyle/>
        <a:p>
          <a:r>
            <a:rPr lang="en-GB" dirty="0">
              <a:solidFill>
                <a:schemeClr val="bg1">
                  <a:lumMod val="50000"/>
                </a:schemeClr>
              </a:solidFill>
            </a:rPr>
            <a:t>Proposed GenAI Solution (7 min)</a:t>
          </a:r>
        </a:p>
      </dgm:t>
    </dgm:pt>
    <dgm:pt modelId="{24BE71EF-4BDE-9E4A-8D95-3832D4526AEF}" type="parTrans" cxnId="{03E41642-00EF-E146-ADCF-5699E061C26A}">
      <dgm:prSet/>
      <dgm:spPr/>
      <dgm:t>
        <a:bodyPr/>
        <a:lstStyle/>
        <a:p>
          <a:endParaRPr lang="en-GB">
            <a:solidFill>
              <a:schemeClr val="bg1">
                <a:lumMod val="50000"/>
              </a:schemeClr>
            </a:solidFill>
          </a:endParaRPr>
        </a:p>
      </dgm:t>
    </dgm:pt>
    <dgm:pt modelId="{D3DE1502-8C4D-8742-A4F3-86D5A606B42C}" type="sibTrans" cxnId="{03E41642-00EF-E146-ADCF-5699E061C26A}">
      <dgm:prSet/>
      <dgm:spPr/>
      <dgm:t>
        <a:bodyPr/>
        <a:lstStyle/>
        <a:p>
          <a:endParaRPr lang="en-GB">
            <a:solidFill>
              <a:schemeClr val="bg1">
                <a:lumMod val="50000"/>
              </a:schemeClr>
            </a:solidFill>
          </a:endParaRPr>
        </a:p>
      </dgm:t>
    </dgm:pt>
    <dgm:pt modelId="{3740E63F-4374-CE47-BF73-EDABB7336632}">
      <dgm:prSet phldrT="[Text]"/>
      <dgm:spPr/>
      <dgm:t>
        <a:bodyPr/>
        <a:lstStyle/>
        <a:p>
          <a:r>
            <a:rPr lang="en-HK" b="0" i="0" u="none" dirty="0">
              <a:solidFill>
                <a:schemeClr val="bg1">
                  <a:lumMod val="50000"/>
                </a:schemeClr>
              </a:solidFill>
            </a:rPr>
            <a:t>Results, Evaluation, and Business Impact (4 min)</a:t>
          </a:r>
          <a:endParaRPr lang="en-GB" b="0" dirty="0">
            <a:solidFill>
              <a:schemeClr val="bg1">
                <a:lumMod val="50000"/>
              </a:schemeClr>
            </a:solidFill>
          </a:endParaRPr>
        </a:p>
      </dgm:t>
    </dgm:pt>
    <dgm:pt modelId="{3A16A885-4973-9C48-95B5-FF32253BB655}" type="parTrans" cxnId="{7B2B7238-C1E0-0744-ACB4-9C54577584E8}">
      <dgm:prSet/>
      <dgm:spPr/>
      <dgm:t>
        <a:bodyPr/>
        <a:lstStyle/>
        <a:p>
          <a:endParaRPr lang="en-GB">
            <a:solidFill>
              <a:schemeClr val="bg1">
                <a:lumMod val="50000"/>
              </a:schemeClr>
            </a:solidFill>
          </a:endParaRPr>
        </a:p>
      </dgm:t>
    </dgm:pt>
    <dgm:pt modelId="{50552555-5501-A443-9146-19367A226BD0}" type="sibTrans" cxnId="{7B2B7238-C1E0-0744-ACB4-9C54577584E8}">
      <dgm:prSet/>
      <dgm:spPr/>
      <dgm:t>
        <a:bodyPr/>
        <a:lstStyle/>
        <a:p>
          <a:endParaRPr lang="en-GB">
            <a:solidFill>
              <a:schemeClr val="bg1">
                <a:lumMod val="50000"/>
              </a:schemeClr>
            </a:solidFill>
          </a:endParaRPr>
        </a:p>
      </dgm:t>
    </dgm:pt>
    <dgm:pt modelId="{83B11BF9-9505-924B-BC68-E66C3ACD806B}">
      <dgm:prSet phldrT="[Text]"/>
      <dgm:spPr/>
      <dgm:t>
        <a:bodyPr/>
        <a:lstStyle/>
        <a:p>
          <a:r>
            <a:rPr lang="en-GB" dirty="0">
              <a:solidFill>
                <a:schemeClr val="bg1">
                  <a:lumMod val="50000"/>
                </a:schemeClr>
              </a:solidFill>
            </a:rPr>
            <a:t>Future work(2 min)</a:t>
          </a:r>
        </a:p>
      </dgm:t>
    </dgm:pt>
    <dgm:pt modelId="{C643DCEB-926E-F340-BA62-4D3AD62A73E3}" type="sibTrans" cxnId="{6F21B0BD-1DB9-DF44-AFF8-38D00DB1E55D}">
      <dgm:prSet/>
      <dgm:spPr/>
      <dgm:t>
        <a:bodyPr/>
        <a:lstStyle/>
        <a:p>
          <a:endParaRPr lang="en-GB">
            <a:solidFill>
              <a:schemeClr val="bg1">
                <a:lumMod val="50000"/>
              </a:schemeClr>
            </a:solidFill>
          </a:endParaRPr>
        </a:p>
      </dgm:t>
    </dgm:pt>
    <dgm:pt modelId="{6D9D3F6E-8892-F843-B256-1827EE516864}" type="parTrans" cxnId="{6F21B0BD-1DB9-DF44-AFF8-38D00DB1E55D}">
      <dgm:prSet/>
      <dgm:spPr/>
      <dgm:t>
        <a:bodyPr/>
        <a:lstStyle/>
        <a:p>
          <a:endParaRPr lang="en-GB">
            <a:solidFill>
              <a:schemeClr val="bg1">
                <a:lumMod val="50000"/>
              </a:schemeClr>
            </a:solidFill>
          </a:endParaRPr>
        </a:p>
      </dgm:t>
    </dgm:pt>
    <dgm:pt modelId="{A7A646DC-5D48-F041-AE39-8F03CABC71DF}" type="pres">
      <dgm:prSet presAssocID="{2733CDAE-A8A1-E440-A908-A8FD2EA409A9}" presName="Name0" presStyleCnt="0">
        <dgm:presLayoutVars>
          <dgm:chMax val="7"/>
          <dgm:chPref val="7"/>
          <dgm:dir/>
        </dgm:presLayoutVars>
      </dgm:prSet>
      <dgm:spPr/>
    </dgm:pt>
    <dgm:pt modelId="{CB3E9183-1261-9B4B-B870-8545CC84FB89}" type="pres">
      <dgm:prSet presAssocID="{2733CDAE-A8A1-E440-A908-A8FD2EA409A9}" presName="Name1" presStyleCnt="0"/>
      <dgm:spPr/>
    </dgm:pt>
    <dgm:pt modelId="{6FA8C200-84DC-0640-8542-198721B15B7F}" type="pres">
      <dgm:prSet presAssocID="{2733CDAE-A8A1-E440-A908-A8FD2EA409A9}" presName="cycle" presStyleCnt="0"/>
      <dgm:spPr/>
    </dgm:pt>
    <dgm:pt modelId="{B3DB1027-7271-6740-869A-52A044FD4E07}" type="pres">
      <dgm:prSet presAssocID="{2733CDAE-A8A1-E440-A908-A8FD2EA409A9}" presName="srcNode" presStyleLbl="node1" presStyleIdx="0" presStyleCnt="4"/>
      <dgm:spPr/>
    </dgm:pt>
    <dgm:pt modelId="{4FFCF763-24A2-BE41-8D49-ED15D2396180}" type="pres">
      <dgm:prSet presAssocID="{2733CDAE-A8A1-E440-A908-A8FD2EA409A9}" presName="conn" presStyleLbl="parChTrans1D2" presStyleIdx="0" presStyleCnt="1"/>
      <dgm:spPr/>
    </dgm:pt>
    <dgm:pt modelId="{3D6A6308-2C5F-4D4F-9533-E3FC8A14AFEF}" type="pres">
      <dgm:prSet presAssocID="{2733CDAE-A8A1-E440-A908-A8FD2EA409A9}" presName="extraNode" presStyleLbl="node1" presStyleIdx="0" presStyleCnt="4"/>
      <dgm:spPr/>
    </dgm:pt>
    <dgm:pt modelId="{88429319-8E71-9E46-A862-8EE09BC58C01}" type="pres">
      <dgm:prSet presAssocID="{2733CDAE-A8A1-E440-A908-A8FD2EA409A9}" presName="dstNode" presStyleLbl="node1" presStyleIdx="0" presStyleCnt="4"/>
      <dgm:spPr/>
    </dgm:pt>
    <dgm:pt modelId="{9C23E729-5C71-4C93-B321-420924592FFD}" type="pres">
      <dgm:prSet presAssocID="{F400E9C9-0475-A442-8390-E4A6803E90FD}" presName="text_1" presStyleLbl="node1" presStyleIdx="0" presStyleCnt="4">
        <dgm:presLayoutVars>
          <dgm:bulletEnabled val="1"/>
        </dgm:presLayoutVars>
      </dgm:prSet>
      <dgm:spPr/>
    </dgm:pt>
    <dgm:pt modelId="{847C5AE0-E84F-4736-9EC0-AC924E39ED04}" type="pres">
      <dgm:prSet presAssocID="{F400E9C9-0475-A442-8390-E4A6803E90FD}" presName="accent_1" presStyleCnt="0"/>
      <dgm:spPr/>
    </dgm:pt>
    <dgm:pt modelId="{7FECC07E-9C47-9546-82F8-BD3B560350A2}" type="pres">
      <dgm:prSet presAssocID="{F400E9C9-0475-A442-8390-E4A6803E90FD}" presName="accentRepeatNode" presStyleLbl="solidFgAcc1" presStyleIdx="0" presStyleCnt="4"/>
      <dgm:spPr>
        <a:solidFill>
          <a:schemeClr val="tx2"/>
        </a:solidFill>
      </dgm:spPr>
    </dgm:pt>
    <dgm:pt modelId="{D7699620-9E8C-4F7E-84D2-C4B8D0A21D51}" type="pres">
      <dgm:prSet presAssocID="{7F69F11F-CDBA-3040-810B-7F2671253C13}" presName="text_2" presStyleLbl="node1" presStyleIdx="1" presStyleCnt="4">
        <dgm:presLayoutVars>
          <dgm:bulletEnabled val="1"/>
        </dgm:presLayoutVars>
      </dgm:prSet>
      <dgm:spPr/>
    </dgm:pt>
    <dgm:pt modelId="{6BB63DFA-B380-40EB-9D6D-F7F891D8181F}" type="pres">
      <dgm:prSet presAssocID="{7F69F11F-CDBA-3040-810B-7F2671253C13}" presName="accent_2" presStyleCnt="0"/>
      <dgm:spPr/>
    </dgm:pt>
    <dgm:pt modelId="{A3C7A1C6-E054-904F-92F8-ADA1C3C5F832}" type="pres">
      <dgm:prSet presAssocID="{7F69F11F-CDBA-3040-810B-7F2671253C13}" presName="accentRepeatNode" presStyleLbl="solidFgAcc1" presStyleIdx="1" presStyleCnt="4"/>
      <dgm:spPr>
        <a:solidFill>
          <a:schemeClr val="tx2"/>
        </a:solidFill>
      </dgm:spPr>
    </dgm:pt>
    <dgm:pt modelId="{C58FA687-3752-41DE-AA24-DBB34FCCE0C8}" type="pres">
      <dgm:prSet presAssocID="{3740E63F-4374-CE47-BF73-EDABB7336632}" presName="text_3" presStyleLbl="node1" presStyleIdx="2" presStyleCnt="4">
        <dgm:presLayoutVars>
          <dgm:bulletEnabled val="1"/>
        </dgm:presLayoutVars>
      </dgm:prSet>
      <dgm:spPr/>
    </dgm:pt>
    <dgm:pt modelId="{CB411247-D2F8-42E3-BFC5-10B28408DC53}" type="pres">
      <dgm:prSet presAssocID="{3740E63F-4374-CE47-BF73-EDABB7336632}" presName="accent_3" presStyleCnt="0"/>
      <dgm:spPr/>
    </dgm:pt>
    <dgm:pt modelId="{B2385EC2-F895-5B45-B667-F595D279F018}" type="pres">
      <dgm:prSet presAssocID="{3740E63F-4374-CE47-BF73-EDABB7336632}" presName="accentRepeatNode" presStyleLbl="solidFgAcc1" presStyleIdx="2" presStyleCnt="4"/>
      <dgm:spPr>
        <a:solidFill>
          <a:schemeClr val="tx2"/>
        </a:solidFill>
      </dgm:spPr>
    </dgm:pt>
    <dgm:pt modelId="{1476D0EE-527B-4C18-830A-5179CADB88CA}" type="pres">
      <dgm:prSet presAssocID="{83B11BF9-9505-924B-BC68-E66C3ACD806B}" presName="text_4" presStyleLbl="node1" presStyleIdx="3" presStyleCnt="4">
        <dgm:presLayoutVars>
          <dgm:bulletEnabled val="1"/>
        </dgm:presLayoutVars>
      </dgm:prSet>
      <dgm:spPr/>
    </dgm:pt>
    <dgm:pt modelId="{11DDC3E0-CA8B-43B4-BD41-A27B1E3AE294}" type="pres">
      <dgm:prSet presAssocID="{83B11BF9-9505-924B-BC68-E66C3ACD806B}" presName="accent_4" presStyleCnt="0"/>
      <dgm:spPr/>
    </dgm:pt>
    <dgm:pt modelId="{6423BC0A-7E91-B648-86EB-F9B5AAB57E93}" type="pres">
      <dgm:prSet presAssocID="{83B11BF9-9505-924B-BC68-E66C3ACD806B}" presName="accentRepeatNode" presStyleLbl="solidFgAcc1" presStyleIdx="3" presStyleCnt="4"/>
      <dgm:spPr>
        <a:solidFill>
          <a:schemeClr val="tx2"/>
        </a:solidFill>
      </dgm:spPr>
    </dgm:pt>
  </dgm:ptLst>
  <dgm:cxnLst>
    <dgm:cxn modelId="{A33B8913-0CA3-484B-97FA-8AB580BCAEF5}" type="presOf" srcId="{83B11BF9-9505-924B-BC68-E66C3ACD806B}" destId="{1476D0EE-527B-4C18-830A-5179CADB88CA}" srcOrd="0" destOrd="0" presId="urn:microsoft.com/office/officeart/2008/layout/VerticalCurvedList"/>
    <dgm:cxn modelId="{7B2B7238-C1E0-0744-ACB4-9C54577584E8}" srcId="{2733CDAE-A8A1-E440-A908-A8FD2EA409A9}" destId="{3740E63F-4374-CE47-BF73-EDABB7336632}" srcOrd="2" destOrd="0" parTransId="{3A16A885-4973-9C48-95B5-FF32253BB655}" sibTransId="{50552555-5501-A443-9146-19367A226BD0}"/>
    <dgm:cxn modelId="{D98F3C3B-D716-4967-BD72-02A8FB29DD16}" type="presOf" srcId="{3740E63F-4374-CE47-BF73-EDABB7336632}" destId="{C58FA687-3752-41DE-AA24-DBB34FCCE0C8}" srcOrd="0" destOrd="0" presId="urn:microsoft.com/office/officeart/2008/layout/VerticalCurvedList"/>
    <dgm:cxn modelId="{03E41642-00EF-E146-ADCF-5699E061C26A}" srcId="{2733CDAE-A8A1-E440-A908-A8FD2EA409A9}" destId="{7F69F11F-CDBA-3040-810B-7F2671253C13}" srcOrd="1" destOrd="0" parTransId="{24BE71EF-4BDE-9E4A-8D95-3832D4526AEF}" sibTransId="{D3DE1502-8C4D-8742-A4F3-86D5A606B42C}"/>
    <dgm:cxn modelId="{CC286F58-296C-FE44-BFC8-3E009274DAD5}" srcId="{2733CDAE-A8A1-E440-A908-A8FD2EA409A9}" destId="{F400E9C9-0475-A442-8390-E4A6803E90FD}" srcOrd="0" destOrd="0" parTransId="{07ECA590-429A-AF4D-B91B-A0F7367B5A50}" sibTransId="{D08E0C10-E85D-5B41-95B2-5D907927FC91}"/>
    <dgm:cxn modelId="{F9F3A89C-607A-4FDB-A55A-CD29691796CB}" type="presOf" srcId="{F400E9C9-0475-A442-8390-E4A6803E90FD}" destId="{9C23E729-5C71-4C93-B321-420924592FFD}" srcOrd="0" destOrd="0" presId="urn:microsoft.com/office/officeart/2008/layout/VerticalCurvedList"/>
    <dgm:cxn modelId="{6F21B0BD-1DB9-DF44-AFF8-38D00DB1E55D}" srcId="{2733CDAE-A8A1-E440-A908-A8FD2EA409A9}" destId="{83B11BF9-9505-924B-BC68-E66C3ACD806B}" srcOrd="3" destOrd="0" parTransId="{6D9D3F6E-8892-F843-B256-1827EE516864}" sibTransId="{C643DCEB-926E-F340-BA62-4D3AD62A73E3}"/>
    <dgm:cxn modelId="{25AA17DB-1B45-8E49-BE76-3F86026E9A94}" type="presOf" srcId="{2733CDAE-A8A1-E440-A908-A8FD2EA409A9}" destId="{A7A646DC-5D48-F041-AE39-8F03CABC71DF}" srcOrd="0" destOrd="0" presId="urn:microsoft.com/office/officeart/2008/layout/VerticalCurvedList"/>
    <dgm:cxn modelId="{518338E8-3E14-4EE5-AC44-F77C586080FF}" type="presOf" srcId="{D08E0C10-E85D-5B41-95B2-5D907927FC91}" destId="{4FFCF763-24A2-BE41-8D49-ED15D2396180}" srcOrd="0" destOrd="0" presId="urn:microsoft.com/office/officeart/2008/layout/VerticalCurvedList"/>
    <dgm:cxn modelId="{3789A7F5-2844-4251-AAFC-C2F619285683}" type="presOf" srcId="{7F69F11F-CDBA-3040-810B-7F2671253C13}" destId="{D7699620-9E8C-4F7E-84D2-C4B8D0A21D51}" srcOrd="0" destOrd="0" presId="urn:microsoft.com/office/officeart/2008/layout/VerticalCurvedList"/>
    <dgm:cxn modelId="{CC8AA78C-8A08-4646-9EA0-2FF935C297EF}" type="presParOf" srcId="{A7A646DC-5D48-F041-AE39-8F03CABC71DF}" destId="{CB3E9183-1261-9B4B-B870-8545CC84FB89}" srcOrd="0" destOrd="0" presId="urn:microsoft.com/office/officeart/2008/layout/VerticalCurvedList"/>
    <dgm:cxn modelId="{864596F5-B304-A746-8602-B84737CA50DC}" type="presParOf" srcId="{CB3E9183-1261-9B4B-B870-8545CC84FB89}" destId="{6FA8C200-84DC-0640-8542-198721B15B7F}" srcOrd="0" destOrd="0" presId="urn:microsoft.com/office/officeart/2008/layout/VerticalCurvedList"/>
    <dgm:cxn modelId="{949A7B1A-585A-0E48-839D-6C2FFCA819C6}" type="presParOf" srcId="{6FA8C200-84DC-0640-8542-198721B15B7F}" destId="{B3DB1027-7271-6740-869A-52A044FD4E07}" srcOrd="0" destOrd="0" presId="urn:microsoft.com/office/officeart/2008/layout/VerticalCurvedList"/>
    <dgm:cxn modelId="{AFD3802D-BC22-D847-A7E5-207B61A19948}" type="presParOf" srcId="{6FA8C200-84DC-0640-8542-198721B15B7F}" destId="{4FFCF763-24A2-BE41-8D49-ED15D2396180}" srcOrd="1" destOrd="0" presId="urn:microsoft.com/office/officeart/2008/layout/VerticalCurvedList"/>
    <dgm:cxn modelId="{C900E0D4-673E-E74B-B9E8-43C95289A3AD}" type="presParOf" srcId="{6FA8C200-84DC-0640-8542-198721B15B7F}" destId="{3D6A6308-2C5F-4D4F-9533-E3FC8A14AFEF}" srcOrd="2" destOrd="0" presId="urn:microsoft.com/office/officeart/2008/layout/VerticalCurvedList"/>
    <dgm:cxn modelId="{F4493556-1DE8-0D4D-9D0E-F967F818B21A}" type="presParOf" srcId="{6FA8C200-84DC-0640-8542-198721B15B7F}" destId="{88429319-8E71-9E46-A862-8EE09BC58C01}" srcOrd="3" destOrd="0" presId="urn:microsoft.com/office/officeart/2008/layout/VerticalCurvedList"/>
    <dgm:cxn modelId="{A8525B3D-47D0-4501-8A52-3648F39D6916}" type="presParOf" srcId="{CB3E9183-1261-9B4B-B870-8545CC84FB89}" destId="{9C23E729-5C71-4C93-B321-420924592FFD}" srcOrd="1" destOrd="0" presId="urn:microsoft.com/office/officeart/2008/layout/VerticalCurvedList"/>
    <dgm:cxn modelId="{166A15F8-D3E6-4A98-8A80-7974FCBA038E}" type="presParOf" srcId="{CB3E9183-1261-9B4B-B870-8545CC84FB89}" destId="{847C5AE0-E84F-4736-9EC0-AC924E39ED04}" srcOrd="2" destOrd="0" presId="urn:microsoft.com/office/officeart/2008/layout/VerticalCurvedList"/>
    <dgm:cxn modelId="{3875A062-B0BD-4D37-9935-9C023F4BE652}" type="presParOf" srcId="{847C5AE0-E84F-4736-9EC0-AC924E39ED04}" destId="{7FECC07E-9C47-9546-82F8-BD3B560350A2}" srcOrd="0" destOrd="0" presId="urn:microsoft.com/office/officeart/2008/layout/VerticalCurvedList"/>
    <dgm:cxn modelId="{6D711D31-A453-4C7D-8A3F-A6B8D03C8D81}" type="presParOf" srcId="{CB3E9183-1261-9B4B-B870-8545CC84FB89}" destId="{D7699620-9E8C-4F7E-84D2-C4B8D0A21D51}" srcOrd="3" destOrd="0" presId="urn:microsoft.com/office/officeart/2008/layout/VerticalCurvedList"/>
    <dgm:cxn modelId="{3C3F7A7A-6AF3-40A4-8DF9-3DE0D929C9A6}" type="presParOf" srcId="{CB3E9183-1261-9B4B-B870-8545CC84FB89}" destId="{6BB63DFA-B380-40EB-9D6D-F7F891D8181F}" srcOrd="4" destOrd="0" presId="urn:microsoft.com/office/officeart/2008/layout/VerticalCurvedList"/>
    <dgm:cxn modelId="{DDE0103C-74F3-4BB2-96D6-9AE6747916A6}" type="presParOf" srcId="{6BB63DFA-B380-40EB-9D6D-F7F891D8181F}" destId="{A3C7A1C6-E054-904F-92F8-ADA1C3C5F832}" srcOrd="0" destOrd="0" presId="urn:microsoft.com/office/officeart/2008/layout/VerticalCurvedList"/>
    <dgm:cxn modelId="{4A9D8EB6-5D33-4BDC-88B1-7596F554E1B6}" type="presParOf" srcId="{CB3E9183-1261-9B4B-B870-8545CC84FB89}" destId="{C58FA687-3752-41DE-AA24-DBB34FCCE0C8}" srcOrd="5" destOrd="0" presId="urn:microsoft.com/office/officeart/2008/layout/VerticalCurvedList"/>
    <dgm:cxn modelId="{8DE5196A-3849-4B63-89E6-CA59408EE5B0}" type="presParOf" srcId="{CB3E9183-1261-9B4B-B870-8545CC84FB89}" destId="{CB411247-D2F8-42E3-BFC5-10B28408DC53}" srcOrd="6" destOrd="0" presId="urn:microsoft.com/office/officeart/2008/layout/VerticalCurvedList"/>
    <dgm:cxn modelId="{5898F627-5081-4E3F-A398-645556E3C60F}" type="presParOf" srcId="{CB411247-D2F8-42E3-BFC5-10B28408DC53}" destId="{B2385EC2-F895-5B45-B667-F595D279F018}" srcOrd="0" destOrd="0" presId="urn:microsoft.com/office/officeart/2008/layout/VerticalCurvedList"/>
    <dgm:cxn modelId="{74C695E5-4D7E-4874-93C8-D62DF7C95B58}" type="presParOf" srcId="{CB3E9183-1261-9B4B-B870-8545CC84FB89}" destId="{1476D0EE-527B-4C18-830A-5179CADB88CA}" srcOrd="7" destOrd="0" presId="urn:microsoft.com/office/officeart/2008/layout/VerticalCurvedList"/>
    <dgm:cxn modelId="{3AB9D3B9-C663-4D31-A834-D4D9EE7545DC}" type="presParOf" srcId="{CB3E9183-1261-9B4B-B870-8545CC84FB89}" destId="{11DDC3E0-CA8B-43B4-BD41-A27B1E3AE294}" srcOrd="8" destOrd="0" presId="urn:microsoft.com/office/officeart/2008/layout/VerticalCurvedList"/>
    <dgm:cxn modelId="{53AB3401-2399-4DDD-9DEE-AF004DBC342F}" type="presParOf" srcId="{11DDC3E0-CA8B-43B4-BD41-A27B1E3AE294}" destId="{6423BC0A-7E91-B648-86EB-F9B5AAB57E93}" srcOrd="0" destOrd="0" presId="urn:microsoft.com/office/officeart/2008/layout/VerticalCurv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FFCF763-24A2-BE41-8D49-ED15D2396180}">
      <dsp:nvSpPr>
        <dsp:cNvPr id="0" name=""/>
        <dsp:cNvSpPr/>
      </dsp:nvSpPr>
      <dsp:spPr>
        <a:xfrm>
          <a:off x="-6126981" y="-937410"/>
          <a:ext cx="7293488" cy="7293488"/>
        </a:xfrm>
        <a:prstGeom prst="blockArc">
          <a:avLst>
            <a:gd name="adj1" fmla="val 18900000"/>
            <a:gd name="adj2" fmla="val 2700000"/>
            <a:gd name="adj3" fmla="val 296"/>
          </a:avLst>
        </a:prstGeom>
        <a:noFill/>
        <a:ln w="25400" cap="flat" cmpd="sng" algn="ctr">
          <a:solidFill>
            <a:schemeClr val="accent2">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9C23E729-5C71-4C93-B321-420924592FFD}">
      <dsp:nvSpPr>
        <dsp:cNvPr id="0" name=""/>
        <dsp:cNvSpPr/>
      </dsp:nvSpPr>
      <dsp:spPr>
        <a:xfrm>
          <a:off x="610504" y="416587"/>
          <a:ext cx="7440913" cy="833607"/>
        </a:xfrm>
        <a:prstGeom prst="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61676" tIns="66040" rIns="66040" bIns="66040" numCol="1" spcCol="1270" anchor="ctr" anchorCtr="0">
          <a:noAutofit/>
        </a:bodyPr>
        <a:lstStyle/>
        <a:p>
          <a:pPr marL="0" lvl="0" indent="0" algn="l" defTabSz="1155700">
            <a:lnSpc>
              <a:spcPct val="90000"/>
            </a:lnSpc>
            <a:spcBef>
              <a:spcPct val="0"/>
            </a:spcBef>
            <a:spcAft>
              <a:spcPct val="35000"/>
            </a:spcAft>
            <a:buNone/>
          </a:pPr>
          <a:r>
            <a:rPr lang="en-GB" sz="2600" kern="1200" dirty="0">
              <a:solidFill>
                <a:schemeClr val="bg1">
                  <a:lumMod val="50000"/>
                </a:schemeClr>
              </a:solidFill>
            </a:rPr>
            <a:t>Business Problem (2 min)</a:t>
          </a:r>
        </a:p>
      </dsp:txBody>
      <dsp:txXfrm>
        <a:off x="610504" y="416587"/>
        <a:ext cx="7440913" cy="833607"/>
      </dsp:txXfrm>
    </dsp:sp>
    <dsp:sp modelId="{7FECC07E-9C47-9546-82F8-BD3B560350A2}">
      <dsp:nvSpPr>
        <dsp:cNvPr id="0" name=""/>
        <dsp:cNvSpPr/>
      </dsp:nvSpPr>
      <dsp:spPr>
        <a:xfrm>
          <a:off x="89500" y="312386"/>
          <a:ext cx="1042009" cy="1042009"/>
        </a:xfrm>
        <a:prstGeom prst="ellipse">
          <a:avLst/>
        </a:prstGeom>
        <a:solidFill>
          <a:schemeClr val="tx2"/>
        </a:solidFill>
        <a:ln w="25400"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D7699620-9E8C-4F7E-84D2-C4B8D0A21D51}">
      <dsp:nvSpPr>
        <dsp:cNvPr id="0" name=""/>
        <dsp:cNvSpPr/>
      </dsp:nvSpPr>
      <dsp:spPr>
        <a:xfrm>
          <a:off x="1088431" y="1667215"/>
          <a:ext cx="6962986" cy="833607"/>
        </a:xfrm>
        <a:prstGeom prst="rect">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61676" tIns="66040" rIns="66040" bIns="66040" numCol="1" spcCol="1270" anchor="ctr" anchorCtr="0">
          <a:noAutofit/>
        </a:bodyPr>
        <a:lstStyle/>
        <a:p>
          <a:pPr marL="0" lvl="0" indent="0" algn="l" defTabSz="1155700">
            <a:lnSpc>
              <a:spcPct val="90000"/>
            </a:lnSpc>
            <a:spcBef>
              <a:spcPct val="0"/>
            </a:spcBef>
            <a:spcAft>
              <a:spcPct val="35000"/>
            </a:spcAft>
            <a:buNone/>
          </a:pPr>
          <a:r>
            <a:rPr lang="en-GB" sz="2600" kern="1200" dirty="0">
              <a:solidFill>
                <a:schemeClr val="bg1">
                  <a:lumMod val="50000"/>
                </a:schemeClr>
              </a:solidFill>
            </a:rPr>
            <a:t>Proposed GenAI Solution (7 min)</a:t>
          </a:r>
        </a:p>
      </dsp:txBody>
      <dsp:txXfrm>
        <a:off x="1088431" y="1667215"/>
        <a:ext cx="6962986" cy="833607"/>
      </dsp:txXfrm>
    </dsp:sp>
    <dsp:sp modelId="{A3C7A1C6-E054-904F-92F8-ADA1C3C5F832}">
      <dsp:nvSpPr>
        <dsp:cNvPr id="0" name=""/>
        <dsp:cNvSpPr/>
      </dsp:nvSpPr>
      <dsp:spPr>
        <a:xfrm>
          <a:off x="567426" y="1563014"/>
          <a:ext cx="1042009" cy="1042009"/>
        </a:xfrm>
        <a:prstGeom prst="ellipse">
          <a:avLst/>
        </a:prstGeom>
        <a:solidFill>
          <a:schemeClr val="tx2"/>
        </a:solidFill>
        <a:ln w="25400" cap="flat" cmpd="sng" algn="ctr">
          <a:solidFill>
            <a:schemeClr val="accent3">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C58FA687-3752-41DE-AA24-DBB34FCCE0C8}">
      <dsp:nvSpPr>
        <dsp:cNvPr id="0" name=""/>
        <dsp:cNvSpPr/>
      </dsp:nvSpPr>
      <dsp:spPr>
        <a:xfrm>
          <a:off x="1088431" y="2917843"/>
          <a:ext cx="6962986" cy="833607"/>
        </a:xfrm>
        <a:prstGeom prst="rect">
          <a:avLst/>
        </a:prstGeom>
        <a:solidFill>
          <a:schemeClr val="accent4">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61676" tIns="66040" rIns="66040" bIns="66040" numCol="1" spcCol="1270" anchor="ctr" anchorCtr="0">
          <a:noAutofit/>
        </a:bodyPr>
        <a:lstStyle/>
        <a:p>
          <a:pPr marL="0" lvl="0" indent="0" algn="l" defTabSz="1155700">
            <a:lnSpc>
              <a:spcPct val="90000"/>
            </a:lnSpc>
            <a:spcBef>
              <a:spcPct val="0"/>
            </a:spcBef>
            <a:spcAft>
              <a:spcPct val="35000"/>
            </a:spcAft>
            <a:buNone/>
          </a:pPr>
          <a:r>
            <a:rPr lang="en-HK" sz="2600" b="0" i="0" u="none" kern="1200" dirty="0">
              <a:solidFill>
                <a:schemeClr val="bg1">
                  <a:lumMod val="50000"/>
                </a:schemeClr>
              </a:solidFill>
            </a:rPr>
            <a:t>Results, Evaluation, and Business Impact (4 min)</a:t>
          </a:r>
          <a:endParaRPr lang="en-GB" sz="2600" b="0" kern="1200" dirty="0">
            <a:solidFill>
              <a:schemeClr val="bg1">
                <a:lumMod val="50000"/>
              </a:schemeClr>
            </a:solidFill>
          </a:endParaRPr>
        </a:p>
      </dsp:txBody>
      <dsp:txXfrm>
        <a:off x="1088431" y="2917843"/>
        <a:ext cx="6962986" cy="833607"/>
      </dsp:txXfrm>
    </dsp:sp>
    <dsp:sp modelId="{B2385EC2-F895-5B45-B667-F595D279F018}">
      <dsp:nvSpPr>
        <dsp:cNvPr id="0" name=""/>
        <dsp:cNvSpPr/>
      </dsp:nvSpPr>
      <dsp:spPr>
        <a:xfrm>
          <a:off x="567426" y="2813642"/>
          <a:ext cx="1042009" cy="1042009"/>
        </a:xfrm>
        <a:prstGeom prst="ellipse">
          <a:avLst/>
        </a:prstGeom>
        <a:solidFill>
          <a:schemeClr val="tx2"/>
        </a:solidFill>
        <a:ln w="25400" cap="flat" cmpd="sng" algn="ctr">
          <a:solidFill>
            <a:schemeClr val="accent4">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1476D0EE-527B-4C18-830A-5179CADB88CA}">
      <dsp:nvSpPr>
        <dsp:cNvPr id="0" name=""/>
        <dsp:cNvSpPr/>
      </dsp:nvSpPr>
      <dsp:spPr>
        <a:xfrm>
          <a:off x="610504" y="4168472"/>
          <a:ext cx="7440913" cy="833607"/>
        </a:xfrm>
        <a:prstGeom prst="rect">
          <a:avLst/>
        </a:prstGeom>
        <a:solidFill>
          <a:schemeClr val="accent5">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61676" tIns="66040" rIns="66040" bIns="66040" numCol="1" spcCol="1270" anchor="ctr" anchorCtr="0">
          <a:noAutofit/>
        </a:bodyPr>
        <a:lstStyle/>
        <a:p>
          <a:pPr marL="0" lvl="0" indent="0" algn="l" defTabSz="1155700">
            <a:lnSpc>
              <a:spcPct val="90000"/>
            </a:lnSpc>
            <a:spcBef>
              <a:spcPct val="0"/>
            </a:spcBef>
            <a:spcAft>
              <a:spcPct val="35000"/>
            </a:spcAft>
            <a:buNone/>
          </a:pPr>
          <a:r>
            <a:rPr lang="en-GB" sz="2600" kern="1200" dirty="0">
              <a:solidFill>
                <a:schemeClr val="bg1">
                  <a:lumMod val="50000"/>
                </a:schemeClr>
              </a:solidFill>
            </a:rPr>
            <a:t>Future work(2 min)</a:t>
          </a:r>
        </a:p>
      </dsp:txBody>
      <dsp:txXfrm>
        <a:off x="610504" y="4168472"/>
        <a:ext cx="7440913" cy="833607"/>
      </dsp:txXfrm>
    </dsp:sp>
    <dsp:sp modelId="{6423BC0A-7E91-B648-86EB-F9B5AAB57E93}">
      <dsp:nvSpPr>
        <dsp:cNvPr id="0" name=""/>
        <dsp:cNvSpPr/>
      </dsp:nvSpPr>
      <dsp:spPr>
        <a:xfrm>
          <a:off x="89500" y="4064271"/>
          <a:ext cx="1042009" cy="1042009"/>
        </a:xfrm>
        <a:prstGeom prst="ellipse">
          <a:avLst/>
        </a:prstGeom>
        <a:solidFill>
          <a:schemeClr val="tx2"/>
        </a:solidFill>
        <a:ln w="25400" cap="flat" cmpd="sng" algn="ctr">
          <a:solidFill>
            <a:schemeClr val="accent5">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3962400" cy="344091"/>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5179484" y="1"/>
            <a:ext cx="3962400" cy="344091"/>
          </a:xfrm>
          <a:prstGeom prst="rect">
            <a:avLst/>
          </a:prstGeom>
        </p:spPr>
        <p:txBody>
          <a:bodyPr vert="horz" lIns="91440" tIns="45720" rIns="91440" bIns="45720" rtlCol="0"/>
          <a:lstStyle>
            <a:lvl1pPr algn="r">
              <a:defRPr sz="1200"/>
            </a:lvl1pPr>
          </a:lstStyle>
          <a:p>
            <a:fld id="{E6286F21-B3EB-4B4B-9907-8EB004CD6DDB}" type="datetimeFigureOut">
              <a:rPr lang="en-US" smtClean="0"/>
              <a:t>3/4/2026</a:t>
            </a:fld>
            <a:endParaRPr lang="en-US"/>
          </a:p>
        </p:txBody>
      </p:sp>
      <p:sp>
        <p:nvSpPr>
          <p:cNvPr id="4" name="Slide Image Placeholder 3"/>
          <p:cNvSpPr>
            <a:spLocks noGrp="1" noRot="1" noChangeAspect="1"/>
          </p:cNvSpPr>
          <p:nvPr>
            <p:ph type="sldImg" idx="2"/>
          </p:nvPr>
        </p:nvSpPr>
        <p:spPr>
          <a:xfrm>
            <a:off x="2514600" y="857250"/>
            <a:ext cx="4114800" cy="231457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914400" y="3300412"/>
            <a:ext cx="7315200" cy="2700338"/>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6513910"/>
            <a:ext cx="3962400" cy="34409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5179484" y="6513910"/>
            <a:ext cx="3962400" cy="344090"/>
          </a:xfrm>
          <a:prstGeom prst="rect">
            <a:avLst/>
          </a:prstGeom>
        </p:spPr>
        <p:txBody>
          <a:bodyPr vert="horz" lIns="91440" tIns="45720" rIns="91440" bIns="45720" rtlCol="0" anchor="b"/>
          <a:lstStyle>
            <a:lvl1pPr algn="r">
              <a:defRPr sz="1200"/>
            </a:lvl1pPr>
          </a:lstStyle>
          <a:p>
            <a:fld id="{1C6E20F1-1B64-8744-873D-E836F7F6ADF0}" type="slidenum">
              <a:rPr lang="en-US" smtClean="0"/>
              <a:t>‹#›</a:t>
            </a:fld>
            <a:endParaRPr lang="en-US"/>
          </a:p>
        </p:txBody>
      </p:sp>
    </p:spTree>
    <p:extLst>
      <p:ext uri="{BB962C8B-B14F-4D97-AF65-F5344CB8AC3E}">
        <p14:creationId xmlns:p14="http://schemas.microsoft.com/office/powerpoint/2010/main" val="257657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Agenda" preserve="1">
  <p:cSld name="Agenda">
    <p:spTree>
      <p:nvGrpSpPr>
        <p:cNvPr id="1" name="Shape 985"/>
        <p:cNvGrpSpPr/>
        <p:nvPr/>
      </p:nvGrpSpPr>
      <p:grpSpPr>
        <a:xfrm>
          <a:off x="0" y="0"/>
          <a:ext cx="0" cy="0"/>
          <a:chOff x="0" y="0"/>
          <a:chExt cx="0" cy="0"/>
        </a:xfrm>
      </p:grpSpPr>
      <p:sp>
        <p:nvSpPr>
          <p:cNvPr id="986" name="Google Shape;986;p112"/>
          <p:cNvSpPr txBox="1">
            <a:spLocks noGrp="1"/>
          </p:cNvSpPr>
          <p:nvPr>
            <p:ph type="title"/>
          </p:nvPr>
        </p:nvSpPr>
        <p:spPr>
          <a:xfrm>
            <a:off x="459335" y="352500"/>
            <a:ext cx="10396000" cy="552400"/>
          </a:xfrm>
          <a:prstGeom prst="rect">
            <a:avLst/>
          </a:prstGeom>
          <a:noFill/>
          <a:ln>
            <a:noFill/>
          </a:ln>
        </p:spPr>
        <p:txBody>
          <a:bodyPr spcFirstLastPara="1" wrap="square" lIns="91425" tIns="91425" rIns="91425" bIns="91425" anchor="t" anchorCtr="0">
            <a:noAutofit/>
          </a:bodyPr>
          <a:lstStyle>
            <a:lvl1pPr marR="0" lvl="0" algn="l" rtl="0">
              <a:lnSpc>
                <a:spcPct val="90000"/>
              </a:lnSpc>
              <a:spcBef>
                <a:spcPts val="0"/>
              </a:spcBef>
              <a:spcAft>
                <a:spcPts val="0"/>
              </a:spcAft>
              <a:buClr>
                <a:schemeClr val="dk1"/>
              </a:buClr>
              <a:buSzPts val="1100"/>
              <a:buFont typeface="Arial"/>
              <a:buNone/>
              <a:defRPr sz="3200" b="0" i="0" u="none" strike="noStrike" cap="none">
                <a:solidFill>
                  <a:srgbClr val="3C4043"/>
                </a:solidFill>
                <a:latin typeface="Google Sans"/>
                <a:ea typeface="Google Sans"/>
                <a:cs typeface="Google Sans"/>
                <a:sym typeface="Google Sans"/>
              </a:defRPr>
            </a:lvl1pPr>
            <a:lvl2pPr marR="0" lvl="1" algn="ctr" rtl="0">
              <a:lnSpc>
                <a:spcPct val="100000"/>
              </a:lnSpc>
              <a:spcBef>
                <a:spcPts val="0"/>
              </a:spcBef>
              <a:spcAft>
                <a:spcPts val="0"/>
              </a:spcAft>
              <a:buClr>
                <a:srgbClr val="000000"/>
              </a:buClr>
              <a:buSzPts val="4200"/>
              <a:buFont typeface="Helvetica Neue Light"/>
              <a:buNone/>
              <a:defRPr sz="5600" b="0" i="0" u="none" strike="noStrike" cap="none">
                <a:solidFill>
                  <a:srgbClr val="000000"/>
                </a:solidFill>
                <a:latin typeface="Helvetica Neue Light"/>
                <a:ea typeface="Helvetica Neue Light"/>
                <a:cs typeface="Helvetica Neue Light"/>
                <a:sym typeface="Helvetica Neue Light"/>
              </a:defRPr>
            </a:lvl2pPr>
            <a:lvl3pPr marR="0" lvl="2" algn="ctr" rtl="0">
              <a:lnSpc>
                <a:spcPct val="100000"/>
              </a:lnSpc>
              <a:spcBef>
                <a:spcPts val="0"/>
              </a:spcBef>
              <a:spcAft>
                <a:spcPts val="0"/>
              </a:spcAft>
              <a:buClr>
                <a:srgbClr val="000000"/>
              </a:buClr>
              <a:buSzPts val="4200"/>
              <a:buFont typeface="Helvetica Neue Light"/>
              <a:buNone/>
              <a:defRPr sz="5600" b="0" i="0" u="none" strike="noStrike" cap="none">
                <a:solidFill>
                  <a:srgbClr val="000000"/>
                </a:solidFill>
                <a:latin typeface="Helvetica Neue Light"/>
                <a:ea typeface="Helvetica Neue Light"/>
                <a:cs typeface="Helvetica Neue Light"/>
                <a:sym typeface="Helvetica Neue Light"/>
              </a:defRPr>
            </a:lvl3pPr>
            <a:lvl4pPr marR="0" lvl="3" algn="ctr" rtl="0">
              <a:lnSpc>
                <a:spcPct val="100000"/>
              </a:lnSpc>
              <a:spcBef>
                <a:spcPts val="0"/>
              </a:spcBef>
              <a:spcAft>
                <a:spcPts val="0"/>
              </a:spcAft>
              <a:buClr>
                <a:srgbClr val="000000"/>
              </a:buClr>
              <a:buSzPts val="4200"/>
              <a:buFont typeface="Helvetica Neue Light"/>
              <a:buNone/>
              <a:defRPr sz="5600" b="0" i="0" u="none" strike="noStrike" cap="none">
                <a:solidFill>
                  <a:srgbClr val="000000"/>
                </a:solidFill>
                <a:latin typeface="Helvetica Neue Light"/>
                <a:ea typeface="Helvetica Neue Light"/>
                <a:cs typeface="Helvetica Neue Light"/>
                <a:sym typeface="Helvetica Neue Light"/>
              </a:defRPr>
            </a:lvl4pPr>
            <a:lvl5pPr marR="0" lvl="4" algn="ctr" rtl="0">
              <a:lnSpc>
                <a:spcPct val="100000"/>
              </a:lnSpc>
              <a:spcBef>
                <a:spcPts val="0"/>
              </a:spcBef>
              <a:spcAft>
                <a:spcPts val="0"/>
              </a:spcAft>
              <a:buClr>
                <a:srgbClr val="000000"/>
              </a:buClr>
              <a:buSzPts val="4200"/>
              <a:buFont typeface="Helvetica Neue Light"/>
              <a:buNone/>
              <a:defRPr sz="5600" b="0" i="0" u="none" strike="noStrike" cap="none">
                <a:solidFill>
                  <a:srgbClr val="000000"/>
                </a:solidFill>
                <a:latin typeface="Helvetica Neue Light"/>
                <a:ea typeface="Helvetica Neue Light"/>
                <a:cs typeface="Helvetica Neue Light"/>
                <a:sym typeface="Helvetica Neue Light"/>
              </a:defRPr>
            </a:lvl5pPr>
            <a:lvl6pPr marR="0" lvl="5" algn="ctr" rtl="0">
              <a:lnSpc>
                <a:spcPct val="100000"/>
              </a:lnSpc>
              <a:spcBef>
                <a:spcPts val="0"/>
              </a:spcBef>
              <a:spcAft>
                <a:spcPts val="0"/>
              </a:spcAft>
              <a:buClr>
                <a:srgbClr val="000000"/>
              </a:buClr>
              <a:buSzPts val="4200"/>
              <a:buFont typeface="Helvetica Neue Light"/>
              <a:buNone/>
              <a:defRPr sz="5600" b="0" i="0" u="none" strike="noStrike" cap="none">
                <a:solidFill>
                  <a:srgbClr val="000000"/>
                </a:solidFill>
                <a:latin typeface="Helvetica Neue Light"/>
                <a:ea typeface="Helvetica Neue Light"/>
                <a:cs typeface="Helvetica Neue Light"/>
                <a:sym typeface="Helvetica Neue Light"/>
              </a:defRPr>
            </a:lvl6pPr>
            <a:lvl7pPr marR="0" lvl="6" algn="ctr" rtl="0">
              <a:lnSpc>
                <a:spcPct val="100000"/>
              </a:lnSpc>
              <a:spcBef>
                <a:spcPts val="0"/>
              </a:spcBef>
              <a:spcAft>
                <a:spcPts val="0"/>
              </a:spcAft>
              <a:buClr>
                <a:srgbClr val="000000"/>
              </a:buClr>
              <a:buSzPts val="4200"/>
              <a:buFont typeface="Helvetica Neue Light"/>
              <a:buNone/>
              <a:defRPr sz="5600" b="0" i="0" u="none" strike="noStrike" cap="none">
                <a:solidFill>
                  <a:srgbClr val="000000"/>
                </a:solidFill>
                <a:latin typeface="Helvetica Neue Light"/>
                <a:ea typeface="Helvetica Neue Light"/>
                <a:cs typeface="Helvetica Neue Light"/>
                <a:sym typeface="Helvetica Neue Light"/>
              </a:defRPr>
            </a:lvl7pPr>
            <a:lvl8pPr marR="0" lvl="7" algn="ctr" rtl="0">
              <a:lnSpc>
                <a:spcPct val="100000"/>
              </a:lnSpc>
              <a:spcBef>
                <a:spcPts val="0"/>
              </a:spcBef>
              <a:spcAft>
                <a:spcPts val="0"/>
              </a:spcAft>
              <a:buClr>
                <a:srgbClr val="000000"/>
              </a:buClr>
              <a:buSzPts val="4200"/>
              <a:buFont typeface="Helvetica Neue Light"/>
              <a:buNone/>
              <a:defRPr sz="5600" b="0" i="0" u="none" strike="noStrike" cap="none">
                <a:solidFill>
                  <a:srgbClr val="000000"/>
                </a:solidFill>
                <a:latin typeface="Helvetica Neue Light"/>
                <a:ea typeface="Helvetica Neue Light"/>
                <a:cs typeface="Helvetica Neue Light"/>
                <a:sym typeface="Helvetica Neue Light"/>
              </a:defRPr>
            </a:lvl8pPr>
            <a:lvl9pPr marR="0" lvl="8" algn="ctr" rtl="0">
              <a:lnSpc>
                <a:spcPct val="100000"/>
              </a:lnSpc>
              <a:spcBef>
                <a:spcPts val="0"/>
              </a:spcBef>
              <a:spcAft>
                <a:spcPts val="0"/>
              </a:spcAft>
              <a:buClr>
                <a:srgbClr val="000000"/>
              </a:buClr>
              <a:buSzPts val="4200"/>
              <a:buFont typeface="Helvetica Neue Light"/>
              <a:buNone/>
              <a:defRPr sz="5600" b="0" i="0" u="none" strike="noStrike" cap="none">
                <a:solidFill>
                  <a:srgbClr val="000000"/>
                </a:solidFill>
                <a:latin typeface="Helvetica Neue Light"/>
                <a:ea typeface="Helvetica Neue Light"/>
                <a:cs typeface="Helvetica Neue Light"/>
                <a:sym typeface="Helvetica Neue Light"/>
              </a:defRPr>
            </a:lvl9pPr>
          </a:lstStyle>
          <a:p>
            <a:endParaRPr/>
          </a:p>
        </p:txBody>
      </p:sp>
      <p:cxnSp>
        <p:nvCxnSpPr>
          <p:cNvPr id="987" name="Google Shape;987;p112"/>
          <p:cNvCxnSpPr/>
          <p:nvPr/>
        </p:nvCxnSpPr>
        <p:spPr>
          <a:xfrm rot="10800000">
            <a:off x="745672" y="1903144"/>
            <a:ext cx="0" cy="2493200"/>
          </a:xfrm>
          <a:prstGeom prst="straightConnector1">
            <a:avLst/>
          </a:prstGeom>
          <a:noFill/>
          <a:ln w="25400" cap="flat" cmpd="sng">
            <a:solidFill>
              <a:srgbClr val="FFFFFF"/>
            </a:solidFill>
            <a:prstDash val="solid"/>
            <a:miter lim="400000"/>
            <a:headEnd type="none" w="sm" len="sm"/>
            <a:tailEnd type="none" w="sm" len="sm"/>
          </a:ln>
        </p:spPr>
      </p:cxnSp>
      <p:grpSp>
        <p:nvGrpSpPr>
          <p:cNvPr id="988" name="Google Shape;988;p112"/>
          <p:cNvGrpSpPr/>
          <p:nvPr/>
        </p:nvGrpSpPr>
        <p:grpSpPr>
          <a:xfrm>
            <a:off x="11292163" y="6405041"/>
            <a:ext cx="560655" cy="182680"/>
            <a:chOff x="0" y="0"/>
            <a:chExt cx="2077525" cy="676925"/>
          </a:xfrm>
        </p:grpSpPr>
        <p:sp>
          <p:nvSpPr>
            <p:cNvPr id="989" name="Google Shape;989;p112"/>
            <p:cNvSpPr/>
            <p:nvPr/>
          </p:nvSpPr>
          <p:spPr>
            <a:xfrm>
              <a:off x="0" y="0"/>
              <a:ext cx="511375" cy="524800"/>
            </a:xfrm>
            <a:custGeom>
              <a:avLst/>
              <a:gdLst/>
              <a:ahLst/>
              <a:cxnLst/>
              <a:rect l="l" t="t" r="r" b="b"/>
              <a:pathLst>
                <a:path w="20455" h="20992" extrusionOk="0">
                  <a:moveTo>
                    <a:pt x="10700" y="12450"/>
                  </a:moveTo>
                  <a:lnTo>
                    <a:pt x="10700" y="9583"/>
                  </a:lnTo>
                  <a:lnTo>
                    <a:pt x="20300" y="9583"/>
                  </a:lnTo>
                  <a:cubicBezTo>
                    <a:pt x="20398" y="10088"/>
                    <a:pt x="20455" y="10690"/>
                    <a:pt x="20455" y="11341"/>
                  </a:cubicBezTo>
                  <a:cubicBezTo>
                    <a:pt x="20455" y="13491"/>
                    <a:pt x="19866" y="16154"/>
                    <a:pt x="17972" y="18048"/>
                  </a:cubicBezTo>
                  <a:cubicBezTo>
                    <a:pt x="16129" y="19968"/>
                    <a:pt x="13773" y="20992"/>
                    <a:pt x="10650" y="20992"/>
                  </a:cubicBezTo>
                  <a:cubicBezTo>
                    <a:pt x="4864" y="20993"/>
                    <a:pt x="0" y="16282"/>
                    <a:pt x="0" y="10496"/>
                  </a:cubicBezTo>
                  <a:cubicBezTo>
                    <a:pt x="0" y="4710"/>
                    <a:pt x="4864" y="0"/>
                    <a:pt x="10650" y="0"/>
                  </a:cubicBezTo>
                  <a:cubicBezTo>
                    <a:pt x="13850" y="0"/>
                    <a:pt x="16129" y="1254"/>
                    <a:pt x="17844" y="2893"/>
                  </a:cubicBezTo>
                  <a:lnTo>
                    <a:pt x="15822" y="4915"/>
                  </a:lnTo>
                  <a:cubicBezTo>
                    <a:pt x="14593" y="3763"/>
                    <a:pt x="12929" y="2867"/>
                    <a:pt x="10651" y="2867"/>
                  </a:cubicBezTo>
                  <a:cubicBezTo>
                    <a:pt x="6427" y="2867"/>
                    <a:pt x="3124" y="6272"/>
                    <a:pt x="3124" y="10496"/>
                  </a:cubicBezTo>
                  <a:cubicBezTo>
                    <a:pt x="3124" y="14720"/>
                    <a:pt x="6427" y="18125"/>
                    <a:pt x="10651" y="18125"/>
                  </a:cubicBezTo>
                  <a:cubicBezTo>
                    <a:pt x="13390" y="18125"/>
                    <a:pt x="14952" y="17024"/>
                    <a:pt x="15950" y="16026"/>
                  </a:cubicBezTo>
                  <a:cubicBezTo>
                    <a:pt x="16764" y="15213"/>
                    <a:pt x="17299" y="14046"/>
                    <a:pt x="17507" y="12450"/>
                  </a:cubicBezTo>
                  <a:lnTo>
                    <a:pt x="10700" y="12450"/>
                  </a:lnTo>
                  <a:close/>
                </a:path>
              </a:pathLst>
            </a:custGeom>
            <a:solidFill>
              <a:srgbClr val="AEB3B7"/>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595959"/>
                </a:solidFill>
                <a:latin typeface="Arial"/>
                <a:ea typeface="Arial"/>
                <a:cs typeface="Arial"/>
                <a:sym typeface="Arial"/>
              </a:endParaRPr>
            </a:p>
          </p:txBody>
        </p:sp>
        <p:sp>
          <p:nvSpPr>
            <p:cNvPr id="990" name="Google Shape;990;p112"/>
            <p:cNvSpPr/>
            <p:nvPr/>
          </p:nvSpPr>
          <p:spPr>
            <a:xfrm>
              <a:off x="540400" y="187300"/>
              <a:ext cx="339200" cy="337950"/>
            </a:xfrm>
            <a:custGeom>
              <a:avLst/>
              <a:gdLst/>
              <a:ahLst/>
              <a:cxnLst/>
              <a:rect l="l" t="t" r="r" b="b"/>
              <a:pathLst>
                <a:path w="13568" h="13518" extrusionOk="0">
                  <a:moveTo>
                    <a:pt x="13568" y="6759"/>
                  </a:moveTo>
                  <a:cubicBezTo>
                    <a:pt x="13568" y="10650"/>
                    <a:pt x="10522" y="13518"/>
                    <a:pt x="6784" y="13518"/>
                  </a:cubicBezTo>
                  <a:cubicBezTo>
                    <a:pt x="3046" y="13518"/>
                    <a:pt x="0" y="10651"/>
                    <a:pt x="0" y="6759"/>
                  </a:cubicBezTo>
                  <a:cubicBezTo>
                    <a:pt x="0" y="2842"/>
                    <a:pt x="3046" y="0"/>
                    <a:pt x="6784" y="0"/>
                  </a:cubicBezTo>
                  <a:cubicBezTo>
                    <a:pt x="10522" y="0"/>
                    <a:pt x="13568" y="2842"/>
                    <a:pt x="13568" y="6759"/>
                  </a:cubicBezTo>
                  <a:close/>
                  <a:moveTo>
                    <a:pt x="10599" y="6759"/>
                  </a:moveTo>
                  <a:cubicBezTo>
                    <a:pt x="10599" y="4327"/>
                    <a:pt x="8833" y="2663"/>
                    <a:pt x="6785" y="2663"/>
                  </a:cubicBezTo>
                  <a:cubicBezTo>
                    <a:pt x="4737" y="2663"/>
                    <a:pt x="2970" y="4327"/>
                    <a:pt x="2970" y="6759"/>
                  </a:cubicBezTo>
                  <a:cubicBezTo>
                    <a:pt x="2970" y="9165"/>
                    <a:pt x="4736" y="10855"/>
                    <a:pt x="6785" y="10855"/>
                  </a:cubicBezTo>
                  <a:cubicBezTo>
                    <a:pt x="8832" y="10855"/>
                    <a:pt x="10599" y="9165"/>
                    <a:pt x="10599" y="6759"/>
                  </a:cubicBezTo>
                  <a:close/>
                </a:path>
              </a:pathLst>
            </a:custGeom>
            <a:solidFill>
              <a:srgbClr val="AEB3B7"/>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595959"/>
                </a:solidFill>
                <a:latin typeface="Arial"/>
                <a:ea typeface="Arial"/>
                <a:cs typeface="Arial"/>
                <a:sym typeface="Arial"/>
              </a:endParaRPr>
            </a:p>
          </p:txBody>
        </p:sp>
        <p:sp>
          <p:nvSpPr>
            <p:cNvPr id="991" name="Google Shape;991;p112"/>
            <p:cNvSpPr/>
            <p:nvPr/>
          </p:nvSpPr>
          <p:spPr>
            <a:xfrm>
              <a:off x="910400" y="187300"/>
              <a:ext cx="339200" cy="337950"/>
            </a:xfrm>
            <a:custGeom>
              <a:avLst/>
              <a:gdLst/>
              <a:ahLst/>
              <a:cxnLst/>
              <a:rect l="l" t="t" r="r" b="b"/>
              <a:pathLst>
                <a:path w="13568" h="13518" extrusionOk="0">
                  <a:moveTo>
                    <a:pt x="13568" y="6759"/>
                  </a:moveTo>
                  <a:cubicBezTo>
                    <a:pt x="13568" y="10650"/>
                    <a:pt x="10522" y="13518"/>
                    <a:pt x="6784" y="13518"/>
                  </a:cubicBezTo>
                  <a:cubicBezTo>
                    <a:pt x="3046" y="13518"/>
                    <a:pt x="0" y="10651"/>
                    <a:pt x="0" y="6759"/>
                  </a:cubicBezTo>
                  <a:cubicBezTo>
                    <a:pt x="0" y="2842"/>
                    <a:pt x="3046" y="0"/>
                    <a:pt x="6784" y="0"/>
                  </a:cubicBezTo>
                  <a:cubicBezTo>
                    <a:pt x="10522" y="0"/>
                    <a:pt x="13568" y="2842"/>
                    <a:pt x="13568" y="6759"/>
                  </a:cubicBezTo>
                  <a:close/>
                  <a:moveTo>
                    <a:pt x="10599" y="6759"/>
                  </a:moveTo>
                  <a:cubicBezTo>
                    <a:pt x="10599" y="4327"/>
                    <a:pt x="8833" y="2663"/>
                    <a:pt x="6785" y="2663"/>
                  </a:cubicBezTo>
                  <a:cubicBezTo>
                    <a:pt x="4737" y="2663"/>
                    <a:pt x="2970" y="4327"/>
                    <a:pt x="2970" y="6759"/>
                  </a:cubicBezTo>
                  <a:cubicBezTo>
                    <a:pt x="2970" y="9165"/>
                    <a:pt x="4736" y="10855"/>
                    <a:pt x="6785" y="10855"/>
                  </a:cubicBezTo>
                  <a:cubicBezTo>
                    <a:pt x="8832" y="10855"/>
                    <a:pt x="10599" y="9165"/>
                    <a:pt x="10599" y="6759"/>
                  </a:cubicBezTo>
                  <a:close/>
                </a:path>
              </a:pathLst>
            </a:custGeom>
            <a:solidFill>
              <a:srgbClr val="AEB3B7"/>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595959"/>
                </a:solidFill>
                <a:latin typeface="Arial"/>
                <a:ea typeface="Arial"/>
                <a:cs typeface="Arial"/>
                <a:sym typeface="Arial"/>
              </a:endParaRPr>
            </a:p>
          </p:txBody>
        </p:sp>
        <p:sp>
          <p:nvSpPr>
            <p:cNvPr id="992" name="Google Shape;992;p112"/>
            <p:cNvSpPr/>
            <p:nvPr/>
          </p:nvSpPr>
          <p:spPr>
            <a:xfrm>
              <a:off x="1280400" y="187325"/>
              <a:ext cx="323850" cy="489600"/>
            </a:xfrm>
            <a:custGeom>
              <a:avLst/>
              <a:gdLst/>
              <a:ahLst/>
              <a:cxnLst/>
              <a:rect l="l" t="t" r="r" b="b"/>
              <a:pathLst>
                <a:path w="12954" h="19584" extrusionOk="0">
                  <a:moveTo>
                    <a:pt x="12954" y="409"/>
                  </a:moveTo>
                  <a:lnTo>
                    <a:pt x="12954" y="12544"/>
                  </a:lnTo>
                  <a:cubicBezTo>
                    <a:pt x="12954" y="17536"/>
                    <a:pt x="10010" y="19584"/>
                    <a:pt x="6528" y="19584"/>
                  </a:cubicBezTo>
                  <a:cubicBezTo>
                    <a:pt x="3251" y="19584"/>
                    <a:pt x="1280" y="17382"/>
                    <a:pt x="537" y="15590"/>
                  </a:cubicBezTo>
                  <a:lnTo>
                    <a:pt x="3123" y="14515"/>
                  </a:lnTo>
                  <a:cubicBezTo>
                    <a:pt x="3584" y="15616"/>
                    <a:pt x="4710" y="16922"/>
                    <a:pt x="6528" y="16922"/>
                  </a:cubicBezTo>
                  <a:cubicBezTo>
                    <a:pt x="8755" y="16922"/>
                    <a:pt x="10138" y="15539"/>
                    <a:pt x="10138" y="12954"/>
                  </a:cubicBezTo>
                  <a:lnTo>
                    <a:pt x="10138" y="11981"/>
                  </a:lnTo>
                  <a:lnTo>
                    <a:pt x="10036" y="11981"/>
                  </a:lnTo>
                  <a:cubicBezTo>
                    <a:pt x="9370" y="12800"/>
                    <a:pt x="8090" y="13517"/>
                    <a:pt x="6477" y="13517"/>
                  </a:cubicBezTo>
                  <a:cubicBezTo>
                    <a:pt x="3098" y="13517"/>
                    <a:pt x="0" y="10573"/>
                    <a:pt x="0" y="6784"/>
                  </a:cubicBezTo>
                  <a:cubicBezTo>
                    <a:pt x="0" y="2969"/>
                    <a:pt x="3098" y="0"/>
                    <a:pt x="6477" y="0"/>
                  </a:cubicBezTo>
                  <a:cubicBezTo>
                    <a:pt x="8090" y="0"/>
                    <a:pt x="9370" y="717"/>
                    <a:pt x="10036" y="1511"/>
                  </a:cubicBezTo>
                  <a:lnTo>
                    <a:pt x="10138" y="1511"/>
                  </a:lnTo>
                  <a:lnTo>
                    <a:pt x="10138" y="409"/>
                  </a:lnTo>
                  <a:lnTo>
                    <a:pt x="12954" y="409"/>
                  </a:lnTo>
                  <a:close/>
                  <a:moveTo>
                    <a:pt x="10343" y="6784"/>
                  </a:moveTo>
                  <a:cubicBezTo>
                    <a:pt x="10343" y="4403"/>
                    <a:pt x="8756" y="2662"/>
                    <a:pt x="6733" y="2662"/>
                  </a:cubicBezTo>
                  <a:cubicBezTo>
                    <a:pt x="4685" y="2662"/>
                    <a:pt x="2970" y="4403"/>
                    <a:pt x="2970" y="6784"/>
                  </a:cubicBezTo>
                  <a:cubicBezTo>
                    <a:pt x="2970" y="9139"/>
                    <a:pt x="4685" y="10855"/>
                    <a:pt x="6733" y="10855"/>
                  </a:cubicBezTo>
                  <a:cubicBezTo>
                    <a:pt x="8755" y="10854"/>
                    <a:pt x="10343" y="9139"/>
                    <a:pt x="10343" y="6784"/>
                  </a:cubicBezTo>
                  <a:close/>
                </a:path>
              </a:pathLst>
            </a:custGeom>
            <a:solidFill>
              <a:srgbClr val="AEB3B7"/>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595959"/>
                </a:solidFill>
                <a:latin typeface="Arial"/>
                <a:ea typeface="Arial"/>
                <a:cs typeface="Arial"/>
                <a:sym typeface="Arial"/>
              </a:endParaRPr>
            </a:p>
          </p:txBody>
        </p:sp>
        <p:sp>
          <p:nvSpPr>
            <p:cNvPr id="993" name="Google Shape;993;p112"/>
            <p:cNvSpPr/>
            <p:nvPr/>
          </p:nvSpPr>
          <p:spPr>
            <a:xfrm>
              <a:off x="1655750" y="20000"/>
              <a:ext cx="74250" cy="495000"/>
            </a:xfrm>
            <a:custGeom>
              <a:avLst/>
              <a:gdLst/>
              <a:ahLst/>
              <a:cxnLst/>
              <a:rect l="l" t="t" r="r" b="b"/>
              <a:pathLst>
                <a:path w="2970" h="19800" extrusionOk="0">
                  <a:moveTo>
                    <a:pt x="2970" y="0"/>
                  </a:moveTo>
                  <a:lnTo>
                    <a:pt x="2970" y="19800"/>
                  </a:lnTo>
                  <a:lnTo>
                    <a:pt x="0" y="19800"/>
                  </a:lnTo>
                  <a:lnTo>
                    <a:pt x="0" y="0"/>
                  </a:lnTo>
                  <a:lnTo>
                    <a:pt x="2970" y="0"/>
                  </a:lnTo>
                  <a:close/>
                </a:path>
              </a:pathLst>
            </a:custGeom>
            <a:solidFill>
              <a:srgbClr val="AEB3B7"/>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595959"/>
                </a:solidFill>
                <a:latin typeface="Arial"/>
                <a:ea typeface="Arial"/>
                <a:cs typeface="Arial"/>
                <a:sym typeface="Arial"/>
              </a:endParaRPr>
            </a:p>
          </p:txBody>
        </p:sp>
        <p:sp>
          <p:nvSpPr>
            <p:cNvPr id="994" name="Google Shape;994;p112"/>
            <p:cNvSpPr/>
            <p:nvPr/>
          </p:nvSpPr>
          <p:spPr>
            <a:xfrm>
              <a:off x="1765825" y="187275"/>
              <a:ext cx="311700" cy="337950"/>
            </a:xfrm>
            <a:custGeom>
              <a:avLst/>
              <a:gdLst/>
              <a:ahLst/>
              <a:cxnLst/>
              <a:rect l="l" t="t" r="r" b="b"/>
              <a:pathLst>
                <a:path w="12468" h="13518" extrusionOk="0">
                  <a:moveTo>
                    <a:pt x="10035" y="8987"/>
                  </a:moveTo>
                  <a:lnTo>
                    <a:pt x="12339" y="10523"/>
                  </a:lnTo>
                  <a:cubicBezTo>
                    <a:pt x="11596" y="11624"/>
                    <a:pt x="9804" y="13518"/>
                    <a:pt x="6707" y="13518"/>
                  </a:cubicBezTo>
                  <a:cubicBezTo>
                    <a:pt x="2867" y="13518"/>
                    <a:pt x="0" y="10548"/>
                    <a:pt x="0" y="6759"/>
                  </a:cubicBezTo>
                  <a:cubicBezTo>
                    <a:pt x="0" y="2739"/>
                    <a:pt x="2893" y="0"/>
                    <a:pt x="6375" y="0"/>
                  </a:cubicBezTo>
                  <a:cubicBezTo>
                    <a:pt x="9882" y="0"/>
                    <a:pt x="11598" y="2791"/>
                    <a:pt x="12161" y="4301"/>
                  </a:cubicBezTo>
                  <a:lnTo>
                    <a:pt x="12468" y="5069"/>
                  </a:lnTo>
                  <a:lnTo>
                    <a:pt x="3431" y="8807"/>
                  </a:lnTo>
                  <a:cubicBezTo>
                    <a:pt x="4122" y="10164"/>
                    <a:pt x="5198" y="10855"/>
                    <a:pt x="6708" y="10855"/>
                  </a:cubicBezTo>
                  <a:cubicBezTo>
                    <a:pt x="8217" y="10856"/>
                    <a:pt x="9267" y="10114"/>
                    <a:pt x="10035" y="8987"/>
                  </a:cubicBezTo>
                  <a:close/>
                  <a:moveTo>
                    <a:pt x="2943" y="6555"/>
                  </a:moveTo>
                  <a:lnTo>
                    <a:pt x="8985" y="4046"/>
                  </a:lnTo>
                  <a:cubicBezTo>
                    <a:pt x="8652" y="3201"/>
                    <a:pt x="7654" y="2612"/>
                    <a:pt x="6476" y="2612"/>
                  </a:cubicBezTo>
                  <a:cubicBezTo>
                    <a:pt x="4966" y="2613"/>
                    <a:pt x="2867" y="3944"/>
                    <a:pt x="2943" y="6555"/>
                  </a:cubicBezTo>
                  <a:close/>
                </a:path>
              </a:pathLst>
            </a:custGeom>
            <a:solidFill>
              <a:srgbClr val="AEB3B7"/>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595959"/>
                </a:solidFill>
                <a:latin typeface="Arial"/>
                <a:ea typeface="Arial"/>
                <a:cs typeface="Arial"/>
                <a:sym typeface="Arial"/>
              </a:endParaRPr>
            </a:p>
          </p:txBody>
        </p:sp>
      </p:grpSp>
      <p:sp>
        <p:nvSpPr>
          <p:cNvPr id="995" name="Google Shape;995;p112"/>
          <p:cNvSpPr/>
          <p:nvPr/>
        </p:nvSpPr>
        <p:spPr>
          <a:xfrm>
            <a:off x="-29957" y="313820"/>
            <a:ext cx="77200" cy="6230400"/>
          </a:xfrm>
          <a:prstGeom prst="rect">
            <a:avLst/>
          </a:prstGeom>
          <a:solidFill>
            <a:srgbClr val="4285F4"/>
          </a:solidFill>
          <a:ln>
            <a:noFill/>
          </a:ln>
        </p:spPr>
        <p:txBody>
          <a:bodyPr spcFirstLastPara="1" wrap="square" lIns="25400" tIns="25400" rIns="25400" bIns="25400" anchor="ctr" anchorCtr="0">
            <a:noAutofit/>
          </a:bodyPr>
          <a:lstStyle/>
          <a:p>
            <a:pPr marL="0" marR="0" lvl="0" indent="0" algn="ctr" rtl="0">
              <a:lnSpc>
                <a:spcPct val="100000"/>
              </a:lnSpc>
              <a:spcBef>
                <a:spcPts val="0"/>
              </a:spcBef>
              <a:spcAft>
                <a:spcPts val="0"/>
              </a:spcAft>
              <a:buClr>
                <a:srgbClr val="519BF7"/>
              </a:buClr>
              <a:buSzPts val="1200"/>
              <a:buFont typeface="Helvetica Neue Light"/>
              <a:buNone/>
            </a:pPr>
            <a:endParaRPr sz="1600" b="0" i="0" u="none" strike="noStrike" cap="none">
              <a:solidFill>
                <a:srgbClr val="1D8E3E"/>
              </a:solidFill>
              <a:latin typeface="Helvetica Neue Light"/>
              <a:ea typeface="Helvetica Neue Light"/>
              <a:cs typeface="Helvetica Neue Light"/>
              <a:sym typeface="Helvetica Neue Light"/>
            </a:endParaRPr>
          </a:p>
        </p:txBody>
      </p:sp>
    </p:spTree>
    <p:extLst>
      <p:ext uri="{BB962C8B-B14F-4D97-AF65-F5344CB8AC3E}">
        <p14:creationId xmlns:p14="http://schemas.microsoft.com/office/powerpoint/2010/main" val="36093070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Divider - Core Blue" preserve="1">
  <p:cSld name="Divider - Core Blue">
    <p:spTree>
      <p:nvGrpSpPr>
        <p:cNvPr id="1" name="Shape 996"/>
        <p:cNvGrpSpPr/>
        <p:nvPr/>
      </p:nvGrpSpPr>
      <p:grpSpPr>
        <a:xfrm>
          <a:off x="0" y="0"/>
          <a:ext cx="0" cy="0"/>
          <a:chOff x="0" y="0"/>
          <a:chExt cx="0" cy="0"/>
        </a:xfrm>
      </p:grpSpPr>
      <p:sp>
        <p:nvSpPr>
          <p:cNvPr id="997" name="Google Shape;997;p113"/>
          <p:cNvSpPr/>
          <p:nvPr/>
        </p:nvSpPr>
        <p:spPr>
          <a:xfrm>
            <a:off x="67" y="0"/>
            <a:ext cx="12192000" cy="6032000"/>
          </a:xfrm>
          <a:prstGeom prst="rect">
            <a:avLst/>
          </a:prstGeom>
          <a:solidFill>
            <a:schemeClr val="accent1"/>
          </a:solidFill>
          <a:ln>
            <a:noFill/>
          </a:ln>
        </p:spPr>
        <p:txBody>
          <a:bodyPr spcFirstLastPara="1" wrap="square" lIns="25400" tIns="25400" rIns="25400" bIns="25400" anchor="ctr" anchorCtr="0">
            <a:noAutofit/>
          </a:bodyPr>
          <a:lstStyle/>
          <a:p>
            <a:pPr marL="0" marR="0" lvl="0" indent="0" algn="ctr" rtl="0">
              <a:lnSpc>
                <a:spcPct val="100000"/>
              </a:lnSpc>
              <a:spcBef>
                <a:spcPts val="0"/>
              </a:spcBef>
              <a:spcAft>
                <a:spcPts val="0"/>
              </a:spcAft>
              <a:buClr>
                <a:srgbClr val="FFFFFF"/>
              </a:buClr>
              <a:buSzPts val="1200"/>
              <a:buFont typeface="Helvetica Neue Light"/>
              <a:buNone/>
            </a:pPr>
            <a:endParaRPr sz="1600" b="0" i="0" u="none" strike="noStrike" cap="none">
              <a:solidFill>
                <a:srgbClr val="FFFFFF"/>
              </a:solidFill>
              <a:latin typeface="Helvetica Neue Light"/>
              <a:ea typeface="Helvetica Neue Light"/>
              <a:cs typeface="Helvetica Neue Light"/>
              <a:sym typeface="Helvetica Neue Light"/>
            </a:endParaRPr>
          </a:p>
        </p:txBody>
      </p:sp>
      <p:cxnSp>
        <p:nvCxnSpPr>
          <p:cNvPr id="998" name="Google Shape;998;p113"/>
          <p:cNvCxnSpPr/>
          <p:nvPr/>
        </p:nvCxnSpPr>
        <p:spPr>
          <a:xfrm rot="10800000">
            <a:off x="568405" y="1968211"/>
            <a:ext cx="0" cy="2493200"/>
          </a:xfrm>
          <a:prstGeom prst="straightConnector1">
            <a:avLst/>
          </a:prstGeom>
          <a:noFill/>
          <a:ln w="25400" cap="flat" cmpd="sng">
            <a:solidFill>
              <a:srgbClr val="FFFFFF"/>
            </a:solidFill>
            <a:prstDash val="solid"/>
            <a:miter lim="400000"/>
            <a:headEnd type="none" w="sm" len="sm"/>
            <a:tailEnd type="none" w="sm" len="sm"/>
          </a:ln>
        </p:spPr>
      </p:cxnSp>
      <p:sp>
        <p:nvSpPr>
          <p:cNvPr id="999" name="Google Shape;999;p113"/>
          <p:cNvSpPr txBox="1">
            <a:spLocks noGrp="1"/>
          </p:cNvSpPr>
          <p:nvPr>
            <p:ph type="title"/>
          </p:nvPr>
        </p:nvSpPr>
        <p:spPr>
          <a:xfrm>
            <a:off x="1282917" y="2731717"/>
            <a:ext cx="10502800" cy="1143200"/>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FFFFFF"/>
              </a:buClr>
              <a:buSzPts val="2400"/>
              <a:buFont typeface="Google Sans"/>
              <a:buNone/>
              <a:defRPr sz="4800" b="0" i="0" u="none" strike="noStrike" cap="none">
                <a:solidFill>
                  <a:srgbClr val="FFFFFF"/>
                </a:solidFill>
                <a:latin typeface="Google Sans"/>
                <a:ea typeface="Google Sans"/>
                <a:cs typeface="Google Sans"/>
                <a:sym typeface="Google Sans"/>
              </a:defRPr>
            </a:lvl1pPr>
            <a:lvl2pPr marR="0" lvl="1" algn="ctr" rtl="0">
              <a:lnSpc>
                <a:spcPct val="100000"/>
              </a:lnSpc>
              <a:spcBef>
                <a:spcPts val="0"/>
              </a:spcBef>
              <a:spcAft>
                <a:spcPts val="0"/>
              </a:spcAft>
              <a:buClr>
                <a:srgbClr val="000000"/>
              </a:buClr>
              <a:buSzPts val="4200"/>
              <a:buFont typeface="Helvetica Neue Light"/>
              <a:buNone/>
              <a:defRPr sz="4800" b="0" i="0" u="none" strike="noStrike" cap="none">
                <a:solidFill>
                  <a:schemeClr val="lt1"/>
                </a:solidFill>
                <a:latin typeface="Helvetica Neue Light"/>
                <a:ea typeface="Helvetica Neue Light"/>
                <a:cs typeface="Helvetica Neue Light"/>
                <a:sym typeface="Helvetica Neue Light"/>
              </a:defRPr>
            </a:lvl2pPr>
            <a:lvl3pPr marR="0" lvl="2" algn="ctr" rtl="0">
              <a:lnSpc>
                <a:spcPct val="100000"/>
              </a:lnSpc>
              <a:spcBef>
                <a:spcPts val="0"/>
              </a:spcBef>
              <a:spcAft>
                <a:spcPts val="0"/>
              </a:spcAft>
              <a:buClr>
                <a:srgbClr val="000000"/>
              </a:buClr>
              <a:buSzPts val="4200"/>
              <a:buFont typeface="Helvetica Neue Light"/>
              <a:buNone/>
              <a:defRPr sz="4800" b="0" i="0" u="none" strike="noStrike" cap="none">
                <a:solidFill>
                  <a:schemeClr val="lt1"/>
                </a:solidFill>
                <a:latin typeface="Helvetica Neue Light"/>
                <a:ea typeface="Helvetica Neue Light"/>
                <a:cs typeface="Helvetica Neue Light"/>
                <a:sym typeface="Helvetica Neue Light"/>
              </a:defRPr>
            </a:lvl3pPr>
            <a:lvl4pPr marR="0" lvl="3" algn="ctr" rtl="0">
              <a:lnSpc>
                <a:spcPct val="100000"/>
              </a:lnSpc>
              <a:spcBef>
                <a:spcPts val="0"/>
              </a:spcBef>
              <a:spcAft>
                <a:spcPts val="0"/>
              </a:spcAft>
              <a:buClr>
                <a:srgbClr val="000000"/>
              </a:buClr>
              <a:buSzPts val="4200"/>
              <a:buFont typeface="Helvetica Neue Light"/>
              <a:buNone/>
              <a:defRPr sz="4800" b="0" i="0" u="none" strike="noStrike" cap="none">
                <a:solidFill>
                  <a:schemeClr val="lt1"/>
                </a:solidFill>
                <a:latin typeface="Helvetica Neue Light"/>
                <a:ea typeface="Helvetica Neue Light"/>
                <a:cs typeface="Helvetica Neue Light"/>
                <a:sym typeface="Helvetica Neue Light"/>
              </a:defRPr>
            </a:lvl4pPr>
            <a:lvl5pPr marR="0" lvl="4" algn="ctr" rtl="0">
              <a:lnSpc>
                <a:spcPct val="100000"/>
              </a:lnSpc>
              <a:spcBef>
                <a:spcPts val="0"/>
              </a:spcBef>
              <a:spcAft>
                <a:spcPts val="0"/>
              </a:spcAft>
              <a:buClr>
                <a:srgbClr val="000000"/>
              </a:buClr>
              <a:buSzPts val="4200"/>
              <a:buFont typeface="Helvetica Neue Light"/>
              <a:buNone/>
              <a:defRPr sz="4800" b="0" i="0" u="none" strike="noStrike" cap="none">
                <a:solidFill>
                  <a:schemeClr val="lt1"/>
                </a:solidFill>
                <a:latin typeface="Helvetica Neue Light"/>
                <a:ea typeface="Helvetica Neue Light"/>
                <a:cs typeface="Helvetica Neue Light"/>
                <a:sym typeface="Helvetica Neue Light"/>
              </a:defRPr>
            </a:lvl5pPr>
            <a:lvl6pPr marR="0" lvl="5" algn="ctr" rtl="0">
              <a:lnSpc>
                <a:spcPct val="100000"/>
              </a:lnSpc>
              <a:spcBef>
                <a:spcPts val="0"/>
              </a:spcBef>
              <a:spcAft>
                <a:spcPts val="0"/>
              </a:spcAft>
              <a:buClr>
                <a:srgbClr val="000000"/>
              </a:buClr>
              <a:buSzPts val="4200"/>
              <a:buFont typeface="Helvetica Neue Light"/>
              <a:buNone/>
              <a:defRPr sz="4800" b="0" i="0" u="none" strike="noStrike" cap="none">
                <a:solidFill>
                  <a:schemeClr val="lt1"/>
                </a:solidFill>
                <a:latin typeface="Helvetica Neue Light"/>
                <a:ea typeface="Helvetica Neue Light"/>
                <a:cs typeface="Helvetica Neue Light"/>
                <a:sym typeface="Helvetica Neue Light"/>
              </a:defRPr>
            </a:lvl6pPr>
            <a:lvl7pPr marR="0" lvl="6" algn="ctr" rtl="0">
              <a:lnSpc>
                <a:spcPct val="100000"/>
              </a:lnSpc>
              <a:spcBef>
                <a:spcPts val="0"/>
              </a:spcBef>
              <a:spcAft>
                <a:spcPts val="0"/>
              </a:spcAft>
              <a:buClr>
                <a:srgbClr val="000000"/>
              </a:buClr>
              <a:buSzPts val="4200"/>
              <a:buFont typeface="Helvetica Neue Light"/>
              <a:buNone/>
              <a:defRPr sz="4800" b="0" i="0" u="none" strike="noStrike" cap="none">
                <a:solidFill>
                  <a:schemeClr val="lt1"/>
                </a:solidFill>
                <a:latin typeface="Helvetica Neue Light"/>
                <a:ea typeface="Helvetica Neue Light"/>
                <a:cs typeface="Helvetica Neue Light"/>
                <a:sym typeface="Helvetica Neue Light"/>
              </a:defRPr>
            </a:lvl7pPr>
            <a:lvl8pPr marR="0" lvl="7" algn="ctr" rtl="0">
              <a:lnSpc>
                <a:spcPct val="100000"/>
              </a:lnSpc>
              <a:spcBef>
                <a:spcPts val="0"/>
              </a:spcBef>
              <a:spcAft>
                <a:spcPts val="0"/>
              </a:spcAft>
              <a:buClr>
                <a:srgbClr val="000000"/>
              </a:buClr>
              <a:buSzPts val="4200"/>
              <a:buFont typeface="Helvetica Neue Light"/>
              <a:buNone/>
              <a:defRPr sz="4800" b="0" i="0" u="none" strike="noStrike" cap="none">
                <a:solidFill>
                  <a:schemeClr val="lt1"/>
                </a:solidFill>
                <a:latin typeface="Helvetica Neue Light"/>
                <a:ea typeface="Helvetica Neue Light"/>
                <a:cs typeface="Helvetica Neue Light"/>
                <a:sym typeface="Helvetica Neue Light"/>
              </a:defRPr>
            </a:lvl8pPr>
            <a:lvl9pPr marR="0" lvl="8" algn="ctr" rtl="0">
              <a:lnSpc>
                <a:spcPct val="100000"/>
              </a:lnSpc>
              <a:spcBef>
                <a:spcPts val="0"/>
              </a:spcBef>
              <a:spcAft>
                <a:spcPts val="0"/>
              </a:spcAft>
              <a:buClr>
                <a:srgbClr val="000000"/>
              </a:buClr>
              <a:buSzPts val="4200"/>
              <a:buFont typeface="Helvetica Neue Light"/>
              <a:buNone/>
              <a:defRPr sz="4800" b="0" i="0" u="none" strike="noStrike" cap="none">
                <a:solidFill>
                  <a:schemeClr val="lt1"/>
                </a:solidFill>
                <a:latin typeface="Helvetica Neue Light"/>
                <a:ea typeface="Helvetica Neue Light"/>
                <a:cs typeface="Helvetica Neue Light"/>
                <a:sym typeface="Helvetica Neue Light"/>
              </a:defRPr>
            </a:lvl9pPr>
          </a:lstStyle>
          <a:p>
            <a:endParaRPr/>
          </a:p>
        </p:txBody>
      </p:sp>
      <p:pic>
        <p:nvPicPr>
          <p:cNvPr id="1001" name="Google Shape;1001;p113"/>
          <p:cNvPicPr preferRelativeResize="0"/>
          <p:nvPr/>
        </p:nvPicPr>
        <p:blipFill>
          <a:blip r:embed="rId2">
            <a:alphaModFix/>
          </a:blip>
          <a:stretch>
            <a:fillRect/>
          </a:stretch>
        </p:blipFill>
        <p:spPr>
          <a:xfrm>
            <a:off x="11287604" y="6399346"/>
            <a:ext cx="585216" cy="190831"/>
          </a:xfrm>
          <a:prstGeom prst="rect">
            <a:avLst/>
          </a:prstGeom>
          <a:noFill/>
          <a:ln>
            <a:noFill/>
          </a:ln>
        </p:spPr>
      </p:pic>
      <p:pic>
        <p:nvPicPr>
          <p:cNvPr id="2" name="Picture 1">
            <a:extLst>
              <a:ext uri="{FF2B5EF4-FFF2-40B4-BE49-F238E27FC236}">
                <a16:creationId xmlns:a16="http://schemas.microsoft.com/office/drawing/2014/main" id="{65B98DA1-62AF-3DC6-55B8-A6C9C43C94E9}"/>
              </a:ext>
            </a:extLst>
          </p:cNvPr>
          <p:cNvPicPr>
            <a:picLocks noChangeAspect="1"/>
          </p:cNvPicPr>
          <p:nvPr userDrawn="1"/>
        </p:nvPicPr>
        <p:blipFill>
          <a:blip r:embed="rId3"/>
          <a:stretch>
            <a:fillRect/>
          </a:stretch>
        </p:blipFill>
        <p:spPr>
          <a:xfrm>
            <a:off x="9547051" y="114516"/>
            <a:ext cx="2497667" cy="635000"/>
          </a:xfrm>
          <a:prstGeom prst="rect">
            <a:avLst/>
          </a:prstGeom>
        </p:spPr>
      </p:pic>
    </p:spTree>
    <p:extLst>
      <p:ext uri="{BB962C8B-B14F-4D97-AF65-F5344CB8AC3E}">
        <p14:creationId xmlns:p14="http://schemas.microsoft.com/office/powerpoint/2010/main" val="8737144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Google Cover Slide" preserve="1">
  <p:cSld name="Google Cover Slide">
    <p:bg>
      <p:bgPr>
        <a:solidFill>
          <a:srgbClr val="FFFFFF"/>
        </a:solidFill>
        <a:effectLst/>
      </p:bgPr>
    </p:bg>
    <p:spTree>
      <p:nvGrpSpPr>
        <p:cNvPr id="1" name="Shape 1002"/>
        <p:cNvGrpSpPr/>
        <p:nvPr/>
      </p:nvGrpSpPr>
      <p:grpSpPr>
        <a:xfrm>
          <a:off x="0" y="0"/>
          <a:ext cx="0" cy="0"/>
          <a:chOff x="0" y="0"/>
          <a:chExt cx="0" cy="0"/>
        </a:xfrm>
      </p:grpSpPr>
      <p:pic>
        <p:nvPicPr>
          <p:cNvPr id="1003" name="Google Shape;1003;p114"/>
          <p:cNvPicPr preferRelativeResize="0"/>
          <p:nvPr/>
        </p:nvPicPr>
        <p:blipFill rotWithShape="1">
          <a:blip r:embed="rId2">
            <a:alphaModFix/>
          </a:blip>
          <a:srcRect r="-4481"/>
          <a:stretch/>
        </p:blipFill>
        <p:spPr>
          <a:xfrm>
            <a:off x="696767" y="426067"/>
            <a:ext cx="1030501" cy="319200"/>
          </a:xfrm>
          <a:prstGeom prst="rect">
            <a:avLst/>
          </a:prstGeom>
          <a:noFill/>
          <a:ln>
            <a:noFill/>
          </a:ln>
        </p:spPr>
      </p:pic>
    </p:spTree>
    <p:extLst>
      <p:ext uri="{BB962C8B-B14F-4D97-AF65-F5344CB8AC3E}">
        <p14:creationId xmlns:p14="http://schemas.microsoft.com/office/powerpoint/2010/main" val="23419634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Body Slide - Blue" preserve="1">
  <p:cSld name="Body Slide - Blue">
    <p:spTree>
      <p:nvGrpSpPr>
        <p:cNvPr id="1" name="Shape 1004"/>
        <p:cNvGrpSpPr/>
        <p:nvPr/>
      </p:nvGrpSpPr>
      <p:grpSpPr>
        <a:xfrm>
          <a:off x="0" y="0"/>
          <a:ext cx="0" cy="0"/>
          <a:chOff x="0" y="0"/>
          <a:chExt cx="0" cy="0"/>
        </a:xfrm>
      </p:grpSpPr>
      <p:sp>
        <p:nvSpPr>
          <p:cNvPr id="1005" name="Google Shape;1005;p115"/>
          <p:cNvSpPr/>
          <p:nvPr/>
        </p:nvSpPr>
        <p:spPr>
          <a:xfrm>
            <a:off x="568400" y="657300"/>
            <a:ext cx="10396000" cy="552400"/>
          </a:xfrm>
          <a:prstGeom prst="rect">
            <a:avLst/>
          </a:prstGeom>
          <a:noFill/>
          <a:ln>
            <a:noFill/>
          </a:ln>
        </p:spPr>
        <p:txBody>
          <a:bodyPr spcFirstLastPara="1" wrap="square" lIns="25400" tIns="25400" rIns="25400" bIns="25400" anchor="t" anchorCtr="0">
            <a:noAutofit/>
          </a:bodyPr>
          <a:lstStyle/>
          <a:p>
            <a:pPr marL="0" marR="0" lvl="0" indent="0" algn="l" rtl="0">
              <a:lnSpc>
                <a:spcPct val="90000"/>
              </a:lnSpc>
              <a:spcBef>
                <a:spcPts val="0"/>
              </a:spcBef>
              <a:spcAft>
                <a:spcPts val="0"/>
              </a:spcAft>
              <a:buClr>
                <a:schemeClr val="dk1"/>
              </a:buClr>
              <a:buSzPts val="1100"/>
              <a:buFont typeface="Arial"/>
              <a:buNone/>
            </a:pPr>
            <a:endParaRPr sz="3200" b="0" i="0" u="none" strike="noStrike" cap="none">
              <a:solidFill>
                <a:srgbClr val="3C4043"/>
              </a:solidFill>
              <a:latin typeface="Google Sans"/>
              <a:ea typeface="Google Sans"/>
              <a:cs typeface="Google Sans"/>
              <a:sym typeface="Google Sans"/>
            </a:endParaRPr>
          </a:p>
        </p:txBody>
      </p:sp>
      <p:sp>
        <p:nvSpPr>
          <p:cNvPr id="1006" name="Google Shape;1006;p115"/>
          <p:cNvSpPr txBox="1"/>
          <p:nvPr/>
        </p:nvSpPr>
        <p:spPr>
          <a:xfrm>
            <a:off x="10579600" y="291700"/>
            <a:ext cx="1612400" cy="404800"/>
          </a:xfrm>
          <a:prstGeom prst="rect">
            <a:avLst/>
          </a:prstGeom>
          <a:noFill/>
          <a:ln>
            <a:noFill/>
          </a:ln>
        </p:spPr>
        <p:txBody>
          <a:bodyPr spcFirstLastPara="1" wrap="square" lIns="121900" tIns="121900" rIns="121900" bIns="121900" anchor="t" anchorCtr="0">
            <a:noAutofit/>
          </a:bodyPr>
          <a:lstStyle/>
          <a:p>
            <a:pPr marL="0" marR="0" lvl="0" indent="0" algn="l" rtl="0">
              <a:lnSpc>
                <a:spcPct val="100000"/>
              </a:lnSpc>
              <a:spcBef>
                <a:spcPts val="0"/>
              </a:spcBef>
              <a:spcAft>
                <a:spcPts val="0"/>
              </a:spcAft>
              <a:buClr>
                <a:srgbClr val="000000"/>
              </a:buClr>
              <a:buSzPts val="600"/>
              <a:buFont typeface="Arial"/>
              <a:buNone/>
            </a:pPr>
            <a:r>
              <a:rPr lang="en" sz="800" b="0" i="0" u="none" strike="noStrike" cap="none">
                <a:solidFill>
                  <a:srgbClr val="D9D9D9"/>
                </a:solidFill>
                <a:latin typeface="Roboto"/>
                <a:ea typeface="Roboto"/>
                <a:cs typeface="Roboto"/>
                <a:sym typeface="Roboto"/>
              </a:rPr>
              <a:t>Proprietary + Confidential</a:t>
            </a:r>
            <a:endParaRPr sz="800" b="0" i="0" u="none" strike="noStrike" cap="none">
              <a:solidFill>
                <a:srgbClr val="D9D9D9"/>
              </a:solidFill>
              <a:latin typeface="Roboto"/>
              <a:ea typeface="Roboto"/>
              <a:cs typeface="Roboto"/>
              <a:sym typeface="Roboto"/>
            </a:endParaRPr>
          </a:p>
        </p:txBody>
      </p:sp>
      <p:sp>
        <p:nvSpPr>
          <p:cNvPr id="1007" name="Google Shape;1007;p115"/>
          <p:cNvSpPr/>
          <p:nvPr/>
        </p:nvSpPr>
        <p:spPr>
          <a:xfrm>
            <a:off x="-29957" y="313820"/>
            <a:ext cx="77200" cy="6230400"/>
          </a:xfrm>
          <a:prstGeom prst="rect">
            <a:avLst/>
          </a:prstGeom>
          <a:solidFill>
            <a:srgbClr val="4285F4"/>
          </a:solidFill>
          <a:ln>
            <a:noFill/>
          </a:ln>
        </p:spPr>
        <p:txBody>
          <a:bodyPr spcFirstLastPara="1" wrap="square" lIns="25400" tIns="25400" rIns="25400" bIns="25400" anchor="ctr" anchorCtr="0">
            <a:noAutofit/>
          </a:bodyPr>
          <a:lstStyle/>
          <a:p>
            <a:pPr marL="0" marR="0" lvl="0" indent="0" algn="ctr" rtl="0">
              <a:lnSpc>
                <a:spcPct val="100000"/>
              </a:lnSpc>
              <a:spcBef>
                <a:spcPts val="0"/>
              </a:spcBef>
              <a:spcAft>
                <a:spcPts val="0"/>
              </a:spcAft>
              <a:buClr>
                <a:srgbClr val="519BF7"/>
              </a:buClr>
              <a:buSzPts val="1200"/>
              <a:buFont typeface="Helvetica Neue Light"/>
              <a:buNone/>
            </a:pPr>
            <a:endParaRPr sz="1600" b="0" i="0" u="none" strike="noStrike" cap="none">
              <a:solidFill>
                <a:srgbClr val="1D8E3E"/>
              </a:solidFill>
              <a:latin typeface="Helvetica Neue Light"/>
              <a:ea typeface="Helvetica Neue Light"/>
              <a:cs typeface="Helvetica Neue Light"/>
              <a:sym typeface="Helvetica Neue Light"/>
            </a:endParaRPr>
          </a:p>
        </p:txBody>
      </p:sp>
      <p:grpSp>
        <p:nvGrpSpPr>
          <p:cNvPr id="1008" name="Google Shape;1008;p115"/>
          <p:cNvGrpSpPr/>
          <p:nvPr/>
        </p:nvGrpSpPr>
        <p:grpSpPr>
          <a:xfrm>
            <a:off x="11292163" y="6405041"/>
            <a:ext cx="560655" cy="182680"/>
            <a:chOff x="0" y="0"/>
            <a:chExt cx="2077525" cy="676925"/>
          </a:xfrm>
        </p:grpSpPr>
        <p:sp>
          <p:nvSpPr>
            <p:cNvPr id="1009" name="Google Shape;1009;p115"/>
            <p:cNvSpPr/>
            <p:nvPr/>
          </p:nvSpPr>
          <p:spPr>
            <a:xfrm>
              <a:off x="0" y="0"/>
              <a:ext cx="511375" cy="524800"/>
            </a:xfrm>
            <a:custGeom>
              <a:avLst/>
              <a:gdLst/>
              <a:ahLst/>
              <a:cxnLst/>
              <a:rect l="l" t="t" r="r" b="b"/>
              <a:pathLst>
                <a:path w="20455" h="20992" extrusionOk="0">
                  <a:moveTo>
                    <a:pt x="10700" y="12450"/>
                  </a:moveTo>
                  <a:lnTo>
                    <a:pt x="10700" y="9583"/>
                  </a:lnTo>
                  <a:lnTo>
                    <a:pt x="20300" y="9583"/>
                  </a:lnTo>
                  <a:cubicBezTo>
                    <a:pt x="20398" y="10088"/>
                    <a:pt x="20455" y="10690"/>
                    <a:pt x="20455" y="11341"/>
                  </a:cubicBezTo>
                  <a:cubicBezTo>
                    <a:pt x="20455" y="13491"/>
                    <a:pt x="19866" y="16154"/>
                    <a:pt x="17972" y="18048"/>
                  </a:cubicBezTo>
                  <a:cubicBezTo>
                    <a:pt x="16129" y="19968"/>
                    <a:pt x="13773" y="20992"/>
                    <a:pt x="10650" y="20992"/>
                  </a:cubicBezTo>
                  <a:cubicBezTo>
                    <a:pt x="4864" y="20993"/>
                    <a:pt x="0" y="16282"/>
                    <a:pt x="0" y="10496"/>
                  </a:cubicBezTo>
                  <a:cubicBezTo>
                    <a:pt x="0" y="4710"/>
                    <a:pt x="4864" y="0"/>
                    <a:pt x="10650" y="0"/>
                  </a:cubicBezTo>
                  <a:cubicBezTo>
                    <a:pt x="13850" y="0"/>
                    <a:pt x="16129" y="1254"/>
                    <a:pt x="17844" y="2893"/>
                  </a:cubicBezTo>
                  <a:lnTo>
                    <a:pt x="15822" y="4915"/>
                  </a:lnTo>
                  <a:cubicBezTo>
                    <a:pt x="14593" y="3763"/>
                    <a:pt x="12929" y="2867"/>
                    <a:pt x="10651" y="2867"/>
                  </a:cubicBezTo>
                  <a:cubicBezTo>
                    <a:pt x="6427" y="2867"/>
                    <a:pt x="3124" y="6272"/>
                    <a:pt x="3124" y="10496"/>
                  </a:cubicBezTo>
                  <a:cubicBezTo>
                    <a:pt x="3124" y="14720"/>
                    <a:pt x="6427" y="18125"/>
                    <a:pt x="10651" y="18125"/>
                  </a:cubicBezTo>
                  <a:cubicBezTo>
                    <a:pt x="13390" y="18125"/>
                    <a:pt x="14952" y="17024"/>
                    <a:pt x="15950" y="16026"/>
                  </a:cubicBezTo>
                  <a:cubicBezTo>
                    <a:pt x="16764" y="15213"/>
                    <a:pt x="17299" y="14046"/>
                    <a:pt x="17507" y="12450"/>
                  </a:cubicBezTo>
                  <a:lnTo>
                    <a:pt x="10700" y="12450"/>
                  </a:lnTo>
                  <a:close/>
                </a:path>
              </a:pathLst>
            </a:custGeom>
            <a:solidFill>
              <a:srgbClr val="AEB3B7"/>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595959"/>
                </a:solidFill>
                <a:latin typeface="Arial"/>
                <a:ea typeface="Arial"/>
                <a:cs typeface="Arial"/>
                <a:sym typeface="Arial"/>
              </a:endParaRPr>
            </a:p>
          </p:txBody>
        </p:sp>
        <p:sp>
          <p:nvSpPr>
            <p:cNvPr id="1010" name="Google Shape;1010;p115"/>
            <p:cNvSpPr/>
            <p:nvPr/>
          </p:nvSpPr>
          <p:spPr>
            <a:xfrm>
              <a:off x="540400" y="187300"/>
              <a:ext cx="339200" cy="337950"/>
            </a:xfrm>
            <a:custGeom>
              <a:avLst/>
              <a:gdLst/>
              <a:ahLst/>
              <a:cxnLst/>
              <a:rect l="l" t="t" r="r" b="b"/>
              <a:pathLst>
                <a:path w="13568" h="13518" extrusionOk="0">
                  <a:moveTo>
                    <a:pt x="13568" y="6759"/>
                  </a:moveTo>
                  <a:cubicBezTo>
                    <a:pt x="13568" y="10650"/>
                    <a:pt x="10522" y="13518"/>
                    <a:pt x="6784" y="13518"/>
                  </a:cubicBezTo>
                  <a:cubicBezTo>
                    <a:pt x="3046" y="13518"/>
                    <a:pt x="0" y="10651"/>
                    <a:pt x="0" y="6759"/>
                  </a:cubicBezTo>
                  <a:cubicBezTo>
                    <a:pt x="0" y="2842"/>
                    <a:pt x="3046" y="0"/>
                    <a:pt x="6784" y="0"/>
                  </a:cubicBezTo>
                  <a:cubicBezTo>
                    <a:pt x="10522" y="0"/>
                    <a:pt x="13568" y="2842"/>
                    <a:pt x="13568" y="6759"/>
                  </a:cubicBezTo>
                  <a:close/>
                  <a:moveTo>
                    <a:pt x="10599" y="6759"/>
                  </a:moveTo>
                  <a:cubicBezTo>
                    <a:pt x="10599" y="4327"/>
                    <a:pt x="8833" y="2663"/>
                    <a:pt x="6785" y="2663"/>
                  </a:cubicBezTo>
                  <a:cubicBezTo>
                    <a:pt x="4737" y="2663"/>
                    <a:pt x="2970" y="4327"/>
                    <a:pt x="2970" y="6759"/>
                  </a:cubicBezTo>
                  <a:cubicBezTo>
                    <a:pt x="2970" y="9165"/>
                    <a:pt x="4736" y="10855"/>
                    <a:pt x="6785" y="10855"/>
                  </a:cubicBezTo>
                  <a:cubicBezTo>
                    <a:pt x="8832" y="10855"/>
                    <a:pt x="10599" y="9165"/>
                    <a:pt x="10599" y="6759"/>
                  </a:cubicBezTo>
                  <a:close/>
                </a:path>
              </a:pathLst>
            </a:custGeom>
            <a:solidFill>
              <a:srgbClr val="AEB3B7"/>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595959"/>
                </a:solidFill>
                <a:latin typeface="Arial"/>
                <a:ea typeface="Arial"/>
                <a:cs typeface="Arial"/>
                <a:sym typeface="Arial"/>
              </a:endParaRPr>
            </a:p>
          </p:txBody>
        </p:sp>
        <p:sp>
          <p:nvSpPr>
            <p:cNvPr id="1011" name="Google Shape;1011;p115"/>
            <p:cNvSpPr/>
            <p:nvPr/>
          </p:nvSpPr>
          <p:spPr>
            <a:xfrm>
              <a:off x="910400" y="187300"/>
              <a:ext cx="339200" cy="337950"/>
            </a:xfrm>
            <a:custGeom>
              <a:avLst/>
              <a:gdLst/>
              <a:ahLst/>
              <a:cxnLst/>
              <a:rect l="l" t="t" r="r" b="b"/>
              <a:pathLst>
                <a:path w="13568" h="13518" extrusionOk="0">
                  <a:moveTo>
                    <a:pt x="13568" y="6759"/>
                  </a:moveTo>
                  <a:cubicBezTo>
                    <a:pt x="13568" y="10650"/>
                    <a:pt x="10522" y="13518"/>
                    <a:pt x="6784" y="13518"/>
                  </a:cubicBezTo>
                  <a:cubicBezTo>
                    <a:pt x="3046" y="13518"/>
                    <a:pt x="0" y="10651"/>
                    <a:pt x="0" y="6759"/>
                  </a:cubicBezTo>
                  <a:cubicBezTo>
                    <a:pt x="0" y="2842"/>
                    <a:pt x="3046" y="0"/>
                    <a:pt x="6784" y="0"/>
                  </a:cubicBezTo>
                  <a:cubicBezTo>
                    <a:pt x="10522" y="0"/>
                    <a:pt x="13568" y="2842"/>
                    <a:pt x="13568" y="6759"/>
                  </a:cubicBezTo>
                  <a:close/>
                  <a:moveTo>
                    <a:pt x="10599" y="6759"/>
                  </a:moveTo>
                  <a:cubicBezTo>
                    <a:pt x="10599" y="4327"/>
                    <a:pt x="8833" y="2663"/>
                    <a:pt x="6785" y="2663"/>
                  </a:cubicBezTo>
                  <a:cubicBezTo>
                    <a:pt x="4737" y="2663"/>
                    <a:pt x="2970" y="4327"/>
                    <a:pt x="2970" y="6759"/>
                  </a:cubicBezTo>
                  <a:cubicBezTo>
                    <a:pt x="2970" y="9165"/>
                    <a:pt x="4736" y="10855"/>
                    <a:pt x="6785" y="10855"/>
                  </a:cubicBezTo>
                  <a:cubicBezTo>
                    <a:pt x="8832" y="10855"/>
                    <a:pt x="10599" y="9165"/>
                    <a:pt x="10599" y="6759"/>
                  </a:cubicBezTo>
                  <a:close/>
                </a:path>
              </a:pathLst>
            </a:custGeom>
            <a:solidFill>
              <a:srgbClr val="AEB3B7"/>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595959"/>
                </a:solidFill>
                <a:latin typeface="Arial"/>
                <a:ea typeface="Arial"/>
                <a:cs typeface="Arial"/>
                <a:sym typeface="Arial"/>
              </a:endParaRPr>
            </a:p>
          </p:txBody>
        </p:sp>
        <p:sp>
          <p:nvSpPr>
            <p:cNvPr id="1012" name="Google Shape;1012;p115"/>
            <p:cNvSpPr/>
            <p:nvPr/>
          </p:nvSpPr>
          <p:spPr>
            <a:xfrm>
              <a:off x="1280400" y="187325"/>
              <a:ext cx="323850" cy="489600"/>
            </a:xfrm>
            <a:custGeom>
              <a:avLst/>
              <a:gdLst/>
              <a:ahLst/>
              <a:cxnLst/>
              <a:rect l="l" t="t" r="r" b="b"/>
              <a:pathLst>
                <a:path w="12954" h="19584" extrusionOk="0">
                  <a:moveTo>
                    <a:pt x="12954" y="409"/>
                  </a:moveTo>
                  <a:lnTo>
                    <a:pt x="12954" y="12544"/>
                  </a:lnTo>
                  <a:cubicBezTo>
                    <a:pt x="12954" y="17536"/>
                    <a:pt x="10010" y="19584"/>
                    <a:pt x="6528" y="19584"/>
                  </a:cubicBezTo>
                  <a:cubicBezTo>
                    <a:pt x="3251" y="19584"/>
                    <a:pt x="1280" y="17382"/>
                    <a:pt x="537" y="15590"/>
                  </a:cubicBezTo>
                  <a:lnTo>
                    <a:pt x="3123" y="14515"/>
                  </a:lnTo>
                  <a:cubicBezTo>
                    <a:pt x="3584" y="15616"/>
                    <a:pt x="4710" y="16922"/>
                    <a:pt x="6528" y="16922"/>
                  </a:cubicBezTo>
                  <a:cubicBezTo>
                    <a:pt x="8755" y="16922"/>
                    <a:pt x="10138" y="15539"/>
                    <a:pt x="10138" y="12954"/>
                  </a:cubicBezTo>
                  <a:lnTo>
                    <a:pt x="10138" y="11981"/>
                  </a:lnTo>
                  <a:lnTo>
                    <a:pt x="10036" y="11981"/>
                  </a:lnTo>
                  <a:cubicBezTo>
                    <a:pt x="9370" y="12800"/>
                    <a:pt x="8090" y="13517"/>
                    <a:pt x="6477" y="13517"/>
                  </a:cubicBezTo>
                  <a:cubicBezTo>
                    <a:pt x="3098" y="13517"/>
                    <a:pt x="0" y="10573"/>
                    <a:pt x="0" y="6784"/>
                  </a:cubicBezTo>
                  <a:cubicBezTo>
                    <a:pt x="0" y="2969"/>
                    <a:pt x="3098" y="0"/>
                    <a:pt x="6477" y="0"/>
                  </a:cubicBezTo>
                  <a:cubicBezTo>
                    <a:pt x="8090" y="0"/>
                    <a:pt x="9370" y="717"/>
                    <a:pt x="10036" y="1511"/>
                  </a:cubicBezTo>
                  <a:lnTo>
                    <a:pt x="10138" y="1511"/>
                  </a:lnTo>
                  <a:lnTo>
                    <a:pt x="10138" y="409"/>
                  </a:lnTo>
                  <a:lnTo>
                    <a:pt x="12954" y="409"/>
                  </a:lnTo>
                  <a:close/>
                  <a:moveTo>
                    <a:pt x="10343" y="6784"/>
                  </a:moveTo>
                  <a:cubicBezTo>
                    <a:pt x="10343" y="4403"/>
                    <a:pt x="8756" y="2662"/>
                    <a:pt x="6733" y="2662"/>
                  </a:cubicBezTo>
                  <a:cubicBezTo>
                    <a:pt x="4685" y="2662"/>
                    <a:pt x="2970" y="4403"/>
                    <a:pt x="2970" y="6784"/>
                  </a:cubicBezTo>
                  <a:cubicBezTo>
                    <a:pt x="2970" y="9139"/>
                    <a:pt x="4685" y="10855"/>
                    <a:pt x="6733" y="10855"/>
                  </a:cubicBezTo>
                  <a:cubicBezTo>
                    <a:pt x="8755" y="10854"/>
                    <a:pt x="10343" y="9139"/>
                    <a:pt x="10343" y="6784"/>
                  </a:cubicBezTo>
                  <a:close/>
                </a:path>
              </a:pathLst>
            </a:custGeom>
            <a:solidFill>
              <a:srgbClr val="AEB3B7"/>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595959"/>
                </a:solidFill>
                <a:latin typeface="Arial"/>
                <a:ea typeface="Arial"/>
                <a:cs typeface="Arial"/>
                <a:sym typeface="Arial"/>
              </a:endParaRPr>
            </a:p>
          </p:txBody>
        </p:sp>
        <p:sp>
          <p:nvSpPr>
            <p:cNvPr id="1013" name="Google Shape;1013;p115"/>
            <p:cNvSpPr/>
            <p:nvPr/>
          </p:nvSpPr>
          <p:spPr>
            <a:xfrm>
              <a:off x="1655750" y="20000"/>
              <a:ext cx="74250" cy="495000"/>
            </a:xfrm>
            <a:custGeom>
              <a:avLst/>
              <a:gdLst/>
              <a:ahLst/>
              <a:cxnLst/>
              <a:rect l="l" t="t" r="r" b="b"/>
              <a:pathLst>
                <a:path w="2970" h="19800" extrusionOk="0">
                  <a:moveTo>
                    <a:pt x="2970" y="0"/>
                  </a:moveTo>
                  <a:lnTo>
                    <a:pt x="2970" y="19800"/>
                  </a:lnTo>
                  <a:lnTo>
                    <a:pt x="0" y="19800"/>
                  </a:lnTo>
                  <a:lnTo>
                    <a:pt x="0" y="0"/>
                  </a:lnTo>
                  <a:lnTo>
                    <a:pt x="2970" y="0"/>
                  </a:lnTo>
                  <a:close/>
                </a:path>
              </a:pathLst>
            </a:custGeom>
            <a:solidFill>
              <a:srgbClr val="AEB3B7"/>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595959"/>
                </a:solidFill>
                <a:latin typeface="Arial"/>
                <a:ea typeface="Arial"/>
                <a:cs typeface="Arial"/>
                <a:sym typeface="Arial"/>
              </a:endParaRPr>
            </a:p>
          </p:txBody>
        </p:sp>
        <p:sp>
          <p:nvSpPr>
            <p:cNvPr id="1014" name="Google Shape;1014;p115"/>
            <p:cNvSpPr/>
            <p:nvPr/>
          </p:nvSpPr>
          <p:spPr>
            <a:xfrm>
              <a:off x="1765825" y="187275"/>
              <a:ext cx="311700" cy="337950"/>
            </a:xfrm>
            <a:custGeom>
              <a:avLst/>
              <a:gdLst/>
              <a:ahLst/>
              <a:cxnLst/>
              <a:rect l="l" t="t" r="r" b="b"/>
              <a:pathLst>
                <a:path w="12468" h="13518" extrusionOk="0">
                  <a:moveTo>
                    <a:pt x="10035" y="8987"/>
                  </a:moveTo>
                  <a:lnTo>
                    <a:pt x="12339" y="10523"/>
                  </a:lnTo>
                  <a:cubicBezTo>
                    <a:pt x="11596" y="11624"/>
                    <a:pt x="9804" y="13518"/>
                    <a:pt x="6707" y="13518"/>
                  </a:cubicBezTo>
                  <a:cubicBezTo>
                    <a:pt x="2867" y="13518"/>
                    <a:pt x="0" y="10548"/>
                    <a:pt x="0" y="6759"/>
                  </a:cubicBezTo>
                  <a:cubicBezTo>
                    <a:pt x="0" y="2739"/>
                    <a:pt x="2893" y="0"/>
                    <a:pt x="6375" y="0"/>
                  </a:cubicBezTo>
                  <a:cubicBezTo>
                    <a:pt x="9882" y="0"/>
                    <a:pt x="11598" y="2791"/>
                    <a:pt x="12161" y="4301"/>
                  </a:cubicBezTo>
                  <a:lnTo>
                    <a:pt x="12468" y="5069"/>
                  </a:lnTo>
                  <a:lnTo>
                    <a:pt x="3431" y="8807"/>
                  </a:lnTo>
                  <a:cubicBezTo>
                    <a:pt x="4122" y="10164"/>
                    <a:pt x="5198" y="10855"/>
                    <a:pt x="6708" y="10855"/>
                  </a:cubicBezTo>
                  <a:cubicBezTo>
                    <a:pt x="8217" y="10856"/>
                    <a:pt x="9267" y="10114"/>
                    <a:pt x="10035" y="8987"/>
                  </a:cubicBezTo>
                  <a:close/>
                  <a:moveTo>
                    <a:pt x="2943" y="6555"/>
                  </a:moveTo>
                  <a:lnTo>
                    <a:pt x="8985" y="4046"/>
                  </a:lnTo>
                  <a:cubicBezTo>
                    <a:pt x="8652" y="3201"/>
                    <a:pt x="7654" y="2612"/>
                    <a:pt x="6476" y="2612"/>
                  </a:cubicBezTo>
                  <a:cubicBezTo>
                    <a:pt x="4966" y="2613"/>
                    <a:pt x="2867" y="3944"/>
                    <a:pt x="2943" y="6555"/>
                  </a:cubicBezTo>
                  <a:close/>
                </a:path>
              </a:pathLst>
            </a:custGeom>
            <a:solidFill>
              <a:srgbClr val="AEB3B7"/>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595959"/>
                </a:solidFill>
                <a:latin typeface="Arial"/>
                <a:ea typeface="Arial"/>
                <a:cs typeface="Arial"/>
                <a:sym typeface="Arial"/>
              </a:endParaRPr>
            </a:p>
          </p:txBody>
        </p:sp>
      </p:grpSp>
    </p:spTree>
    <p:extLst>
      <p:ext uri="{BB962C8B-B14F-4D97-AF65-F5344CB8AC3E}">
        <p14:creationId xmlns:p14="http://schemas.microsoft.com/office/powerpoint/2010/main" val="10312183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Body Slide - Basic Text - Blue" preserve="1">
  <p:cSld name="Body Slide - Basic Text - Blue">
    <p:spTree>
      <p:nvGrpSpPr>
        <p:cNvPr id="1" name="Shape 1015"/>
        <p:cNvGrpSpPr/>
        <p:nvPr/>
      </p:nvGrpSpPr>
      <p:grpSpPr>
        <a:xfrm>
          <a:off x="0" y="0"/>
          <a:ext cx="0" cy="0"/>
          <a:chOff x="0" y="0"/>
          <a:chExt cx="0" cy="0"/>
        </a:xfrm>
      </p:grpSpPr>
      <p:sp>
        <p:nvSpPr>
          <p:cNvPr id="1016" name="Google Shape;1016;p116"/>
          <p:cNvSpPr txBox="1">
            <a:spLocks noGrp="1"/>
          </p:cNvSpPr>
          <p:nvPr>
            <p:ph type="body" idx="1"/>
          </p:nvPr>
        </p:nvSpPr>
        <p:spPr>
          <a:xfrm>
            <a:off x="459333" y="2610267"/>
            <a:ext cx="5261600" cy="2142400"/>
          </a:xfrm>
          <a:prstGeom prst="rect">
            <a:avLst/>
          </a:prstGeom>
          <a:noFill/>
          <a:ln>
            <a:noFill/>
          </a:ln>
        </p:spPr>
        <p:txBody>
          <a:bodyPr spcFirstLastPara="1" wrap="square" lIns="91425" tIns="91425" rIns="91425" bIns="91425" anchor="t" anchorCtr="0">
            <a:noAutofit/>
          </a:bodyPr>
          <a:lstStyle>
            <a:lvl1pPr marL="609585" marR="0" lvl="0" indent="-380990" algn="l" rtl="0">
              <a:lnSpc>
                <a:spcPct val="130000"/>
              </a:lnSpc>
              <a:spcBef>
                <a:spcPts val="0"/>
              </a:spcBef>
              <a:spcAft>
                <a:spcPts val="0"/>
              </a:spcAft>
              <a:buClr>
                <a:srgbClr val="80868B"/>
              </a:buClr>
              <a:buSzPts val="900"/>
              <a:buFont typeface="Roboto"/>
              <a:buChar char="●"/>
              <a:defRPr sz="1467" b="0" i="0" u="none" strike="noStrike" cap="none">
                <a:solidFill>
                  <a:srgbClr val="5F6368"/>
                </a:solidFill>
                <a:latin typeface="Roboto"/>
                <a:ea typeface="Roboto"/>
                <a:cs typeface="Roboto"/>
                <a:sym typeface="Roboto"/>
              </a:defRPr>
            </a:lvl1pPr>
            <a:lvl2pPr marL="1219170" marR="0" lvl="1" indent="-380990" algn="l" rtl="0">
              <a:lnSpc>
                <a:spcPct val="130000"/>
              </a:lnSpc>
              <a:spcBef>
                <a:spcPts val="0"/>
              </a:spcBef>
              <a:spcAft>
                <a:spcPts val="0"/>
              </a:spcAft>
              <a:buClr>
                <a:srgbClr val="80868B"/>
              </a:buClr>
              <a:buSzPts val="900"/>
              <a:buFont typeface="Roboto"/>
              <a:buChar char="○"/>
              <a:defRPr sz="1467" b="0" i="0" u="none" strike="noStrike" cap="none">
                <a:solidFill>
                  <a:srgbClr val="5F6368"/>
                </a:solidFill>
                <a:latin typeface="Roboto"/>
                <a:ea typeface="Roboto"/>
                <a:cs typeface="Roboto"/>
                <a:sym typeface="Roboto"/>
              </a:defRPr>
            </a:lvl2pPr>
            <a:lvl3pPr marL="1828754" marR="0" lvl="2" indent="-397923" algn="l" rtl="0">
              <a:lnSpc>
                <a:spcPct val="130000"/>
              </a:lnSpc>
              <a:spcBef>
                <a:spcPts val="0"/>
              </a:spcBef>
              <a:spcAft>
                <a:spcPts val="0"/>
              </a:spcAft>
              <a:buClr>
                <a:srgbClr val="5F6368"/>
              </a:buClr>
              <a:buSzPts val="1100"/>
              <a:buFont typeface="Roboto"/>
              <a:buChar char="■"/>
              <a:defRPr sz="1467" b="0" i="0" u="none" strike="noStrike" cap="none">
                <a:solidFill>
                  <a:srgbClr val="5F6368"/>
                </a:solidFill>
                <a:latin typeface="Roboto"/>
                <a:ea typeface="Roboto"/>
                <a:cs typeface="Roboto"/>
                <a:sym typeface="Roboto"/>
              </a:defRPr>
            </a:lvl3pPr>
            <a:lvl4pPr marL="2438339" marR="0" lvl="3" indent="-397923" algn="l" rtl="0">
              <a:lnSpc>
                <a:spcPct val="130000"/>
              </a:lnSpc>
              <a:spcBef>
                <a:spcPts val="0"/>
              </a:spcBef>
              <a:spcAft>
                <a:spcPts val="0"/>
              </a:spcAft>
              <a:buClr>
                <a:srgbClr val="5F6368"/>
              </a:buClr>
              <a:buSzPts val="1100"/>
              <a:buFont typeface="Roboto"/>
              <a:buChar char="●"/>
              <a:defRPr sz="1467" b="0" i="0" u="none" strike="noStrike" cap="none">
                <a:solidFill>
                  <a:srgbClr val="5F6368"/>
                </a:solidFill>
                <a:latin typeface="Roboto"/>
                <a:ea typeface="Roboto"/>
                <a:cs typeface="Roboto"/>
                <a:sym typeface="Roboto"/>
              </a:defRPr>
            </a:lvl4pPr>
            <a:lvl5pPr marL="3047924" marR="0" lvl="4" indent="-397923" algn="l" rtl="0">
              <a:lnSpc>
                <a:spcPct val="130000"/>
              </a:lnSpc>
              <a:spcBef>
                <a:spcPts val="0"/>
              </a:spcBef>
              <a:spcAft>
                <a:spcPts val="0"/>
              </a:spcAft>
              <a:buClr>
                <a:srgbClr val="5F6368"/>
              </a:buClr>
              <a:buSzPts val="1100"/>
              <a:buFont typeface="Roboto"/>
              <a:buChar char="○"/>
              <a:defRPr sz="1467" b="0" i="0" u="none" strike="noStrike" cap="none">
                <a:solidFill>
                  <a:srgbClr val="5F6368"/>
                </a:solidFill>
                <a:latin typeface="Roboto"/>
                <a:ea typeface="Roboto"/>
                <a:cs typeface="Roboto"/>
                <a:sym typeface="Roboto"/>
              </a:defRPr>
            </a:lvl5pPr>
            <a:lvl6pPr marL="3657509" marR="0" lvl="5" indent="-397923" algn="l" rtl="0">
              <a:lnSpc>
                <a:spcPct val="130000"/>
              </a:lnSpc>
              <a:spcBef>
                <a:spcPts val="0"/>
              </a:spcBef>
              <a:spcAft>
                <a:spcPts val="0"/>
              </a:spcAft>
              <a:buClr>
                <a:srgbClr val="5F6368"/>
              </a:buClr>
              <a:buSzPts val="1100"/>
              <a:buFont typeface="Roboto"/>
              <a:buChar char="■"/>
              <a:defRPr sz="1467" b="0" i="0" u="none" strike="noStrike" cap="none">
                <a:solidFill>
                  <a:srgbClr val="5F6368"/>
                </a:solidFill>
                <a:latin typeface="Roboto"/>
                <a:ea typeface="Roboto"/>
                <a:cs typeface="Roboto"/>
                <a:sym typeface="Roboto"/>
              </a:defRPr>
            </a:lvl6pPr>
            <a:lvl7pPr marL="4267093" marR="0" lvl="6" indent="-397923" algn="l" rtl="0">
              <a:lnSpc>
                <a:spcPct val="130000"/>
              </a:lnSpc>
              <a:spcBef>
                <a:spcPts val="0"/>
              </a:spcBef>
              <a:spcAft>
                <a:spcPts val="0"/>
              </a:spcAft>
              <a:buClr>
                <a:srgbClr val="5F6368"/>
              </a:buClr>
              <a:buSzPts val="1100"/>
              <a:buFont typeface="Roboto"/>
              <a:buChar char="●"/>
              <a:defRPr sz="1467" b="0" i="0" u="none" strike="noStrike" cap="none">
                <a:solidFill>
                  <a:srgbClr val="5F6368"/>
                </a:solidFill>
                <a:latin typeface="Roboto"/>
                <a:ea typeface="Roboto"/>
                <a:cs typeface="Roboto"/>
                <a:sym typeface="Roboto"/>
              </a:defRPr>
            </a:lvl7pPr>
            <a:lvl8pPr marL="4876678" marR="0" lvl="7" indent="-397923" algn="l" rtl="0">
              <a:lnSpc>
                <a:spcPct val="130000"/>
              </a:lnSpc>
              <a:spcBef>
                <a:spcPts val="0"/>
              </a:spcBef>
              <a:spcAft>
                <a:spcPts val="0"/>
              </a:spcAft>
              <a:buClr>
                <a:srgbClr val="5F6368"/>
              </a:buClr>
              <a:buSzPts val="1100"/>
              <a:buFont typeface="Roboto"/>
              <a:buChar char="○"/>
              <a:defRPr sz="1467" b="0" i="0" u="none" strike="noStrike" cap="none">
                <a:solidFill>
                  <a:srgbClr val="5F6368"/>
                </a:solidFill>
                <a:latin typeface="Roboto"/>
                <a:ea typeface="Roboto"/>
                <a:cs typeface="Roboto"/>
                <a:sym typeface="Roboto"/>
              </a:defRPr>
            </a:lvl8pPr>
            <a:lvl9pPr marL="5486263" marR="0" lvl="8" indent="-397923" algn="l" rtl="0">
              <a:lnSpc>
                <a:spcPct val="130000"/>
              </a:lnSpc>
              <a:spcBef>
                <a:spcPts val="0"/>
              </a:spcBef>
              <a:spcAft>
                <a:spcPts val="0"/>
              </a:spcAft>
              <a:buClr>
                <a:srgbClr val="5F6368"/>
              </a:buClr>
              <a:buSzPts val="1100"/>
              <a:buFont typeface="Roboto"/>
              <a:buChar char="■"/>
              <a:defRPr sz="1467" b="0" i="0" u="none" strike="noStrike" cap="none">
                <a:solidFill>
                  <a:srgbClr val="5F6368"/>
                </a:solidFill>
                <a:latin typeface="Roboto"/>
                <a:ea typeface="Roboto"/>
                <a:cs typeface="Roboto"/>
                <a:sym typeface="Roboto"/>
              </a:defRPr>
            </a:lvl9pPr>
          </a:lstStyle>
          <a:p>
            <a:endParaRPr/>
          </a:p>
        </p:txBody>
      </p:sp>
      <p:sp>
        <p:nvSpPr>
          <p:cNvPr id="1017" name="Google Shape;1017;p116"/>
          <p:cNvSpPr/>
          <p:nvPr/>
        </p:nvSpPr>
        <p:spPr>
          <a:xfrm>
            <a:off x="568400" y="657300"/>
            <a:ext cx="10396000" cy="552400"/>
          </a:xfrm>
          <a:prstGeom prst="rect">
            <a:avLst/>
          </a:prstGeom>
          <a:noFill/>
          <a:ln>
            <a:noFill/>
          </a:ln>
        </p:spPr>
        <p:txBody>
          <a:bodyPr spcFirstLastPara="1" wrap="square" lIns="25400" tIns="25400" rIns="25400" bIns="25400" anchor="t" anchorCtr="0">
            <a:noAutofit/>
          </a:bodyPr>
          <a:lstStyle/>
          <a:p>
            <a:pPr marL="0" marR="0" lvl="0" indent="0" algn="l" rtl="0">
              <a:lnSpc>
                <a:spcPct val="90000"/>
              </a:lnSpc>
              <a:spcBef>
                <a:spcPts val="0"/>
              </a:spcBef>
              <a:spcAft>
                <a:spcPts val="0"/>
              </a:spcAft>
              <a:buClr>
                <a:schemeClr val="dk1"/>
              </a:buClr>
              <a:buSzPts val="1100"/>
              <a:buFont typeface="Arial"/>
              <a:buNone/>
            </a:pPr>
            <a:endParaRPr sz="3200" b="0" i="0" u="none" strike="noStrike" cap="none">
              <a:solidFill>
                <a:srgbClr val="3C4043"/>
              </a:solidFill>
              <a:latin typeface="Google Sans"/>
              <a:ea typeface="Google Sans"/>
              <a:cs typeface="Google Sans"/>
              <a:sym typeface="Google Sans"/>
            </a:endParaRPr>
          </a:p>
        </p:txBody>
      </p:sp>
      <p:sp>
        <p:nvSpPr>
          <p:cNvPr id="1018" name="Google Shape;1018;p116"/>
          <p:cNvSpPr txBox="1"/>
          <p:nvPr/>
        </p:nvSpPr>
        <p:spPr>
          <a:xfrm>
            <a:off x="10579600" y="291700"/>
            <a:ext cx="1612400" cy="404800"/>
          </a:xfrm>
          <a:prstGeom prst="rect">
            <a:avLst/>
          </a:prstGeom>
          <a:noFill/>
          <a:ln>
            <a:noFill/>
          </a:ln>
        </p:spPr>
        <p:txBody>
          <a:bodyPr spcFirstLastPara="1" wrap="square" lIns="121900" tIns="121900" rIns="121900" bIns="121900" anchor="t" anchorCtr="0">
            <a:noAutofit/>
          </a:bodyPr>
          <a:lstStyle/>
          <a:p>
            <a:pPr marL="0" marR="0" lvl="0" indent="0" algn="l" rtl="0">
              <a:lnSpc>
                <a:spcPct val="100000"/>
              </a:lnSpc>
              <a:spcBef>
                <a:spcPts val="0"/>
              </a:spcBef>
              <a:spcAft>
                <a:spcPts val="0"/>
              </a:spcAft>
              <a:buClr>
                <a:srgbClr val="000000"/>
              </a:buClr>
              <a:buSzPts val="600"/>
              <a:buFont typeface="Arial"/>
              <a:buNone/>
            </a:pPr>
            <a:r>
              <a:rPr lang="en" sz="800" b="0" i="0" u="none" strike="noStrike" cap="none">
                <a:solidFill>
                  <a:srgbClr val="D9D9D9"/>
                </a:solidFill>
                <a:latin typeface="Roboto"/>
                <a:ea typeface="Roboto"/>
                <a:cs typeface="Roboto"/>
                <a:sym typeface="Roboto"/>
              </a:rPr>
              <a:t>Proprietary + Confidential</a:t>
            </a:r>
            <a:endParaRPr sz="800" b="0" i="0" u="none" strike="noStrike" cap="none">
              <a:solidFill>
                <a:srgbClr val="D9D9D9"/>
              </a:solidFill>
              <a:latin typeface="Roboto"/>
              <a:ea typeface="Roboto"/>
              <a:cs typeface="Roboto"/>
              <a:sym typeface="Roboto"/>
            </a:endParaRPr>
          </a:p>
        </p:txBody>
      </p:sp>
      <p:sp>
        <p:nvSpPr>
          <p:cNvPr id="1019" name="Google Shape;1019;p116"/>
          <p:cNvSpPr/>
          <p:nvPr/>
        </p:nvSpPr>
        <p:spPr>
          <a:xfrm>
            <a:off x="-29957" y="313820"/>
            <a:ext cx="77200" cy="6230400"/>
          </a:xfrm>
          <a:prstGeom prst="rect">
            <a:avLst/>
          </a:prstGeom>
          <a:solidFill>
            <a:srgbClr val="4285F4"/>
          </a:solidFill>
          <a:ln>
            <a:noFill/>
          </a:ln>
        </p:spPr>
        <p:txBody>
          <a:bodyPr spcFirstLastPara="1" wrap="square" lIns="25400" tIns="25400" rIns="25400" bIns="25400" anchor="ctr" anchorCtr="0">
            <a:noAutofit/>
          </a:bodyPr>
          <a:lstStyle/>
          <a:p>
            <a:pPr marL="0" marR="0" lvl="0" indent="0" algn="ctr" rtl="0">
              <a:lnSpc>
                <a:spcPct val="100000"/>
              </a:lnSpc>
              <a:spcBef>
                <a:spcPts val="0"/>
              </a:spcBef>
              <a:spcAft>
                <a:spcPts val="0"/>
              </a:spcAft>
              <a:buClr>
                <a:srgbClr val="519BF7"/>
              </a:buClr>
              <a:buSzPts val="1200"/>
              <a:buFont typeface="Helvetica Neue Light"/>
              <a:buNone/>
            </a:pPr>
            <a:endParaRPr sz="1600" b="0" i="0" u="none" strike="noStrike" cap="none">
              <a:solidFill>
                <a:srgbClr val="1D8E3E"/>
              </a:solidFill>
              <a:latin typeface="Helvetica Neue Light"/>
              <a:ea typeface="Helvetica Neue Light"/>
              <a:cs typeface="Helvetica Neue Light"/>
              <a:sym typeface="Helvetica Neue Light"/>
            </a:endParaRPr>
          </a:p>
        </p:txBody>
      </p:sp>
      <p:grpSp>
        <p:nvGrpSpPr>
          <p:cNvPr id="1020" name="Google Shape;1020;p116"/>
          <p:cNvGrpSpPr/>
          <p:nvPr/>
        </p:nvGrpSpPr>
        <p:grpSpPr>
          <a:xfrm>
            <a:off x="11292163" y="6405041"/>
            <a:ext cx="560655" cy="182680"/>
            <a:chOff x="0" y="0"/>
            <a:chExt cx="2077525" cy="676925"/>
          </a:xfrm>
        </p:grpSpPr>
        <p:sp>
          <p:nvSpPr>
            <p:cNvPr id="1021" name="Google Shape;1021;p116"/>
            <p:cNvSpPr/>
            <p:nvPr/>
          </p:nvSpPr>
          <p:spPr>
            <a:xfrm>
              <a:off x="0" y="0"/>
              <a:ext cx="511375" cy="524800"/>
            </a:xfrm>
            <a:custGeom>
              <a:avLst/>
              <a:gdLst/>
              <a:ahLst/>
              <a:cxnLst/>
              <a:rect l="l" t="t" r="r" b="b"/>
              <a:pathLst>
                <a:path w="20455" h="20992" extrusionOk="0">
                  <a:moveTo>
                    <a:pt x="10700" y="12450"/>
                  </a:moveTo>
                  <a:lnTo>
                    <a:pt x="10700" y="9583"/>
                  </a:lnTo>
                  <a:lnTo>
                    <a:pt x="20300" y="9583"/>
                  </a:lnTo>
                  <a:cubicBezTo>
                    <a:pt x="20398" y="10088"/>
                    <a:pt x="20455" y="10690"/>
                    <a:pt x="20455" y="11341"/>
                  </a:cubicBezTo>
                  <a:cubicBezTo>
                    <a:pt x="20455" y="13491"/>
                    <a:pt x="19866" y="16154"/>
                    <a:pt x="17972" y="18048"/>
                  </a:cubicBezTo>
                  <a:cubicBezTo>
                    <a:pt x="16129" y="19968"/>
                    <a:pt x="13773" y="20992"/>
                    <a:pt x="10650" y="20992"/>
                  </a:cubicBezTo>
                  <a:cubicBezTo>
                    <a:pt x="4864" y="20993"/>
                    <a:pt x="0" y="16282"/>
                    <a:pt x="0" y="10496"/>
                  </a:cubicBezTo>
                  <a:cubicBezTo>
                    <a:pt x="0" y="4710"/>
                    <a:pt x="4864" y="0"/>
                    <a:pt x="10650" y="0"/>
                  </a:cubicBezTo>
                  <a:cubicBezTo>
                    <a:pt x="13850" y="0"/>
                    <a:pt x="16129" y="1254"/>
                    <a:pt x="17844" y="2893"/>
                  </a:cubicBezTo>
                  <a:lnTo>
                    <a:pt x="15822" y="4915"/>
                  </a:lnTo>
                  <a:cubicBezTo>
                    <a:pt x="14593" y="3763"/>
                    <a:pt x="12929" y="2867"/>
                    <a:pt x="10651" y="2867"/>
                  </a:cubicBezTo>
                  <a:cubicBezTo>
                    <a:pt x="6427" y="2867"/>
                    <a:pt x="3124" y="6272"/>
                    <a:pt x="3124" y="10496"/>
                  </a:cubicBezTo>
                  <a:cubicBezTo>
                    <a:pt x="3124" y="14720"/>
                    <a:pt x="6427" y="18125"/>
                    <a:pt x="10651" y="18125"/>
                  </a:cubicBezTo>
                  <a:cubicBezTo>
                    <a:pt x="13390" y="18125"/>
                    <a:pt x="14952" y="17024"/>
                    <a:pt x="15950" y="16026"/>
                  </a:cubicBezTo>
                  <a:cubicBezTo>
                    <a:pt x="16764" y="15213"/>
                    <a:pt x="17299" y="14046"/>
                    <a:pt x="17507" y="12450"/>
                  </a:cubicBezTo>
                  <a:lnTo>
                    <a:pt x="10700" y="12450"/>
                  </a:lnTo>
                  <a:close/>
                </a:path>
              </a:pathLst>
            </a:custGeom>
            <a:solidFill>
              <a:srgbClr val="AEB3B7"/>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595959"/>
                </a:solidFill>
                <a:latin typeface="Arial"/>
                <a:ea typeface="Arial"/>
                <a:cs typeface="Arial"/>
                <a:sym typeface="Arial"/>
              </a:endParaRPr>
            </a:p>
          </p:txBody>
        </p:sp>
        <p:sp>
          <p:nvSpPr>
            <p:cNvPr id="1022" name="Google Shape;1022;p116"/>
            <p:cNvSpPr/>
            <p:nvPr/>
          </p:nvSpPr>
          <p:spPr>
            <a:xfrm>
              <a:off x="540400" y="187300"/>
              <a:ext cx="339200" cy="337950"/>
            </a:xfrm>
            <a:custGeom>
              <a:avLst/>
              <a:gdLst/>
              <a:ahLst/>
              <a:cxnLst/>
              <a:rect l="l" t="t" r="r" b="b"/>
              <a:pathLst>
                <a:path w="13568" h="13518" extrusionOk="0">
                  <a:moveTo>
                    <a:pt x="13568" y="6759"/>
                  </a:moveTo>
                  <a:cubicBezTo>
                    <a:pt x="13568" y="10650"/>
                    <a:pt x="10522" y="13518"/>
                    <a:pt x="6784" y="13518"/>
                  </a:cubicBezTo>
                  <a:cubicBezTo>
                    <a:pt x="3046" y="13518"/>
                    <a:pt x="0" y="10651"/>
                    <a:pt x="0" y="6759"/>
                  </a:cubicBezTo>
                  <a:cubicBezTo>
                    <a:pt x="0" y="2842"/>
                    <a:pt x="3046" y="0"/>
                    <a:pt x="6784" y="0"/>
                  </a:cubicBezTo>
                  <a:cubicBezTo>
                    <a:pt x="10522" y="0"/>
                    <a:pt x="13568" y="2842"/>
                    <a:pt x="13568" y="6759"/>
                  </a:cubicBezTo>
                  <a:close/>
                  <a:moveTo>
                    <a:pt x="10599" y="6759"/>
                  </a:moveTo>
                  <a:cubicBezTo>
                    <a:pt x="10599" y="4327"/>
                    <a:pt x="8833" y="2663"/>
                    <a:pt x="6785" y="2663"/>
                  </a:cubicBezTo>
                  <a:cubicBezTo>
                    <a:pt x="4737" y="2663"/>
                    <a:pt x="2970" y="4327"/>
                    <a:pt x="2970" y="6759"/>
                  </a:cubicBezTo>
                  <a:cubicBezTo>
                    <a:pt x="2970" y="9165"/>
                    <a:pt x="4736" y="10855"/>
                    <a:pt x="6785" y="10855"/>
                  </a:cubicBezTo>
                  <a:cubicBezTo>
                    <a:pt x="8832" y="10855"/>
                    <a:pt x="10599" y="9165"/>
                    <a:pt x="10599" y="6759"/>
                  </a:cubicBezTo>
                  <a:close/>
                </a:path>
              </a:pathLst>
            </a:custGeom>
            <a:solidFill>
              <a:srgbClr val="AEB3B7"/>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595959"/>
                </a:solidFill>
                <a:latin typeface="Arial"/>
                <a:ea typeface="Arial"/>
                <a:cs typeface="Arial"/>
                <a:sym typeface="Arial"/>
              </a:endParaRPr>
            </a:p>
          </p:txBody>
        </p:sp>
        <p:sp>
          <p:nvSpPr>
            <p:cNvPr id="1023" name="Google Shape;1023;p116"/>
            <p:cNvSpPr/>
            <p:nvPr/>
          </p:nvSpPr>
          <p:spPr>
            <a:xfrm>
              <a:off x="910400" y="187300"/>
              <a:ext cx="339200" cy="337950"/>
            </a:xfrm>
            <a:custGeom>
              <a:avLst/>
              <a:gdLst/>
              <a:ahLst/>
              <a:cxnLst/>
              <a:rect l="l" t="t" r="r" b="b"/>
              <a:pathLst>
                <a:path w="13568" h="13518" extrusionOk="0">
                  <a:moveTo>
                    <a:pt x="13568" y="6759"/>
                  </a:moveTo>
                  <a:cubicBezTo>
                    <a:pt x="13568" y="10650"/>
                    <a:pt x="10522" y="13518"/>
                    <a:pt x="6784" y="13518"/>
                  </a:cubicBezTo>
                  <a:cubicBezTo>
                    <a:pt x="3046" y="13518"/>
                    <a:pt x="0" y="10651"/>
                    <a:pt x="0" y="6759"/>
                  </a:cubicBezTo>
                  <a:cubicBezTo>
                    <a:pt x="0" y="2842"/>
                    <a:pt x="3046" y="0"/>
                    <a:pt x="6784" y="0"/>
                  </a:cubicBezTo>
                  <a:cubicBezTo>
                    <a:pt x="10522" y="0"/>
                    <a:pt x="13568" y="2842"/>
                    <a:pt x="13568" y="6759"/>
                  </a:cubicBezTo>
                  <a:close/>
                  <a:moveTo>
                    <a:pt x="10599" y="6759"/>
                  </a:moveTo>
                  <a:cubicBezTo>
                    <a:pt x="10599" y="4327"/>
                    <a:pt x="8833" y="2663"/>
                    <a:pt x="6785" y="2663"/>
                  </a:cubicBezTo>
                  <a:cubicBezTo>
                    <a:pt x="4737" y="2663"/>
                    <a:pt x="2970" y="4327"/>
                    <a:pt x="2970" y="6759"/>
                  </a:cubicBezTo>
                  <a:cubicBezTo>
                    <a:pt x="2970" y="9165"/>
                    <a:pt x="4736" y="10855"/>
                    <a:pt x="6785" y="10855"/>
                  </a:cubicBezTo>
                  <a:cubicBezTo>
                    <a:pt x="8832" y="10855"/>
                    <a:pt x="10599" y="9165"/>
                    <a:pt x="10599" y="6759"/>
                  </a:cubicBezTo>
                  <a:close/>
                </a:path>
              </a:pathLst>
            </a:custGeom>
            <a:solidFill>
              <a:srgbClr val="AEB3B7"/>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595959"/>
                </a:solidFill>
                <a:latin typeface="Arial"/>
                <a:ea typeface="Arial"/>
                <a:cs typeface="Arial"/>
                <a:sym typeface="Arial"/>
              </a:endParaRPr>
            </a:p>
          </p:txBody>
        </p:sp>
        <p:sp>
          <p:nvSpPr>
            <p:cNvPr id="1024" name="Google Shape;1024;p116"/>
            <p:cNvSpPr/>
            <p:nvPr/>
          </p:nvSpPr>
          <p:spPr>
            <a:xfrm>
              <a:off x="1280400" y="187325"/>
              <a:ext cx="323850" cy="489600"/>
            </a:xfrm>
            <a:custGeom>
              <a:avLst/>
              <a:gdLst/>
              <a:ahLst/>
              <a:cxnLst/>
              <a:rect l="l" t="t" r="r" b="b"/>
              <a:pathLst>
                <a:path w="12954" h="19584" extrusionOk="0">
                  <a:moveTo>
                    <a:pt x="12954" y="409"/>
                  </a:moveTo>
                  <a:lnTo>
                    <a:pt x="12954" y="12544"/>
                  </a:lnTo>
                  <a:cubicBezTo>
                    <a:pt x="12954" y="17536"/>
                    <a:pt x="10010" y="19584"/>
                    <a:pt x="6528" y="19584"/>
                  </a:cubicBezTo>
                  <a:cubicBezTo>
                    <a:pt x="3251" y="19584"/>
                    <a:pt x="1280" y="17382"/>
                    <a:pt x="537" y="15590"/>
                  </a:cubicBezTo>
                  <a:lnTo>
                    <a:pt x="3123" y="14515"/>
                  </a:lnTo>
                  <a:cubicBezTo>
                    <a:pt x="3584" y="15616"/>
                    <a:pt x="4710" y="16922"/>
                    <a:pt x="6528" y="16922"/>
                  </a:cubicBezTo>
                  <a:cubicBezTo>
                    <a:pt x="8755" y="16922"/>
                    <a:pt x="10138" y="15539"/>
                    <a:pt x="10138" y="12954"/>
                  </a:cubicBezTo>
                  <a:lnTo>
                    <a:pt x="10138" y="11981"/>
                  </a:lnTo>
                  <a:lnTo>
                    <a:pt x="10036" y="11981"/>
                  </a:lnTo>
                  <a:cubicBezTo>
                    <a:pt x="9370" y="12800"/>
                    <a:pt x="8090" y="13517"/>
                    <a:pt x="6477" y="13517"/>
                  </a:cubicBezTo>
                  <a:cubicBezTo>
                    <a:pt x="3098" y="13517"/>
                    <a:pt x="0" y="10573"/>
                    <a:pt x="0" y="6784"/>
                  </a:cubicBezTo>
                  <a:cubicBezTo>
                    <a:pt x="0" y="2969"/>
                    <a:pt x="3098" y="0"/>
                    <a:pt x="6477" y="0"/>
                  </a:cubicBezTo>
                  <a:cubicBezTo>
                    <a:pt x="8090" y="0"/>
                    <a:pt x="9370" y="717"/>
                    <a:pt x="10036" y="1511"/>
                  </a:cubicBezTo>
                  <a:lnTo>
                    <a:pt x="10138" y="1511"/>
                  </a:lnTo>
                  <a:lnTo>
                    <a:pt x="10138" y="409"/>
                  </a:lnTo>
                  <a:lnTo>
                    <a:pt x="12954" y="409"/>
                  </a:lnTo>
                  <a:close/>
                  <a:moveTo>
                    <a:pt x="10343" y="6784"/>
                  </a:moveTo>
                  <a:cubicBezTo>
                    <a:pt x="10343" y="4403"/>
                    <a:pt x="8756" y="2662"/>
                    <a:pt x="6733" y="2662"/>
                  </a:cubicBezTo>
                  <a:cubicBezTo>
                    <a:pt x="4685" y="2662"/>
                    <a:pt x="2970" y="4403"/>
                    <a:pt x="2970" y="6784"/>
                  </a:cubicBezTo>
                  <a:cubicBezTo>
                    <a:pt x="2970" y="9139"/>
                    <a:pt x="4685" y="10855"/>
                    <a:pt x="6733" y="10855"/>
                  </a:cubicBezTo>
                  <a:cubicBezTo>
                    <a:pt x="8755" y="10854"/>
                    <a:pt x="10343" y="9139"/>
                    <a:pt x="10343" y="6784"/>
                  </a:cubicBezTo>
                  <a:close/>
                </a:path>
              </a:pathLst>
            </a:custGeom>
            <a:solidFill>
              <a:srgbClr val="AEB3B7"/>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595959"/>
                </a:solidFill>
                <a:latin typeface="Arial"/>
                <a:ea typeface="Arial"/>
                <a:cs typeface="Arial"/>
                <a:sym typeface="Arial"/>
              </a:endParaRPr>
            </a:p>
          </p:txBody>
        </p:sp>
        <p:sp>
          <p:nvSpPr>
            <p:cNvPr id="1025" name="Google Shape;1025;p116"/>
            <p:cNvSpPr/>
            <p:nvPr/>
          </p:nvSpPr>
          <p:spPr>
            <a:xfrm>
              <a:off x="1655750" y="20000"/>
              <a:ext cx="74250" cy="495000"/>
            </a:xfrm>
            <a:custGeom>
              <a:avLst/>
              <a:gdLst/>
              <a:ahLst/>
              <a:cxnLst/>
              <a:rect l="l" t="t" r="r" b="b"/>
              <a:pathLst>
                <a:path w="2970" h="19800" extrusionOk="0">
                  <a:moveTo>
                    <a:pt x="2970" y="0"/>
                  </a:moveTo>
                  <a:lnTo>
                    <a:pt x="2970" y="19800"/>
                  </a:lnTo>
                  <a:lnTo>
                    <a:pt x="0" y="19800"/>
                  </a:lnTo>
                  <a:lnTo>
                    <a:pt x="0" y="0"/>
                  </a:lnTo>
                  <a:lnTo>
                    <a:pt x="2970" y="0"/>
                  </a:lnTo>
                  <a:close/>
                </a:path>
              </a:pathLst>
            </a:custGeom>
            <a:solidFill>
              <a:srgbClr val="AEB3B7"/>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595959"/>
                </a:solidFill>
                <a:latin typeface="Arial"/>
                <a:ea typeface="Arial"/>
                <a:cs typeface="Arial"/>
                <a:sym typeface="Arial"/>
              </a:endParaRPr>
            </a:p>
          </p:txBody>
        </p:sp>
        <p:sp>
          <p:nvSpPr>
            <p:cNvPr id="1026" name="Google Shape;1026;p116"/>
            <p:cNvSpPr/>
            <p:nvPr/>
          </p:nvSpPr>
          <p:spPr>
            <a:xfrm>
              <a:off x="1765825" y="187275"/>
              <a:ext cx="311700" cy="337950"/>
            </a:xfrm>
            <a:custGeom>
              <a:avLst/>
              <a:gdLst/>
              <a:ahLst/>
              <a:cxnLst/>
              <a:rect l="l" t="t" r="r" b="b"/>
              <a:pathLst>
                <a:path w="12468" h="13518" extrusionOk="0">
                  <a:moveTo>
                    <a:pt x="10035" y="8987"/>
                  </a:moveTo>
                  <a:lnTo>
                    <a:pt x="12339" y="10523"/>
                  </a:lnTo>
                  <a:cubicBezTo>
                    <a:pt x="11596" y="11624"/>
                    <a:pt x="9804" y="13518"/>
                    <a:pt x="6707" y="13518"/>
                  </a:cubicBezTo>
                  <a:cubicBezTo>
                    <a:pt x="2867" y="13518"/>
                    <a:pt x="0" y="10548"/>
                    <a:pt x="0" y="6759"/>
                  </a:cubicBezTo>
                  <a:cubicBezTo>
                    <a:pt x="0" y="2739"/>
                    <a:pt x="2893" y="0"/>
                    <a:pt x="6375" y="0"/>
                  </a:cubicBezTo>
                  <a:cubicBezTo>
                    <a:pt x="9882" y="0"/>
                    <a:pt x="11598" y="2791"/>
                    <a:pt x="12161" y="4301"/>
                  </a:cubicBezTo>
                  <a:lnTo>
                    <a:pt x="12468" y="5069"/>
                  </a:lnTo>
                  <a:lnTo>
                    <a:pt x="3431" y="8807"/>
                  </a:lnTo>
                  <a:cubicBezTo>
                    <a:pt x="4122" y="10164"/>
                    <a:pt x="5198" y="10855"/>
                    <a:pt x="6708" y="10855"/>
                  </a:cubicBezTo>
                  <a:cubicBezTo>
                    <a:pt x="8217" y="10856"/>
                    <a:pt x="9267" y="10114"/>
                    <a:pt x="10035" y="8987"/>
                  </a:cubicBezTo>
                  <a:close/>
                  <a:moveTo>
                    <a:pt x="2943" y="6555"/>
                  </a:moveTo>
                  <a:lnTo>
                    <a:pt x="8985" y="4046"/>
                  </a:lnTo>
                  <a:cubicBezTo>
                    <a:pt x="8652" y="3201"/>
                    <a:pt x="7654" y="2612"/>
                    <a:pt x="6476" y="2612"/>
                  </a:cubicBezTo>
                  <a:cubicBezTo>
                    <a:pt x="4966" y="2613"/>
                    <a:pt x="2867" y="3944"/>
                    <a:pt x="2943" y="6555"/>
                  </a:cubicBezTo>
                  <a:close/>
                </a:path>
              </a:pathLst>
            </a:custGeom>
            <a:solidFill>
              <a:srgbClr val="AEB3B7"/>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595959"/>
                </a:solidFill>
                <a:latin typeface="Arial"/>
                <a:ea typeface="Arial"/>
                <a:cs typeface="Arial"/>
                <a:sym typeface="Arial"/>
              </a:endParaRPr>
            </a:p>
          </p:txBody>
        </p:sp>
      </p:grpSp>
      <p:sp>
        <p:nvSpPr>
          <p:cNvPr id="1027" name="Google Shape;1027;p116"/>
          <p:cNvSpPr txBox="1">
            <a:spLocks noGrp="1"/>
          </p:cNvSpPr>
          <p:nvPr>
            <p:ph type="title"/>
          </p:nvPr>
        </p:nvSpPr>
        <p:spPr>
          <a:xfrm>
            <a:off x="459335" y="352500"/>
            <a:ext cx="10396000" cy="552400"/>
          </a:xfrm>
          <a:prstGeom prst="rect">
            <a:avLst/>
          </a:prstGeom>
          <a:noFill/>
          <a:ln>
            <a:noFill/>
          </a:ln>
        </p:spPr>
        <p:txBody>
          <a:bodyPr spcFirstLastPara="1" wrap="square" lIns="91425" tIns="91425" rIns="91425" bIns="91425" anchor="t" anchorCtr="0">
            <a:noAutofit/>
          </a:bodyPr>
          <a:lstStyle>
            <a:lvl1pPr marR="0" lvl="0" algn="l" rtl="0">
              <a:lnSpc>
                <a:spcPct val="90000"/>
              </a:lnSpc>
              <a:spcBef>
                <a:spcPts val="0"/>
              </a:spcBef>
              <a:spcAft>
                <a:spcPts val="0"/>
              </a:spcAft>
              <a:buClr>
                <a:schemeClr val="dk1"/>
              </a:buClr>
              <a:buSzPts val="1100"/>
              <a:buFont typeface="Arial"/>
              <a:buNone/>
              <a:defRPr sz="3200" b="0" i="0" u="none" strike="noStrike" cap="none">
                <a:solidFill>
                  <a:srgbClr val="3C4043"/>
                </a:solidFill>
                <a:latin typeface="Google Sans"/>
                <a:ea typeface="Google Sans"/>
                <a:cs typeface="Google Sans"/>
                <a:sym typeface="Google Sans"/>
              </a:defRPr>
            </a:lvl1pPr>
            <a:lvl2pPr marR="0" lvl="1" algn="ctr" rtl="0">
              <a:lnSpc>
                <a:spcPct val="100000"/>
              </a:lnSpc>
              <a:spcBef>
                <a:spcPts val="0"/>
              </a:spcBef>
              <a:spcAft>
                <a:spcPts val="0"/>
              </a:spcAft>
              <a:buClr>
                <a:srgbClr val="000000"/>
              </a:buClr>
              <a:buSzPts val="4200"/>
              <a:buFont typeface="Helvetica Neue Light"/>
              <a:buNone/>
              <a:defRPr sz="5600" b="0" i="0" u="none" strike="noStrike" cap="none">
                <a:solidFill>
                  <a:srgbClr val="000000"/>
                </a:solidFill>
                <a:latin typeface="Helvetica Neue Light"/>
                <a:ea typeface="Helvetica Neue Light"/>
                <a:cs typeface="Helvetica Neue Light"/>
                <a:sym typeface="Helvetica Neue Light"/>
              </a:defRPr>
            </a:lvl2pPr>
            <a:lvl3pPr marR="0" lvl="2" algn="ctr" rtl="0">
              <a:lnSpc>
                <a:spcPct val="100000"/>
              </a:lnSpc>
              <a:spcBef>
                <a:spcPts val="0"/>
              </a:spcBef>
              <a:spcAft>
                <a:spcPts val="0"/>
              </a:spcAft>
              <a:buClr>
                <a:srgbClr val="000000"/>
              </a:buClr>
              <a:buSzPts val="4200"/>
              <a:buFont typeface="Helvetica Neue Light"/>
              <a:buNone/>
              <a:defRPr sz="5600" b="0" i="0" u="none" strike="noStrike" cap="none">
                <a:solidFill>
                  <a:srgbClr val="000000"/>
                </a:solidFill>
                <a:latin typeface="Helvetica Neue Light"/>
                <a:ea typeface="Helvetica Neue Light"/>
                <a:cs typeface="Helvetica Neue Light"/>
                <a:sym typeface="Helvetica Neue Light"/>
              </a:defRPr>
            </a:lvl3pPr>
            <a:lvl4pPr marR="0" lvl="3" algn="ctr" rtl="0">
              <a:lnSpc>
                <a:spcPct val="100000"/>
              </a:lnSpc>
              <a:spcBef>
                <a:spcPts val="0"/>
              </a:spcBef>
              <a:spcAft>
                <a:spcPts val="0"/>
              </a:spcAft>
              <a:buClr>
                <a:srgbClr val="000000"/>
              </a:buClr>
              <a:buSzPts val="4200"/>
              <a:buFont typeface="Helvetica Neue Light"/>
              <a:buNone/>
              <a:defRPr sz="5600" b="0" i="0" u="none" strike="noStrike" cap="none">
                <a:solidFill>
                  <a:srgbClr val="000000"/>
                </a:solidFill>
                <a:latin typeface="Helvetica Neue Light"/>
                <a:ea typeface="Helvetica Neue Light"/>
                <a:cs typeface="Helvetica Neue Light"/>
                <a:sym typeface="Helvetica Neue Light"/>
              </a:defRPr>
            </a:lvl4pPr>
            <a:lvl5pPr marR="0" lvl="4" algn="ctr" rtl="0">
              <a:lnSpc>
                <a:spcPct val="100000"/>
              </a:lnSpc>
              <a:spcBef>
                <a:spcPts val="0"/>
              </a:spcBef>
              <a:spcAft>
                <a:spcPts val="0"/>
              </a:spcAft>
              <a:buClr>
                <a:srgbClr val="000000"/>
              </a:buClr>
              <a:buSzPts val="4200"/>
              <a:buFont typeface="Helvetica Neue Light"/>
              <a:buNone/>
              <a:defRPr sz="5600" b="0" i="0" u="none" strike="noStrike" cap="none">
                <a:solidFill>
                  <a:srgbClr val="000000"/>
                </a:solidFill>
                <a:latin typeface="Helvetica Neue Light"/>
                <a:ea typeface="Helvetica Neue Light"/>
                <a:cs typeface="Helvetica Neue Light"/>
                <a:sym typeface="Helvetica Neue Light"/>
              </a:defRPr>
            </a:lvl5pPr>
            <a:lvl6pPr marR="0" lvl="5" algn="ctr" rtl="0">
              <a:lnSpc>
                <a:spcPct val="100000"/>
              </a:lnSpc>
              <a:spcBef>
                <a:spcPts val="0"/>
              </a:spcBef>
              <a:spcAft>
                <a:spcPts val="0"/>
              </a:spcAft>
              <a:buClr>
                <a:srgbClr val="000000"/>
              </a:buClr>
              <a:buSzPts val="4200"/>
              <a:buFont typeface="Helvetica Neue Light"/>
              <a:buNone/>
              <a:defRPr sz="5600" b="0" i="0" u="none" strike="noStrike" cap="none">
                <a:solidFill>
                  <a:srgbClr val="000000"/>
                </a:solidFill>
                <a:latin typeface="Helvetica Neue Light"/>
                <a:ea typeface="Helvetica Neue Light"/>
                <a:cs typeface="Helvetica Neue Light"/>
                <a:sym typeface="Helvetica Neue Light"/>
              </a:defRPr>
            </a:lvl6pPr>
            <a:lvl7pPr marR="0" lvl="6" algn="ctr" rtl="0">
              <a:lnSpc>
                <a:spcPct val="100000"/>
              </a:lnSpc>
              <a:spcBef>
                <a:spcPts val="0"/>
              </a:spcBef>
              <a:spcAft>
                <a:spcPts val="0"/>
              </a:spcAft>
              <a:buClr>
                <a:srgbClr val="000000"/>
              </a:buClr>
              <a:buSzPts val="4200"/>
              <a:buFont typeface="Helvetica Neue Light"/>
              <a:buNone/>
              <a:defRPr sz="5600" b="0" i="0" u="none" strike="noStrike" cap="none">
                <a:solidFill>
                  <a:srgbClr val="000000"/>
                </a:solidFill>
                <a:latin typeface="Helvetica Neue Light"/>
                <a:ea typeface="Helvetica Neue Light"/>
                <a:cs typeface="Helvetica Neue Light"/>
                <a:sym typeface="Helvetica Neue Light"/>
              </a:defRPr>
            </a:lvl7pPr>
            <a:lvl8pPr marR="0" lvl="7" algn="ctr" rtl="0">
              <a:lnSpc>
                <a:spcPct val="100000"/>
              </a:lnSpc>
              <a:spcBef>
                <a:spcPts val="0"/>
              </a:spcBef>
              <a:spcAft>
                <a:spcPts val="0"/>
              </a:spcAft>
              <a:buClr>
                <a:srgbClr val="000000"/>
              </a:buClr>
              <a:buSzPts val="4200"/>
              <a:buFont typeface="Helvetica Neue Light"/>
              <a:buNone/>
              <a:defRPr sz="5600" b="0" i="0" u="none" strike="noStrike" cap="none">
                <a:solidFill>
                  <a:srgbClr val="000000"/>
                </a:solidFill>
                <a:latin typeface="Helvetica Neue Light"/>
                <a:ea typeface="Helvetica Neue Light"/>
                <a:cs typeface="Helvetica Neue Light"/>
                <a:sym typeface="Helvetica Neue Light"/>
              </a:defRPr>
            </a:lvl8pPr>
            <a:lvl9pPr marR="0" lvl="8" algn="ctr" rtl="0">
              <a:lnSpc>
                <a:spcPct val="100000"/>
              </a:lnSpc>
              <a:spcBef>
                <a:spcPts val="0"/>
              </a:spcBef>
              <a:spcAft>
                <a:spcPts val="0"/>
              </a:spcAft>
              <a:buClr>
                <a:srgbClr val="000000"/>
              </a:buClr>
              <a:buSzPts val="4200"/>
              <a:buFont typeface="Helvetica Neue Light"/>
              <a:buNone/>
              <a:defRPr sz="5600" b="0" i="0" u="none" strike="noStrike" cap="none">
                <a:solidFill>
                  <a:srgbClr val="000000"/>
                </a:solidFill>
                <a:latin typeface="Helvetica Neue Light"/>
                <a:ea typeface="Helvetica Neue Light"/>
                <a:cs typeface="Helvetica Neue Light"/>
                <a:sym typeface="Helvetica Neue Light"/>
              </a:defRPr>
            </a:lvl9pPr>
          </a:lstStyle>
          <a:p>
            <a:endParaRPr/>
          </a:p>
        </p:txBody>
      </p:sp>
    </p:spTree>
    <p:extLst>
      <p:ext uri="{BB962C8B-B14F-4D97-AF65-F5344CB8AC3E}">
        <p14:creationId xmlns:p14="http://schemas.microsoft.com/office/powerpoint/2010/main" val="17089716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ody Slide - Bulleted List - Blue" preserve="1">
  <p:cSld name="Body Slide - Bulleted List - Blue">
    <p:spTree>
      <p:nvGrpSpPr>
        <p:cNvPr id="1" name="Shape 1028"/>
        <p:cNvGrpSpPr/>
        <p:nvPr/>
      </p:nvGrpSpPr>
      <p:grpSpPr>
        <a:xfrm>
          <a:off x="0" y="0"/>
          <a:ext cx="0" cy="0"/>
          <a:chOff x="0" y="0"/>
          <a:chExt cx="0" cy="0"/>
        </a:xfrm>
      </p:grpSpPr>
      <p:sp>
        <p:nvSpPr>
          <p:cNvPr id="1029" name="Google Shape;1029;p117"/>
          <p:cNvSpPr txBox="1">
            <a:spLocks noGrp="1"/>
          </p:cNvSpPr>
          <p:nvPr>
            <p:ph type="body" idx="1"/>
          </p:nvPr>
        </p:nvSpPr>
        <p:spPr>
          <a:xfrm>
            <a:off x="1116767" y="2288000"/>
            <a:ext cx="6263200" cy="2728400"/>
          </a:xfrm>
          <a:prstGeom prst="rect">
            <a:avLst/>
          </a:prstGeom>
          <a:noFill/>
          <a:ln>
            <a:noFill/>
          </a:ln>
        </p:spPr>
        <p:txBody>
          <a:bodyPr spcFirstLastPara="1" wrap="square" lIns="91425" tIns="91425" rIns="91425" bIns="91425" anchor="t" anchorCtr="0">
            <a:noAutofit/>
          </a:bodyPr>
          <a:lstStyle>
            <a:lvl1pPr marL="609585" marR="0" lvl="0" indent="-380990" algn="l" rtl="0">
              <a:lnSpc>
                <a:spcPct val="260000"/>
              </a:lnSpc>
              <a:spcBef>
                <a:spcPts val="0"/>
              </a:spcBef>
              <a:spcAft>
                <a:spcPts val="0"/>
              </a:spcAft>
              <a:buClr>
                <a:srgbClr val="80868B"/>
              </a:buClr>
              <a:buSzPts val="900"/>
              <a:buFont typeface="Roboto"/>
              <a:buChar char="●"/>
              <a:defRPr sz="1467" b="0" i="0" u="none" strike="noStrike" cap="none">
                <a:solidFill>
                  <a:srgbClr val="5F6368"/>
                </a:solidFill>
                <a:latin typeface="Roboto"/>
                <a:ea typeface="Roboto"/>
                <a:cs typeface="Roboto"/>
                <a:sym typeface="Roboto"/>
              </a:defRPr>
            </a:lvl1pPr>
            <a:lvl2pPr marL="1219170" marR="0" lvl="1" indent="-380990" algn="l" rtl="0">
              <a:lnSpc>
                <a:spcPct val="260000"/>
              </a:lnSpc>
              <a:spcBef>
                <a:spcPts val="0"/>
              </a:spcBef>
              <a:spcAft>
                <a:spcPts val="0"/>
              </a:spcAft>
              <a:buClr>
                <a:srgbClr val="80868B"/>
              </a:buClr>
              <a:buSzPts val="900"/>
              <a:buFont typeface="Roboto"/>
              <a:buChar char="○"/>
              <a:defRPr sz="1467" b="0" i="0" u="none" strike="noStrike" cap="none">
                <a:solidFill>
                  <a:srgbClr val="5F6368"/>
                </a:solidFill>
                <a:latin typeface="Roboto"/>
                <a:ea typeface="Roboto"/>
                <a:cs typeface="Roboto"/>
                <a:sym typeface="Roboto"/>
              </a:defRPr>
            </a:lvl2pPr>
            <a:lvl3pPr marL="1828754" marR="0" lvl="2" indent="-397923" algn="l" rtl="0">
              <a:lnSpc>
                <a:spcPct val="260000"/>
              </a:lnSpc>
              <a:spcBef>
                <a:spcPts val="0"/>
              </a:spcBef>
              <a:spcAft>
                <a:spcPts val="0"/>
              </a:spcAft>
              <a:buClr>
                <a:srgbClr val="5F6368"/>
              </a:buClr>
              <a:buSzPts val="1100"/>
              <a:buFont typeface="Roboto"/>
              <a:buChar char="■"/>
              <a:defRPr sz="1467" b="0" i="0" u="none" strike="noStrike" cap="none">
                <a:solidFill>
                  <a:srgbClr val="5F6368"/>
                </a:solidFill>
                <a:latin typeface="Roboto"/>
                <a:ea typeface="Roboto"/>
                <a:cs typeface="Roboto"/>
                <a:sym typeface="Roboto"/>
              </a:defRPr>
            </a:lvl3pPr>
            <a:lvl4pPr marL="2438339" marR="0" lvl="3" indent="-397923" algn="l" rtl="0">
              <a:lnSpc>
                <a:spcPct val="260000"/>
              </a:lnSpc>
              <a:spcBef>
                <a:spcPts val="0"/>
              </a:spcBef>
              <a:spcAft>
                <a:spcPts val="0"/>
              </a:spcAft>
              <a:buClr>
                <a:srgbClr val="5F6368"/>
              </a:buClr>
              <a:buSzPts val="1100"/>
              <a:buFont typeface="Roboto"/>
              <a:buChar char="●"/>
              <a:defRPr sz="1467" b="0" i="0" u="none" strike="noStrike" cap="none">
                <a:solidFill>
                  <a:srgbClr val="5F6368"/>
                </a:solidFill>
                <a:latin typeface="Roboto"/>
                <a:ea typeface="Roboto"/>
                <a:cs typeface="Roboto"/>
                <a:sym typeface="Roboto"/>
              </a:defRPr>
            </a:lvl4pPr>
            <a:lvl5pPr marL="3047924" marR="0" lvl="4" indent="-397923" algn="l" rtl="0">
              <a:lnSpc>
                <a:spcPct val="260000"/>
              </a:lnSpc>
              <a:spcBef>
                <a:spcPts val="0"/>
              </a:spcBef>
              <a:spcAft>
                <a:spcPts val="0"/>
              </a:spcAft>
              <a:buClr>
                <a:srgbClr val="5F6368"/>
              </a:buClr>
              <a:buSzPts val="1100"/>
              <a:buFont typeface="Roboto"/>
              <a:buChar char="○"/>
              <a:defRPr sz="1467" b="0" i="0" u="none" strike="noStrike" cap="none">
                <a:solidFill>
                  <a:srgbClr val="5F6368"/>
                </a:solidFill>
                <a:latin typeface="Roboto"/>
                <a:ea typeface="Roboto"/>
                <a:cs typeface="Roboto"/>
                <a:sym typeface="Roboto"/>
              </a:defRPr>
            </a:lvl5pPr>
            <a:lvl6pPr marL="3657509" marR="0" lvl="5" indent="-397923" algn="l" rtl="0">
              <a:lnSpc>
                <a:spcPct val="260000"/>
              </a:lnSpc>
              <a:spcBef>
                <a:spcPts val="0"/>
              </a:spcBef>
              <a:spcAft>
                <a:spcPts val="0"/>
              </a:spcAft>
              <a:buClr>
                <a:srgbClr val="5F6368"/>
              </a:buClr>
              <a:buSzPts val="1100"/>
              <a:buFont typeface="Roboto"/>
              <a:buChar char="■"/>
              <a:defRPr sz="1467" b="0" i="0" u="none" strike="noStrike" cap="none">
                <a:solidFill>
                  <a:srgbClr val="5F6368"/>
                </a:solidFill>
                <a:latin typeface="Roboto"/>
                <a:ea typeface="Roboto"/>
                <a:cs typeface="Roboto"/>
                <a:sym typeface="Roboto"/>
              </a:defRPr>
            </a:lvl6pPr>
            <a:lvl7pPr marL="4267093" marR="0" lvl="6" indent="-397923" algn="l" rtl="0">
              <a:lnSpc>
                <a:spcPct val="260000"/>
              </a:lnSpc>
              <a:spcBef>
                <a:spcPts val="0"/>
              </a:spcBef>
              <a:spcAft>
                <a:spcPts val="0"/>
              </a:spcAft>
              <a:buClr>
                <a:srgbClr val="5F6368"/>
              </a:buClr>
              <a:buSzPts val="1100"/>
              <a:buFont typeface="Roboto"/>
              <a:buChar char="●"/>
              <a:defRPr sz="1467" b="0" i="0" u="none" strike="noStrike" cap="none">
                <a:solidFill>
                  <a:srgbClr val="5F6368"/>
                </a:solidFill>
                <a:latin typeface="Roboto"/>
                <a:ea typeface="Roboto"/>
                <a:cs typeface="Roboto"/>
                <a:sym typeface="Roboto"/>
              </a:defRPr>
            </a:lvl7pPr>
            <a:lvl8pPr marL="4876678" marR="0" lvl="7" indent="-397923" algn="l" rtl="0">
              <a:lnSpc>
                <a:spcPct val="260000"/>
              </a:lnSpc>
              <a:spcBef>
                <a:spcPts val="0"/>
              </a:spcBef>
              <a:spcAft>
                <a:spcPts val="0"/>
              </a:spcAft>
              <a:buClr>
                <a:srgbClr val="5F6368"/>
              </a:buClr>
              <a:buSzPts val="1100"/>
              <a:buFont typeface="Roboto"/>
              <a:buChar char="○"/>
              <a:defRPr sz="1467" b="0" i="0" u="none" strike="noStrike" cap="none">
                <a:solidFill>
                  <a:srgbClr val="5F6368"/>
                </a:solidFill>
                <a:latin typeface="Roboto"/>
                <a:ea typeface="Roboto"/>
                <a:cs typeface="Roboto"/>
                <a:sym typeface="Roboto"/>
              </a:defRPr>
            </a:lvl8pPr>
            <a:lvl9pPr marL="5486263" marR="0" lvl="8" indent="-397923" algn="l" rtl="0">
              <a:lnSpc>
                <a:spcPct val="260000"/>
              </a:lnSpc>
              <a:spcBef>
                <a:spcPts val="0"/>
              </a:spcBef>
              <a:spcAft>
                <a:spcPts val="0"/>
              </a:spcAft>
              <a:buClr>
                <a:srgbClr val="5F6368"/>
              </a:buClr>
              <a:buSzPts val="1100"/>
              <a:buFont typeface="Roboto"/>
              <a:buChar char="■"/>
              <a:defRPr sz="1467" b="0" i="0" u="none" strike="noStrike" cap="none">
                <a:solidFill>
                  <a:srgbClr val="5F6368"/>
                </a:solidFill>
                <a:latin typeface="Roboto"/>
                <a:ea typeface="Roboto"/>
                <a:cs typeface="Roboto"/>
                <a:sym typeface="Roboto"/>
              </a:defRPr>
            </a:lvl9pPr>
          </a:lstStyle>
          <a:p>
            <a:endParaRPr/>
          </a:p>
        </p:txBody>
      </p:sp>
      <p:sp>
        <p:nvSpPr>
          <p:cNvPr id="1030" name="Google Shape;1030;p117"/>
          <p:cNvSpPr/>
          <p:nvPr/>
        </p:nvSpPr>
        <p:spPr>
          <a:xfrm>
            <a:off x="396501" y="541500"/>
            <a:ext cx="10396000" cy="552400"/>
          </a:xfrm>
          <a:prstGeom prst="rect">
            <a:avLst/>
          </a:prstGeom>
          <a:noFill/>
          <a:ln>
            <a:noFill/>
          </a:ln>
        </p:spPr>
        <p:txBody>
          <a:bodyPr spcFirstLastPara="1" wrap="square" lIns="25400" tIns="25400" rIns="25400" bIns="25400" anchor="t" anchorCtr="0">
            <a:noAutofit/>
          </a:bodyPr>
          <a:lstStyle/>
          <a:p>
            <a:pPr marL="0" marR="0" lvl="0" indent="0" algn="l" rtl="0">
              <a:lnSpc>
                <a:spcPct val="90000"/>
              </a:lnSpc>
              <a:spcBef>
                <a:spcPts val="0"/>
              </a:spcBef>
              <a:spcAft>
                <a:spcPts val="0"/>
              </a:spcAft>
              <a:buClr>
                <a:schemeClr val="dk1"/>
              </a:buClr>
              <a:buSzPts val="1100"/>
              <a:buFont typeface="Arial"/>
              <a:buNone/>
            </a:pPr>
            <a:endParaRPr sz="3200" b="0" i="0" u="none" strike="noStrike" cap="none">
              <a:solidFill>
                <a:srgbClr val="3C4043"/>
              </a:solidFill>
              <a:latin typeface="Google Sans"/>
              <a:ea typeface="Google Sans"/>
              <a:cs typeface="Google Sans"/>
              <a:sym typeface="Google Sans"/>
            </a:endParaRPr>
          </a:p>
        </p:txBody>
      </p:sp>
      <p:sp>
        <p:nvSpPr>
          <p:cNvPr id="1031" name="Google Shape;1031;p117"/>
          <p:cNvSpPr txBox="1"/>
          <p:nvPr/>
        </p:nvSpPr>
        <p:spPr>
          <a:xfrm>
            <a:off x="10579600" y="291700"/>
            <a:ext cx="1612400" cy="404800"/>
          </a:xfrm>
          <a:prstGeom prst="rect">
            <a:avLst/>
          </a:prstGeom>
          <a:noFill/>
          <a:ln>
            <a:noFill/>
          </a:ln>
        </p:spPr>
        <p:txBody>
          <a:bodyPr spcFirstLastPara="1" wrap="square" lIns="121900" tIns="121900" rIns="121900" bIns="121900" anchor="t" anchorCtr="0">
            <a:noAutofit/>
          </a:bodyPr>
          <a:lstStyle/>
          <a:p>
            <a:pPr marL="0" marR="0" lvl="0" indent="0" algn="l" rtl="0">
              <a:lnSpc>
                <a:spcPct val="100000"/>
              </a:lnSpc>
              <a:spcBef>
                <a:spcPts val="0"/>
              </a:spcBef>
              <a:spcAft>
                <a:spcPts val="0"/>
              </a:spcAft>
              <a:buClr>
                <a:srgbClr val="000000"/>
              </a:buClr>
              <a:buSzPts val="600"/>
              <a:buFont typeface="Arial"/>
              <a:buNone/>
            </a:pPr>
            <a:r>
              <a:rPr lang="en" sz="800" b="0" i="0" u="none" strike="noStrike" cap="none">
                <a:solidFill>
                  <a:srgbClr val="D9D9D9"/>
                </a:solidFill>
                <a:latin typeface="Roboto"/>
                <a:ea typeface="Roboto"/>
                <a:cs typeface="Roboto"/>
                <a:sym typeface="Roboto"/>
              </a:rPr>
              <a:t>Proprietary + Confidential</a:t>
            </a:r>
            <a:endParaRPr sz="800" b="0" i="0" u="none" strike="noStrike" cap="none">
              <a:solidFill>
                <a:srgbClr val="D9D9D9"/>
              </a:solidFill>
              <a:latin typeface="Roboto"/>
              <a:ea typeface="Roboto"/>
              <a:cs typeface="Roboto"/>
              <a:sym typeface="Roboto"/>
            </a:endParaRPr>
          </a:p>
        </p:txBody>
      </p:sp>
      <p:sp>
        <p:nvSpPr>
          <p:cNvPr id="1032" name="Google Shape;1032;p117"/>
          <p:cNvSpPr/>
          <p:nvPr/>
        </p:nvSpPr>
        <p:spPr>
          <a:xfrm>
            <a:off x="-29957" y="313820"/>
            <a:ext cx="77200" cy="6230400"/>
          </a:xfrm>
          <a:prstGeom prst="rect">
            <a:avLst/>
          </a:prstGeom>
          <a:solidFill>
            <a:srgbClr val="4285F4"/>
          </a:solidFill>
          <a:ln>
            <a:noFill/>
          </a:ln>
        </p:spPr>
        <p:txBody>
          <a:bodyPr spcFirstLastPara="1" wrap="square" lIns="25400" tIns="25400" rIns="25400" bIns="25400" anchor="ctr" anchorCtr="0">
            <a:noAutofit/>
          </a:bodyPr>
          <a:lstStyle/>
          <a:p>
            <a:pPr marL="0" marR="0" lvl="0" indent="0" algn="ctr" rtl="0">
              <a:lnSpc>
                <a:spcPct val="100000"/>
              </a:lnSpc>
              <a:spcBef>
                <a:spcPts val="0"/>
              </a:spcBef>
              <a:spcAft>
                <a:spcPts val="0"/>
              </a:spcAft>
              <a:buClr>
                <a:srgbClr val="519BF7"/>
              </a:buClr>
              <a:buSzPts val="1200"/>
              <a:buFont typeface="Helvetica Neue Light"/>
              <a:buNone/>
            </a:pPr>
            <a:endParaRPr sz="1600" b="0" i="0" u="none" strike="noStrike" cap="none">
              <a:solidFill>
                <a:srgbClr val="1D8E3E"/>
              </a:solidFill>
              <a:latin typeface="Helvetica Neue Light"/>
              <a:ea typeface="Helvetica Neue Light"/>
              <a:cs typeface="Helvetica Neue Light"/>
              <a:sym typeface="Helvetica Neue Light"/>
            </a:endParaRPr>
          </a:p>
        </p:txBody>
      </p:sp>
      <p:sp>
        <p:nvSpPr>
          <p:cNvPr id="1033" name="Google Shape;1033;p117"/>
          <p:cNvSpPr txBox="1">
            <a:spLocks noGrp="1"/>
          </p:cNvSpPr>
          <p:nvPr>
            <p:ph type="title"/>
          </p:nvPr>
        </p:nvSpPr>
        <p:spPr>
          <a:xfrm>
            <a:off x="459335" y="352500"/>
            <a:ext cx="10396000" cy="552400"/>
          </a:xfrm>
          <a:prstGeom prst="rect">
            <a:avLst/>
          </a:prstGeom>
          <a:noFill/>
          <a:ln>
            <a:noFill/>
          </a:ln>
        </p:spPr>
        <p:txBody>
          <a:bodyPr spcFirstLastPara="1" wrap="square" lIns="91425" tIns="91425" rIns="91425" bIns="91425" anchor="t" anchorCtr="0">
            <a:noAutofit/>
          </a:bodyPr>
          <a:lstStyle>
            <a:lvl1pPr marR="0" lvl="0" algn="l" rtl="0">
              <a:lnSpc>
                <a:spcPct val="90000"/>
              </a:lnSpc>
              <a:spcBef>
                <a:spcPts val="0"/>
              </a:spcBef>
              <a:spcAft>
                <a:spcPts val="0"/>
              </a:spcAft>
              <a:buClr>
                <a:schemeClr val="dk1"/>
              </a:buClr>
              <a:buSzPts val="1100"/>
              <a:buFont typeface="Arial"/>
              <a:buNone/>
              <a:defRPr sz="3200" b="0" i="0" u="none" strike="noStrike" cap="none">
                <a:solidFill>
                  <a:srgbClr val="3C4043"/>
                </a:solidFill>
                <a:latin typeface="Google Sans"/>
                <a:ea typeface="Google Sans"/>
                <a:cs typeface="Google Sans"/>
                <a:sym typeface="Google Sans"/>
              </a:defRPr>
            </a:lvl1pPr>
            <a:lvl2pPr marR="0" lvl="1" algn="ctr" rtl="0">
              <a:lnSpc>
                <a:spcPct val="100000"/>
              </a:lnSpc>
              <a:spcBef>
                <a:spcPts val="0"/>
              </a:spcBef>
              <a:spcAft>
                <a:spcPts val="0"/>
              </a:spcAft>
              <a:buClr>
                <a:srgbClr val="000000"/>
              </a:buClr>
              <a:buSzPts val="4200"/>
              <a:buFont typeface="Helvetica Neue Light"/>
              <a:buNone/>
              <a:defRPr sz="5600" b="0" i="0" u="none" strike="noStrike" cap="none">
                <a:solidFill>
                  <a:srgbClr val="000000"/>
                </a:solidFill>
                <a:latin typeface="Helvetica Neue Light"/>
                <a:ea typeface="Helvetica Neue Light"/>
                <a:cs typeface="Helvetica Neue Light"/>
                <a:sym typeface="Helvetica Neue Light"/>
              </a:defRPr>
            </a:lvl2pPr>
            <a:lvl3pPr marR="0" lvl="2" algn="ctr" rtl="0">
              <a:lnSpc>
                <a:spcPct val="100000"/>
              </a:lnSpc>
              <a:spcBef>
                <a:spcPts val="0"/>
              </a:spcBef>
              <a:spcAft>
                <a:spcPts val="0"/>
              </a:spcAft>
              <a:buClr>
                <a:srgbClr val="000000"/>
              </a:buClr>
              <a:buSzPts val="4200"/>
              <a:buFont typeface="Helvetica Neue Light"/>
              <a:buNone/>
              <a:defRPr sz="5600" b="0" i="0" u="none" strike="noStrike" cap="none">
                <a:solidFill>
                  <a:srgbClr val="000000"/>
                </a:solidFill>
                <a:latin typeface="Helvetica Neue Light"/>
                <a:ea typeface="Helvetica Neue Light"/>
                <a:cs typeface="Helvetica Neue Light"/>
                <a:sym typeface="Helvetica Neue Light"/>
              </a:defRPr>
            </a:lvl3pPr>
            <a:lvl4pPr marR="0" lvl="3" algn="ctr" rtl="0">
              <a:lnSpc>
                <a:spcPct val="100000"/>
              </a:lnSpc>
              <a:spcBef>
                <a:spcPts val="0"/>
              </a:spcBef>
              <a:spcAft>
                <a:spcPts val="0"/>
              </a:spcAft>
              <a:buClr>
                <a:srgbClr val="000000"/>
              </a:buClr>
              <a:buSzPts val="4200"/>
              <a:buFont typeface="Helvetica Neue Light"/>
              <a:buNone/>
              <a:defRPr sz="5600" b="0" i="0" u="none" strike="noStrike" cap="none">
                <a:solidFill>
                  <a:srgbClr val="000000"/>
                </a:solidFill>
                <a:latin typeface="Helvetica Neue Light"/>
                <a:ea typeface="Helvetica Neue Light"/>
                <a:cs typeface="Helvetica Neue Light"/>
                <a:sym typeface="Helvetica Neue Light"/>
              </a:defRPr>
            </a:lvl4pPr>
            <a:lvl5pPr marR="0" lvl="4" algn="ctr" rtl="0">
              <a:lnSpc>
                <a:spcPct val="100000"/>
              </a:lnSpc>
              <a:spcBef>
                <a:spcPts val="0"/>
              </a:spcBef>
              <a:spcAft>
                <a:spcPts val="0"/>
              </a:spcAft>
              <a:buClr>
                <a:srgbClr val="000000"/>
              </a:buClr>
              <a:buSzPts val="4200"/>
              <a:buFont typeface="Helvetica Neue Light"/>
              <a:buNone/>
              <a:defRPr sz="5600" b="0" i="0" u="none" strike="noStrike" cap="none">
                <a:solidFill>
                  <a:srgbClr val="000000"/>
                </a:solidFill>
                <a:latin typeface="Helvetica Neue Light"/>
                <a:ea typeface="Helvetica Neue Light"/>
                <a:cs typeface="Helvetica Neue Light"/>
                <a:sym typeface="Helvetica Neue Light"/>
              </a:defRPr>
            </a:lvl5pPr>
            <a:lvl6pPr marR="0" lvl="5" algn="ctr" rtl="0">
              <a:lnSpc>
                <a:spcPct val="100000"/>
              </a:lnSpc>
              <a:spcBef>
                <a:spcPts val="0"/>
              </a:spcBef>
              <a:spcAft>
                <a:spcPts val="0"/>
              </a:spcAft>
              <a:buClr>
                <a:srgbClr val="000000"/>
              </a:buClr>
              <a:buSzPts val="4200"/>
              <a:buFont typeface="Helvetica Neue Light"/>
              <a:buNone/>
              <a:defRPr sz="5600" b="0" i="0" u="none" strike="noStrike" cap="none">
                <a:solidFill>
                  <a:srgbClr val="000000"/>
                </a:solidFill>
                <a:latin typeface="Helvetica Neue Light"/>
                <a:ea typeface="Helvetica Neue Light"/>
                <a:cs typeface="Helvetica Neue Light"/>
                <a:sym typeface="Helvetica Neue Light"/>
              </a:defRPr>
            </a:lvl6pPr>
            <a:lvl7pPr marR="0" lvl="6" algn="ctr" rtl="0">
              <a:lnSpc>
                <a:spcPct val="100000"/>
              </a:lnSpc>
              <a:spcBef>
                <a:spcPts val="0"/>
              </a:spcBef>
              <a:spcAft>
                <a:spcPts val="0"/>
              </a:spcAft>
              <a:buClr>
                <a:srgbClr val="000000"/>
              </a:buClr>
              <a:buSzPts val="4200"/>
              <a:buFont typeface="Helvetica Neue Light"/>
              <a:buNone/>
              <a:defRPr sz="5600" b="0" i="0" u="none" strike="noStrike" cap="none">
                <a:solidFill>
                  <a:srgbClr val="000000"/>
                </a:solidFill>
                <a:latin typeface="Helvetica Neue Light"/>
                <a:ea typeface="Helvetica Neue Light"/>
                <a:cs typeface="Helvetica Neue Light"/>
                <a:sym typeface="Helvetica Neue Light"/>
              </a:defRPr>
            </a:lvl7pPr>
            <a:lvl8pPr marR="0" lvl="7" algn="ctr" rtl="0">
              <a:lnSpc>
                <a:spcPct val="100000"/>
              </a:lnSpc>
              <a:spcBef>
                <a:spcPts val="0"/>
              </a:spcBef>
              <a:spcAft>
                <a:spcPts val="0"/>
              </a:spcAft>
              <a:buClr>
                <a:srgbClr val="000000"/>
              </a:buClr>
              <a:buSzPts val="4200"/>
              <a:buFont typeface="Helvetica Neue Light"/>
              <a:buNone/>
              <a:defRPr sz="5600" b="0" i="0" u="none" strike="noStrike" cap="none">
                <a:solidFill>
                  <a:srgbClr val="000000"/>
                </a:solidFill>
                <a:latin typeface="Helvetica Neue Light"/>
                <a:ea typeface="Helvetica Neue Light"/>
                <a:cs typeface="Helvetica Neue Light"/>
                <a:sym typeface="Helvetica Neue Light"/>
              </a:defRPr>
            </a:lvl8pPr>
            <a:lvl9pPr marR="0" lvl="8" algn="ctr" rtl="0">
              <a:lnSpc>
                <a:spcPct val="100000"/>
              </a:lnSpc>
              <a:spcBef>
                <a:spcPts val="0"/>
              </a:spcBef>
              <a:spcAft>
                <a:spcPts val="0"/>
              </a:spcAft>
              <a:buClr>
                <a:srgbClr val="000000"/>
              </a:buClr>
              <a:buSzPts val="4200"/>
              <a:buFont typeface="Helvetica Neue Light"/>
              <a:buNone/>
              <a:defRPr sz="5600" b="0" i="0" u="none" strike="noStrike" cap="none">
                <a:solidFill>
                  <a:srgbClr val="000000"/>
                </a:solidFill>
                <a:latin typeface="Helvetica Neue Light"/>
                <a:ea typeface="Helvetica Neue Light"/>
                <a:cs typeface="Helvetica Neue Light"/>
                <a:sym typeface="Helvetica Neue Light"/>
              </a:defRPr>
            </a:lvl9pPr>
          </a:lstStyle>
          <a:p>
            <a:endParaRPr/>
          </a:p>
        </p:txBody>
      </p:sp>
      <p:grpSp>
        <p:nvGrpSpPr>
          <p:cNvPr id="1034" name="Google Shape;1034;p117"/>
          <p:cNvGrpSpPr/>
          <p:nvPr/>
        </p:nvGrpSpPr>
        <p:grpSpPr>
          <a:xfrm>
            <a:off x="11292163" y="6405041"/>
            <a:ext cx="560655" cy="182680"/>
            <a:chOff x="0" y="0"/>
            <a:chExt cx="2077525" cy="676925"/>
          </a:xfrm>
        </p:grpSpPr>
        <p:sp>
          <p:nvSpPr>
            <p:cNvPr id="1035" name="Google Shape;1035;p117"/>
            <p:cNvSpPr/>
            <p:nvPr/>
          </p:nvSpPr>
          <p:spPr>
            <a:xfrm>
              <a:off x="0" y="0"/>
              <a:ext cx="511375" cy="524800"/>
            </a:xfrm>
            <a:custGeom>
              <a:avLst/>
              <a:gdLst/>
              <a:ahLst/>
              <a:cxnLst/>
              <a:rect l="l" t="t" r="r" b="b"/>
              <a:pathLst>
                <a:path w="20455" h="20992" extrusionOk="0">
                  <a:moveTo>
                    <a:pt x="10700" y="12450"/>
                  </a:moveTo>
                  <a:lnTo>
                    <a:pt x="10700" y="9583"/>
                  </a:lnTo>
                  <a:lnTo>
                    <a:pt x="20300" y="9583"/>
                  </a:lnTo>
                  <a:cubicBezTo>
                    <a:pt x="20398" y="10088"/>
                    <a:pt x="20455" y="10690"/>
                    <a:pt x="20455" y="11341"/>
                  </a:cubicBezTo>
                  <a:cubicBezTo>
                    <a:pt x="20455" y="13491"/>
                    <a:pt x="19866" y="16154"/>
                    <a:pt x="17972" y="18048"/>
                  </a:cubicBezTo>
                  <a:cubicBezTo>
                    <a:pt x="16129" y="19968"/>
                    <a:pt x="13773" y="20992"/>
                    <a:pt x="10650" y="20992"/>
                  </a:cubicBezTo>
                  <a:cubicBezTo>
                    <a:pt x="4864" y="20993"/>
                    <a:pt x="0" y="16282"/>
                    <a:pt x="0" y="10496"/>
                  </a:cubicBezTo>
                  <a:cubicBezTo>
                    <a:pt x="0" y="4710"/>
                    <a:pt x="4864" y="0"/>
                    <a:pt x="10650" y="0"/>
                  </a:cubicBezTo>
                  <a:cubicBezTo>
                    <a:pt x="13850" y="0"/>
                    <a:pt x="16129" y="1254"/>
                    <a:pt x="17844" y="2893"/>
                  </a:cubicBezTo>
                  <a:lnTo>
                    <a:pt x="15822" y="4915"/>
                  </a:lnTo>
                  <a:cubicBezTo>
                    <a:pt x="14593" y="3763"/>
                    <a:pt x="12929" y="2867"/>
                    <a:pt x="10651" y="2867"/>
                  </a:cubicBezTo>
                  <a:cubicBezTo>
                    <a:pt x="6427" y="2867"/>
                    <a:pt x="3124" y="6272"/>
                    <a:pt x="3124" y="10496"/>
                  </a:cubicBezTo>
                  <a:cubicBezTo>
                    <a:pt x="3124" y="14720"/>
                    <a:pt x="6427" y="18125"/>
                    <a:pt x="10651" y="18125"/>
                  </a:cubicBezTo>
                  <a:cubicBezTo>
                    <a:pt x="13390" y="18125"/>
                    <a:pt x="14952" y="17024"/>
                    <a:pt x="15950" y="16026"/>
                  </a:cubicBezTo>
                  <a:cubicBezTo>
                    <a:pt x="16764" y="15213"/>
                    <a:pt x="17299" y="14046"/>
                    <a:pt x="17507" y="12450"/>
                  </a:cubicBezTo>
                  <a:lnTo>
                    <a:pt x="10700" y="12450"/>
                  </a:lnTo>
                  <a:close/>
                </a:path>
              </a:pathLst>
            </a:custGeom>
            <a:solidFill>
              <a:srgbClr val="AEB3B7"/>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595959"/>
                </a:solidFill>
                <a:latin typeface="Arial"/>
                <a:ea typeface="Arial"/>
                <a:cs typeface="Arial"/>
                <a:sym typeface="Arial"/>
              </a:endParaRPr>
            </a:p>
          </p:txBody>
        </p:sp>
        <p:sp>
          <p:nvSpPr>
            <p:cNvPr id="1036" name="Google Shape;1036;p117"/>
            <p:cNvSpPr/>
            <p:nvPr/>
          </p:nvSpPr>
          <p:spPr>
            <a:xfrm>
              <a:off x="540400" y="187300"/>
              <a:ext cx="339200" cy="337950"/>
            </a:xfrm>
            <a:custGeom>
              <a:avLst/>
              <a:gdLst/>
              <a:ahLst/>
              <a:cxnLst/>
              <a:rect l="l" t="t" r="r" b="b"/>
              <a:pathLst>
                <a:path w="13568" h="13518" extrusionOk="0">
                  <a:moveTo>
                    <a:pt x="13568" y="6759"/>
                  </a:moveTo>
                  <a:cubicBezTo>
                    <a:pt x="13568" y="10650"/>
                    <a:pt x="10522" y="13518"/>
                    <a:pt x="6784" y="13518"/>
                  </a:cubicBezTo>
                  <a:cubicBezTo>
                    <a:pt x="3046" y="13518"/>
                    <a:pt x="0" y="10651"/>
                    <a:pt x="0" y="6759"/>
                  </a:cubicBezTo>
                  <a:cubicBezTo>
                    <a:pt x="0" y="2842"/>
                    <a:pt x="3046" y="0"/>
                    <a:pt x="6784" y="0"/>
                  </a:cubicBezTo>
                  <a:cubicBezTo>
                    <a:pt x="10522" y="0"/>
                    <a:pt x="13568" y="2842"/>
                    <a:pt x="13568" y="6759"/>
                  </a:cubicBezTo>
                  <a:close/>
                  <a:moveTo>
                    <a:pt x="10599" y="6759"/>
                  </a:moveTo>
                  <a:cubicBezTo>
                    <a:pt x="10599" y="4327"/>
                    <a:pt x="8833" y="2663"/>
                    <a:pt x="6785" y="2663"/>
                  </a:cubicBezTo>
                  <a:cubicBezTo>
                    <a:pt x="4737" y="2663"/>
                    <a:pt x="2970" y="4327"/>
                    <a:pt x="2970" y="6759"/>
                  </a:cubicBezTo>
                  <a:cubicBezTo>
                    <a:pt x="2970" y="9165"/>
                    <a:pt x="4736" y="10855"/>
                    <a:pt x="6785" y="10855"/>
                  </a:cubicBezTo>
                  <a:cubicBezTo>
                    <a:pt x="8832" y="10855"/>
                    <a:pt x="10599" y="9165"/>
                    <a:pt x="10599" y="6759"/>
                  </a:cubicBezTo>
                  <a:close/>
                </a:path>
              </a:pathLst>
            </a:custGeom>
            <a:solidFill>
              <a:srgbClr val="AEB3B7"/>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595959"/>
                </a:solidFill>
                <a:latin typeface="Arial"/>
                <a:ea typeface="Arial"/>
                <a:cs typeface="Arial"/>
                <a:sym typeface="Arial"/>
              </a:endParaRPr>
            </a:p>
          </p:txBody>
        </p:sp>
        <p:sp>
          <p:nvSpPr>
            <p:cNvPr id="1037" name="Google Shape;1037;p117"/>
            <p:cNvSpPr/>
            <p:nvPr/>
          </p:nvSpPr>
          <p:spPr>
            <a:xfrm>
              <a:off x="910400" y="187300"/>
              <a:ext cx="339200" cy="337950"/>
            </a:xfrm>
            <a:custGeom>
              <a:avLst/>
              <a:gdLst/>
              <a:ahLst/>
              <a:cxnLst/>
              <a:rect l="l" t="t" r="r" b="b"/>
              <a:pathLst>
                <a:path w="13568" h="13518" extrusionOk="0">
                  <a:moveTo>
                    <a:pt x="13568" y="6759"/>
                  </a:moveTo>
                  <a:cubicBezTo>
                    <a:pt x="13568" y="10650"/>
                    <a:pt x="10522" y="13518"/>
                    <a:pt x="6784" y="13518"/>
                  </a:cubicBezTo>
                  <a:cubicBezTo>
                    <a:pt x="3046" y="13518"/>
                    <a:pt x="0" y="10651"/>
                    <a:pt x="0" y="6759"/>
                  </a:cubicBezTo>
                  <a:cubicBezTo>
                    <a:pt x="0" y="2842"/>
                    <a:pt x="3046" y="0"/>
                    <a:pt x="6784" y="0"/>
                  </a:cubicBezTo>
                  <a:cubicBezTo>
                    <a:pt x="10522" y="0"/>
                    <a:pt x="13568" y="2842"/>
                    <a:pt x="13568" y="6759"/>
                  </a:cubicBezTo>
                  <a:close/>
                  <a:moveTo>
                    <a:pt x="10599" y="6759"/>
                  </a:moveTo>
                  <a:cubicBezTo>
                    <a:pt x="10599" y="4327"/>
                    <a:pt x="8833" y="2663"/>
                    <a:pt x="6785" y="2663"/>
                  </a:cubicBezTo>
                  <a:cubicBezTo>
                    <a:pt x="4737" y="2663"/>
                    <a:pt x="2970" y="4327"/>
                    <a:pt x="2970" y="6759"/>
                  </a:cubicBezTo>
                  <a:cubicBezTo>
                    <a:pt x="2970" y="9165"/>
                    <a:pt x="4736" y="10855"/>
                    <a:pt x="6785" y="10855"/>
                  </a:cubicBezTo>
                  <a:cubicBezTo>
                    <a:pt x="8832" y="10855"/>
                    <a:pt x="10599" y="9165"/>
                    <a:pt x="10599" y="6759"/>
                  </a:cubicBezTo>
                  <a:close/>
                </a:path>
              </a:pathLst>
            </a:custGeom>
            <a:solidFill>
              <a:srgbClr val="AEB3B7"/>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595959"/>
                </a:solidFill>
                <a:latin typeface="Arial"/>
                <a:ea typeface="Arial"/>
                <a:cs typeface="Arial"/>
                <a:sym typeface="Arial"/>
              </a:endParaRPr>
            </a:p>
          </p:txBody>
        </p:sp>
        <p:sp>
          <p:nvSpPr>
            <p:cNvPr id="1038" name="Google Shape;1038;p117"/>
            <p:cNvSpPr/>
            <p:nvPr/>
          </p:nvSpPr>
          <p:spPr>
            <a:xfrm>
              <a:off x="1280400" y="187325"/>
              <a:ext cx="323850" cy="489600"/>
            </a:xfrm>
            <a:custGeom>
              <a:avLst/>
              <a:gdLst/>
              <a:ahLst/>
              <a:cxnLst/>
              <a:rect l="l" t="t" r="r" b="b"/>
              <a:pathLst>
                <a:path w="12954" h="19584" extrusionOk="0">
                  <a:moveTo>
                    <a:pt x="12954" y="409"/>
                  </a:moveTo>
                  <a:lnTo>
                    <a:pt x="12954" y="12544"/>
                  </a:lnTo>
                  <a:cubicBezTo>
                    <a:pt x="12954" y="17536"/>
                    <a:pt x="10010" y="19584"/>
                    <a:pt x="6528" y="19584"/>
                  </a:cubicBezTo>
                  <a:cubicBezTo>
                    <a:pt x="3251" y="19584"/>
                    <a:pt x="1280" y="17382"/>
                    <a:pt x="537" y="15590"/>
                  </a:cubicBezTo>
                  <a:lnTo>
                    <a:pt x="3123" y="14515"/>
                  </a:lnTo>
                  <a:cubicBezTo>
                    <a:pt x="3584" y="15616"/>
                    <a:pt x="4710" y="16922"/>
                    <a:pt x="6528" y="16922"/>
                  </a:cubicBezTo>
                  <a:cubicBezTo>
                    <a:pt x="8755" y="16922"/>
                    <a:pt x="10138" y="15539"/>
                    <a:pt x="10138" y="12954"/>
                  </a:cubicBezTo>
                  <a:lnTo>
                    <a:pt x="10138" y="11981"/>
                  </a:lnTo>
                  <a:lnTo>
                    <a:pt x="10036" y="11981"/>
                  </a:lnTo>
                  <a:cubicBezTo>
                    <a:pt x="9370" y="12800"/>
                    <a:pt x="8090" y="13517"/>
                    <a:pt x="6477" y="13517"/>
                  </a:cubicBezTo>
                  <a:cubicBezTo>
                    <a:pt x="3098" y="13517"/>
                    <a:pt x="0" y="10573"/>
                    <a:pt x="0" y="6784"/>
                  </a:cubicBezTo>
                  <a:cubicBezTo>
                    <a:pt x="0" y="2969"/>
                    <a:pt x="3098" y="0"/>
                    <a:pt x="6477" y="0"/>
                  </a:cubicBezTo>
                  <a:cubicBezTo>
                    <a:pt x="8090" y="0"/>
                    <a:pt x="9370" y="717"/>
                    <a:pt x="10036" y="1511"/>
                  </a:cubicBezTo>
                  <a:lnTo>
                    <a:pt x="10138" y="1511"/>
                  </a:lnTo>
                  <a:lnTo>
                    <a:pt x="10138" y="409"/>
                  </a:lnTo>
                  <a:lnTo>
                    <a:pt x="12954" y="409"/>
                  </a:lnTo>
                  <a:close/>
                  <a:moveTo>
                    <a:pt x="10343" y="6784"/>
                  </a:moveTo>
                  <a:cubicBezTo>
                    <a:pt x="10343" y="4403"/>
                    <a:pt x="8756" y="2662"/>
                    <a:pt x="6733" y="2662"/>
                  </a:cubicBezTo>
                  <a:cubicBezTo>
                    <a:pt x="4685" y="2662"/>
                    <a:pt x="2970" y="4403"/>
                    <a:pt x="2970" y="6784"/>
                  </a:cubicBezTo>
                  <a:cubicBezTo>
                    <a:pt x="2970" y="9139"/>
                    <a:pt x="4685" y="10855"/>
                    <a:pt x="6733" y="10855"/>
                  </a:cubicBezTo>
                  <a:cubicBezTo>
                    <a:pt x="8755" y="10854"/>
                    <a:pt x="10343" y="9139"/>
                    <a:pt x="10343" y="6784"/>
                  </a:cubicBezTo>
                  <a:close/>
                </a:path>
              </a:pathLst>
            </a:custGeom>
            <a:solidFill>
              <a:srgbClr val="AEB3B7"/>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595959"/>
                </a:solidFill>
                <a:latin typeface="Arial"/>
                <a:ea typeface="Arial"/>
                <a:cs typeface="Arial"/>
                <a:sym typeface="Arial"/>
              </a:endParaRPr>
            </a:p>
          </p:txBody>
        </p:sp>
        <p:sp>
          <p:nvSpPr>
            <p:cNvPr id="1039" name="Google Shape;1039;p117"/>
            <p:cNvSpPr/>
            <p:nvPr/>
          </p:nvSpPr>
          <p:spPr>
            <a:xfrm>
              <a:off x="1655750" y="20000"/>
              <a:ext cx="74250" cy="495000"/>
            </a:xfrm>
            <a:custGeom>
              <a:avLst/>
              <a:gdLst/>
              <a:ahLst/>
              <a:cxnLst/>
              <a:rect l="l" t="t" r="r" b="b"/>
              <a:pathLst>
                <a:path w="2970" h="19800" extrusionOk="0">
                  <a:moveTo>
                    <a:pt x="2970" y="0"/>
                  </a:moveTo>
                  <a:lnTo>
                    <a:pt x="2970" y="19800"/>
                  </a:lnTo>
                  <a:lnTo>
                    <a:pt x="0" y="19800"/>
                  </a:lnTo>
                  <a:lnTo>
                    <a:pt x="0" y="0"/>
                  </a:lnTo>
                  <a:lnTo>
                    <a:pt x="2970" y="0"/>
                  </a:lnTo>
                  <a:close/>
                </a:path>
              </a:pathLst>
            </a:custGeom>
            <a:solidFill>
              <a:srgbClr val="AEB3B7"/>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595959"/>
                </a:solidFill>
                <a:latin typeface="Arial"/>
                <a:ea typeface="Arial"/>
                <a:cs typeface="Arial"/>
                <a:sym typeface="Arial"/>
              </a:endParaRPr>
            </a:p>
          </p:txBody>
        </p:sp>
        <p:sp>
          <p:nvSpPr>
            <p:cNvPr id="1040" name="Google Shape;1040;p117"/>
            <p:cNvSpPr/>
            <p:nvPr/>
          </p:nvSpPr>
          <p:spPr>
            <a:xfrm>
              <a:off x="1765825" y="187275"/>
              <a:ext cx="311700" cy="337950"/>
            </a:xfrm>
            <a:custGeom>
              <a:avLst/>
              <a:gdLst/>
              <a:ahLst/>
              <a:cxnLst/>
              <a:rect l="l" t="t" r="r" b="b"/>
              <a:pathLst>
                <a:path w="12468" h="13518" extrusionOk="0">
                  <a:moveTo>
                    <a:pt x="10035" y="8987"/>
                  </a:moveTo>
                  <a:lnTo>
                    <a:pt x="12339" y="10523"/>
                  </a:lnTo>
                  <a:cubicBezTo>
                    <a:pt x="11596" y="11624"/>
                    <a:pt x="9804" y="13518"/>
                    <a:pt x="6707" y="13518"/>
                  </a:cubicBezTo>
                  <a:cubicBezTo>
                    <a:pt x="2867" y="13518"/>
                    <a:pt x="0" y="10548"/>
                    <a:pt x="0" y="6759"/>
                  </a:cubicBezTo>
                  <a:cubicBezTo>
                    <a:pt x="0" y="2739"/>
                    <a:pt x="2893" y="0"/>
                    <a:pt x="6375" y="0"/>
                  </a:cubicBezTo>
                  <a:cubicBezTo>
                    <a:pt x="9882" y="0"/>
                    <a:pt x="11598" y="2791"/>
                    <a:pt x="12161" y="4301"/>
                  </a:cubicBezTo>
                  <a:lnTo>
                    <a:pt x="12468" y="5069"/>
                  </a:lnTo>
                  <a:lnTo>
                    <a:pt x="3431" y="8807"/>
                  </a:lnTo>
                  <a:cubicBezTo>
                    <a:pt x="4122" y="10164"/>
                    <a:pt x="5198" y="10855"/>
                    <a:pt x="6708" y="10855"/>
                  </a:cubicBezTo>
                  <a:cubicBezTo>
                    <a:pt x="8217" y="10856"/>
                    <a:pt x="9267" y="10114"/>
                    <a:pt x="10035" y="8987"/>
                  </a:cubicBezTo>
                  <a:close/>
                  <a:moveTo>
                    <a:pt x="2943" y="6555"/>
                  </a:moveTo>
                  <a:lnTo>
                    <a:pt x="8985" y="4046"/>
                  </a:lnTo>
                  <a:cubicBezTo>
                    <a:pt x="8652" y="3201"/>
                    <a:pt x="7654" y="2612"/>
                    <a:pt x="6476" y="2612"/>
                  </a:cubicBezTo>
                  <a:cubicBezTo>
                    <a:pt x="4966" y="2613"/>
                    <a:pt x="2867" y="3944"/>
                    <a:pt x="2943" y="6555"/>
                  </a:cubicBezTo>
                  <a:close/>
                </a:path>
              </a:pathLst>
            </a:custGeom>
            <a:solidFill>
              <a:srgbClr val="AEB3B7"/>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595959"/>
                </a:solidFill>
                <a:latin typeface="Arial"/>
                <a:ea typeface="Arial"/>
                <a:cs typeface="Arial"/>
                <a:sym typeface="Arial"/>
              </a:endParaRPr>
            </a:p>
          </p:txBody>
        </p:sp>
      </p:grpSp>
    </p:spTree>
    <p:extLst>
      <p:ext uri="{BB962C8B-B14F-4D97-AF65-F5344CB8AC3E}">
        <p14:creationId xmlns:p14="http://schemas.microsoft.com/office/powerpoint/2010/main" val="20975543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Divider - Core Yellow" preserve="1">
  <p:cSld name="Divider - Core Yellow">
    <p:spTree>
      <p:nvGrpSpPr>
        <p:cNvPr id="1" name="Shape 1049"/>
        <p:cNvGrpSpPr/>
        <p:nvPr/>
      </p:nvGrpSpPr>
      <p:grpSpPr>
        <a:xfrm>
          <a:off x="0" y="0"/>
          <a:ext cx="0" cy="0"/>
          <a:chOff x="0" y="0"/>
          <a:chExt cx="0" cy="0"/>
        </a:xfrm>
      </p:grpSpPr>
      <p:sp>
        <p:nvSpPr>
          <p:cNvPr id="1050" name="Google Shape;1050;p119"/>
          <p:cNvSpPr/>
          <p:nvPr/>
        </p:nvSpPr>
        <p:spPr>
          <a:xfrm>
            <a:off x="67" y="0"/>
            <a:ext cx="12192000" cy="6032000"/>
          </a:xfrm>
          <a:prstGeom prst="rect">
            <a:avLst/>
          </a:prstGeom>
          <a:solidFill>
            <a:srgbClr val="FBBC04"/>
          </a:solidFill>
          <a:ln>
            <a:noFill/>
          </a:ln>
        </p:spPr>
        <p:txBody>
          <a:bodyPr spcFirstLastPara="1" wrap="square" lIns="25400" tIns="25400" rIns="25400" bIns="25400" anchor="ctr" anchorCtr="0">
            <a:noAutofit/>
          </a:bodyPr>
          <a:lstStyle/>
          <a:p>
            <a:pPr marL="0" marR="0" lvl="0" indent="0" algn="ctr" rtl="0">
              <a:lnSpc>
                <a:spcPct val="100000"/>
              </a:lnSpc>
              <a:spcBef>
                <a:spcPts val="0"/>
              </a:spcBef>
              <a:spcAft>
                <a:spcPts val="0"/>
              </a:spcAft>
              <a:buClr>
                <a:srgbClr val="FFFFFF"/>
              </a:buClr>
              <a:buSzPts val="1200"/>
              <a:buFont typeface="Helvetica Neue Light"/>
              <a:buNone/>
            </a:pPr>
            <a:endParaRPr sz="1600" b="0" i="0" u="none" strike="noStrike" cap="none">
              <a:solidFill>
                <a:srgbClr val="FFFFFF"/>
              </a:solidFill>
              <a:latin typeface="Helvetica Neue Light"/>
              <a:ea typeface="Helvetica Neue Light"/>
              <a:cs typeface="Helvetica Neue Light"/>
              <a:sym typeface="Helvetica Neue Light"/>
            </a:endParaRPr>
          </a:p>
        </p:txBody>
      </p:sp>
      <p:sp>
        <p:nvSpPr>
          <p:cNvPr id="1051" name="Google Shape;1051;p119"/>
          <p:cNvSpPr txBox="1">
            <a:spLocks noGrp="1"/>
          </p:cNvSpPr>
          <p:nvPr>
            <p:ph type="title"/>
          </p:nvPr>
        </p:nvSpPr>
        <p:spPr>
          <a:xfrm>
            <a:off x="1282917" y="2731717"/>
            <a:ext cx="10502800" cy="1143200"/>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FFFFFF"/>
              </a:buClr>
              <a:buSzPts val="2400"/>
              <a:buFont typeface="Google Sans"/>
              <a:buNone/>
              <a:defRPr sz="4800" b="0" i="0" u="none" strike="noStrike" cap="none">
                <a:solidFill>
                  <a:srgbClr val="FFFFFF"/>
                </a:solidFill>
                <a:latin typeface="Google Sans"/>
                <a:ea typeface="Google Sans"/>
                <a:cs typeface="Google Sans"/>
                <a:sym typeface="Google Sans"/>
              </a:defRPr>
            </a:lvl1pPr>
            <a:lvl2pPr marR="0" lvl="1" algn="ctr" rtl="0">
              <a:lnSpc>
                <a:spcPct val="100000"/>
              </a:lnSpc>
              <a:spcBef>
                <a:spcPts val="0"/>
              </a:spcBef>
              <a:spcAft>
                <a:spcPts val="0"/>
              </a:spcAft>
              <a:buClr>
                <a:srgbClr val="000000"/>
              </a:buClr>
              <a:buSzPts val="4200"/>
              <a:buFont typeface="Helvetica Neue Light"/>
              <a:buNone/>
              <a:defRPr sz="4800" b="0" i="0" u="none" strike="noStrike" cap="none">
                <a:solidFill>
                  <a:schemeClr val="lt1"/>
                </a:solidFill>
                <a:latin typeface="Helvetica Neue Light"/>
                <a:ea typeface="Helvetica Neue Light"/>
                <a:cs typeface="Helvetica Neue Light"/>
                <a:sym typeface="Helvetica Neue Light"/>
              </a:defRPr>
            </a:lvl2pPr>
            <a:lvl3pPr marR="0" lvl="2" algn="ctr" rtl="0">
              <a:lnSpc>
                <a:spcPct val="100000"/>
              </a:lnSpc>
              <a:spcBef>
                <a:spcPts val="0"/>
              </a:spcBef>
              <a:spcAft>
                <a:spcPts val="0"/>
              </a:spcAft>
              <a:buClr>
                <a:srgbClr val="000000"/>
              </a:buClr>
              <a:buSzPts val="4200"/>
              <a:buFont typeface="Helvetica Neue Light"/>
              <a:buNone/>
              <a:defRPr sz="4800" b="0" i="0" u="none" strike="noStrike" cap="none">
                <a:solidFill>
                  <a:schemeClr val="lt1"/>
                </a:solidFill>
                <a:latin typeface="Helvetica Neue Light"/>
                <a:ea typeface="Helvetica Neue Light"/>
                <a:cs typeface="Helvetica Neue Light"/>
                <a:sym typeface="Helvetica Neue Light"/>
              </a:defRPr>
            </a:lvl3pPr>
            <a:lvl4pPr marR="0" lvl="3" algn="ctr" rtl="0">
              <a:lnSpc>
                <a:spcPct val="100000"/>
              </a:lnSpc>
              <a:spcBef>
                <a:spcPts val="0"/>
              </a:spcBef>
              <a:spcAft>
                <a:spcPts val="0"/>
              </a:spcAft>
              <a:buClr>
                <a:srgbClr val="000000"/>
              </a:buClr>
              <a:buSzPts val="4200"/>
              <a:buFont typeface="Helvetica Neue Light"/>
              <a:buNone/>
              <a:defRPr sz="4800" b="0" i="0" u="none" strike="noStrike" cap="none">
                <a:solidFill>
                  <a:schemeClr val="lt1"/>
                </a:solidFill>
                <a:latin typeface="Helvetica Neue Light"/>
                <a:ea typeface="Helvetica Neue Light"/>
                <a:cs typeface="Helvetica Neue Light"/>
                <a:sym typeface="Helvetica Neue Light"/>
              </a:defRPr>
            </a:lvl4pPr>
            <a:lvl5pPr marR="0" lvl="4" algn="ctr" rtl="0">
              <a:lnSpc>
                <a:spcPct val="100000"/>
              </a:lnSpc>
              <a:spcBef>
                <a:spcPts val="0"/>
              </a:spcBef>
              <a:spcAft>
                <a:spcPts val="0"/>
              </a:spcAft>
              <a:buClr>
                <a:srgbClr val="000000"/>
              </a:buClr>
              <a:buSzPts val="4200"/>
              <a:buFont typeface="Helvetica Neue Light"/>
              <a:buNone/>
              <a:defRPr sz="4800" b="0" i="0" u="none" strike="noStrike" cap="none">
                <a:solidFill>
                  <a:schemeClr val="lt1"/>
                </a:solidFill>
                <a:latin typeface="Helvetica Neue Light"/>
                <a:ea typeface="Helvetica Neue Light"/>
                <a:cs typeface="Helvetica Neue Light"/>
                <a:sym typeface="Helvetica Neue Light"/>
              </a:defRPr>
            </a:lvl5pPr>
            <a:lvl6pPr marR="0" lvl="5" algn="ctr" rtl="0">
              <a:lnSpc>
                <a:spcPct val="100000"/>
              </a:lnSpc>
              <a:spcBef>
                <a:spcPts val="0"/>
              </a:spcBef>
              <a:spcAft>
                <a:spcPts val="0"/>
              </a:spcAft>
              <a:buClr>
                <a:srgbClr val="000000"/>
              </a:buClr>
              <a:buSzPts val="4200"/>
              <a:buFont typeface="Helvetica Neue Light"/>
              <a:buNone/>
              <a:defRPr sz="4800" b="0" i="0" u="none" strike="noStrike" cap="none">
                <a:solidFill>
                  <a:schemeClr val="lt1"/>
                </a:solidFill>
                <a:latin typeface="Helvetica Neue Light"/>
                <a:ea typeface="Helvetica Neue Light"/>
                <a:cs typeface="Helvetica Neue Light"/>
                <a:sym typeface="Helvetica Neue Light"/>
              </a:defRPr>
            </a:lvl6pPr>
            <a:lvl7pPr marR="0" lvl="6" algn="ctr" rtl="0">
              <a:lnSpc>
                <a:spcPct val="100000"/>
              </a:lnSpc>
              <a:spcBef>
                <a:spcPts val="0"/>
              </a:spcBef>
              <a:spcAft>
                <a:spcPts val="0"/>
              </a:spcAft>
              <a:buClr>
                <a:srgbClr val="000000"/>
              </a:buClr>
              <a:buSzPts val="4200"/>
              <a:buFont typeface="Helvetica Neue Light"/>
              <a:buNone/>
              <a:defRPr sz="4800" b="0" i="0" u="none" strike="noStrike" cap="none">
                <a:solidFill>
                  <a:schemeClr val="lt1"/>
                </a:solidFill>
                <a:latin typeface="Helvetica Neue Light"/>
                <a:ea typeface="Helvetica Neue Light"/>
                <a:cs typeface="Helvetica Neue Light"/>
                <a:sym typeface="Helvetica Neue Light"/>
              </a:defRPr>
            </a:lvl7pPr>
            <a:lvl8pPr marR="0" lvl="7" algn="ctr" rtl="0">
              <a:lnSpc>
                <a:spcPct val="100000"/>
              </a:lnSpc>
              <a:spcBef>
                <a:spcPts val="0"/>
              </a:spcBef>
              <a:spcAft>
                <a:spcPts val="0"/>
              </a:spcAft>
              <a:buClr>
                <a:srgbClr val="000000"/>
              </a:buClr>
              <a:buSzPts val="4200"/>
              <a:buFont typeface="Helvetica Neue Light"/>
              <a:buNone/>
              <a:defRPr sz="4800" b="0" i="0" u="none" strike="noStrike" cap="none">
                <a:solidFill>
                  <a:schemeClr val="lt1"/>
                </a:solidFill>
                <a:latin typeface="Helvetica Neue Light"/>
                <a:ea typeface="Helvetica Neue Light"/>
                <a:cs typeface="Helvetica Neue Light"/>
                <a:sym typeface="Helvetica Neue Light"/>
              </a:defRPr>
            </a:lvl8pPr>
            <a:lvl9pPr marR="0" lvl="8" algn="ctr" rtl="0">
              <a:lnSpc>
                <a:spcPct val="100000"/>
              </a:lnSpc>
              <a:spcBef>
                <a:spcPts val="0"/>
              </a:spcBef>
              <a:spcAft>
                <a:spcPts val="0"/>
              </a:spcAft>
              <a:buClr>
                <a:srgbClr val="000000"/>
              </a:buClr>
              <a:buSzPts val="4200"/>
              <a:buFont typeface="Helvetica Neue Light"/>
              <a:buNone/>
              <a:defRPr sz="4800" b="0" i="0" u="none" strike="noStrike" cap="none">
                <a:solidFill>
                  <a:schemeClr val="lt1"/>
                </a:solidFill>
                <a:latin typeface="Helvetica Neue Light"/>
                <a:ea typeface="Helvetica Neue Light"/>
                <a:cs typeface="Helvetica Neue Light"/>
                <a:sym typeface="Helvetica Neue Light"/>
              </a:defRPr>
            </a:lvl9pPr>
          </a:lstStyle>
          <a:p>
            <a:endParaRPr/>
          </a:p>
        </p:txBody>
      </p:sp>
      <p:cxnSp>
        <p:nvCxnSpPr>
          <p:cNvPr id="1053" name="Google Shape;1053;p119"/>
          <p:cNvCxnSpPr/>
          <p:nvPr/>
        </p:nvCxnSpPr>
        <p:spPr>
          <a:xfrm rot="10800000">
            <a:off x="568405" y="1968211"/>
            <a:ext cx="0" cy="2493200"/>
          </a:xfrm>
          <a:prstGeom prst="straightConnector1">
            <a:avLst/>
          </a:prstGeom>
          <a:noFill/>
          <a:ln w="25400" cap="flat" cmpd="sng">
            <a:solidFill>
              <a:srgbClr val="FFFFFF"/>
            </a:solidFill>
            <a:prstDash val="solid"/>
            <a:miter lim="400000"/>
            <a:headEnd type="none" w="sm" len="sm"/>
            <a:tailEnd type="none" w="sm" len="sm"/>
          </a:ln>
        </p:spPr>
      </p:cxnSp>
      <p:pic>
        <p:nvPicPr>
          <p:cNvPr id="1054" name="Google Shape;1054;p119"/>
          <p:cNvPicPr preferRelativeResize="0"/>
          <p:nvPr/>
        </p:nvPicPr>
        <p:blipFill>
          <a:blip r:embed="rId2">
            <a:alphaModFix/>
          </a:blip>
          <a:stretch>
            <a:fillRect/>
          </a:stretch>
        </p:blipFill>
        <p:spPr>
          <a:xfrm>
            <a:off x="11287604" y="6399346"/>
            <a:ext cx="585216" cy="190831"/>
          </a:xfrm>
          <a:prstGeom prst="rect">
            <a:avLst/>
          </a:prstGeom>
          <a:noFill/>
          <a:ln>
            <a:noFill/>
          </a:ln>
        </p:spPr>
      </p:pic>
      <p:pic>
        <p:nvPicPr>
          <p:cNvPr id="2" name="Picture 1">
            <a:extLst>
              <a:ext uri="{FF2B5EF4-FFF2-40B4-BE49-F238E27FC236}">
                <a16:creationId xmlns:a16="http://schemas.microsoft.com/office/drawing/2014/main" id="{D9C181AB-6D4C-5CC5-6A88-A054773277E6}"/>
              </a:ext>
            </a:extLst>
          </p:cNvPr>
          <p:cNvPicPr>
            <a:picLocks noChangeAspect="1"/>
          </p:cNvPicPr>
          <p:nvPr userDrawn="1"/>
        </p:nvPicPr>
        <p:blipFill>
          <a:blip r:embed="rId3"/>
          <a:stretch>
            <a:fillRect/>
          </a:stretch>
        </p:blipFill>
        <p:spPr>
          <a:xfrm>
            <a:off x="9547051" y="114516"/>
            <a:ext cx="2497667" cy="635000"/>
          </a:xfrm>
          <a:prstGeom prst="rect">
            <a:avLst/>
          </a:prstGeom>
        </p:spPr>
      </p:pic>
    </p:spTree>
    <p:extLst>
      <p:ext uri="{BB962C8B-B14F-4D97-AF65-F5344CB8AC3E}">
        <p14:creationId xmlns:p14="http://schemas.microsoft.com/office/powerpoint/2010/main" val="30686563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ody Slide - Yellow" preserve="1">
  <p:cSld name="Body Slide - Yellow">
    <p:spTree>
      <p:nvGrpSpPr>
        <p:cNvPr id="1" name="Shape 1055"/>
        <p:cNvGrpSpPr/>
        <p:nvPr/>
      </p:nvGrpSpPr>
      <p:grpSpPr>
        <a:xfrm>
          <a:off x="0" y="0"/>
          <a:ext cx="0" cy="0"/>
          <a:chOff x="0" y="0"/>
          <a:chExt cx="0" cy="0"/>
        </a:xfrm>
      </p:grpSpPr>
      <p:sp>
        <p:nvSpPr>
          <p:cNvPr id="1056" name="Google Shape;1056;p120"/>
          <p:cNvSpPr/>
          <p:nvPr/>
        </p:nvSpPr>
        <p:spPr>
          <a:xfrm>
            <a:off x="568400" y="657300"/>
            <a:ext cx="10396000" cy="552400"/>
          </a:xfrm>
          <a:prstGeom prst="rect">
            <a:avLst/>
          </a:prstGeom>
          <a:noFill/>
          <a:ln>
            <a:noFill/>
          </a:ln>
        </p:spPr>
        <p:txBody>
          <a:bodyPr spcFirstLastPara="1" wrap="square" lIns="25400" tIns="25400" rIns="25400" bIns="25400" anchor="t" anchorCtr="0">
            <a:noAutofit/>
          </a:bodyPr>
          <a:lstStyle/>
          <a:p>
            <a:pPr marL="0" marR="0" lvl="0" indent="0" algn="l" rtl="0">
              <a:lnSpc>
                <a:spcPct val="90000"/>
              </a:lnSpc>
              <a:spcBef>
                <a:spcPts val="0"/>
              </a:spcBef>
              <a:spcAft>
                <a:spcPts val="0"/>
              </a:spcAft>
              <a:buClr>
                <a:schemeClr val="dk1"/>
              </a:buClr>
              <a:buSzPts val="1100"/>
              <a:buFont typeface="Arial"/>
              <a:buNone/>
            </a:pPr>
            <a:endParaRPr sz="3200" b="0" i="0" u="none" strike="noStrike" cap="none">
              <a:solidFill>
                <a:srgbClr val="3C4043"/>
              </a:solidFill>
              <a:latin typeface="Google Sans"/>
              <a:ea typeface="Google Sans"/>
              <a:cs typeface="Google Sans"/>
              <a:sym typeface="Google Sans"/>
            </a:endParaRPr>
          </a:p>
        </p:txBody>
      </p:sp>
      <p:sp>
        <p:nvSpPr>
          <p:cNvPr id="1057" name="Google Shape;1057;p120"/>
          <p:cNvSpPr txBox="1"/>
          <p:nvPr/>
        </p:nvSpPr>
        <p:spPr>
          <a:xfrm>
            <a:off x="10579600" y="291700"/>
            <a:ext cx="1612400" cy="404800"/>
          </a:xfrm>
          <a:prstGeom prst="rect">
            <a:avLst/>
          </a:prstGeom>
          <a:noFill/>
          <a:ln>
            <a:noFill/>
          </a:ln>
        </p:spPr>
        <p:txBody>
          <a:bodyPr spcFirstLastPara="1" wrap="square" lIns="121900" tIns="121900" rIns="121900" bIns="121900" anchor="t" anchorCtr="0">
            <a:noAutofit/>
          </a:bodyPr>
          <a:lstStyle/>
          <a:p>
            <a:pPr marL="0" marR="0" lvl="0" indent="0" algn="l" rtl="0">
              <a:lnSpc>
                <a:spcPct val="100000"/>
              </a:lnSpc>
              <a:spcBef>
                <a:spcPts val="0"/>
              </a:spcBef>
              <a:spcAft>
                <a:spcPts val="0"/>
              </a:spcAft>
              <a:buClr>
                <a:srgbClr val="000000"/>
              </a:buClr>
              <a:buSzPts val="600"/>
              <a:buFont typeface="Arial"/>
              <a:buNone/>
            </a:pPr>
            <a:r>
              <a:rPr lang="en" sz="800" b="0" i="0" u="none" strike="noStrike" cap="none">
                <a:solidFill>
                  <a:srgbClr val="D9D9D9"/>
                </a:solidFill>
                <a:latin typeface="Roboto"/>
                <a:ea typeface="Roboto"/>
                <a:cs typeface="Roboto"/>
                <a:sym typeface="Roboto"/>
              </a:rPr>
              <a:t>Proprietary + Confidential</a:t>
            </a:r>
            <a:endParaRPr sz="800" b="0" i="0" u="none" strike="noStrike" cap="none">
              <a:solidFill>
                <a:srgbClr val="D9D9D9"/>
              </a:solidFill>
              <a:latin typeface="Roboto"/>
              <a:ea typeface="Roboto"/>
              <a:cs typeface="Roboto"/>
              <a:sym typeface="Roboto"/>
            </a:endParaRPr>
          </a:p>
        </p:txBody>
      </p:sp>
      <p:sp>
        <p:nvSpPr>
          <p:cNvPr id="1058" name="Google Shape;1058;p120"/>
          <p:cNvSpPr/>
          <p:nvPr/>
        </p:nvSpPr>
        <p:spPr>
          <a:xfrm>
            <a:off x="-29957" y="313820"/>
            <a:ext cx="77200" cy="6230400"/>
          </a:xfrm>
          <a:prstGeom prst="rect">
            <a:avLst/>
          </a:prstGeom>
          <a:solidFill>
            <a:srgbClr val="FBBC04"/>
          </a:solidFill>
          <a:ln>
            <a:noFill/>
          </a:ln>
        </p:spPr>
        <p:txBody>
          <a:bodyPr spcFirstLastPara="1" wrap="square" lIns="25400" tIns="25400" rIns="25400" bIns="25400" anchor="ctr" anchorCtr="0">
            <a:noAutofit/>
          </a:bodyPr>
          <a:lstStyle/>
          <a:p>
            <a:pPr marL="0" marR="0" lvl="0" indent="0" algn="ctr" rtl="0">
              <a:lnSpc>
                <a:spcPct val="100000"/>
              </a:lnSpc>
              <a:spcBef>
                <a:spcPts val="0"/>
              </a:spcBef>
              <a:spcAft>
                <a:spcPts val="0"/>
              </a:spcAft>
              <a:buClr>
                <a:srgbClr val="519BF7"/>
              </a:buClr>
              <a:buSzPts val="1200"/>
              <a:buFont typeface="Helvetica Neue Light"/>
              <a:buNone/>
            </a:pPr>
            <a:endParaRPr sz="1600" b="0" i="0" u="none" strike="noStrike" cap="none">
              <a:solidFill>
                <a:srgbClr val="1D8E3E"/>
              </a:solidFill>
              <a:latin typeface="Helvetica Neue Light"/>
              <a:ea typeface="Helvetica Neue Light"/>
              <a:cs typeface="Helvetica Neue Light"/>
              <a:sym typeface="Helvetica Neue Light"/>
            </a:endParaRPr>
          </a:p>
        </p:txBody>
      </p:sp>
      <p:grpSp>
        <p:nvGrpSpPr>
          <p:cNvPr id="1059" name="Google Shape;1059;p120"/>
          <p:cNvGrpSpPr/>
          <p:nvPr/>
        </p:nvGrpSpPr>
        <p:grpSpPr>
          <a:xfrm>
            <a:off x="11292163" y="6405041"/>
            <a:ext cx="560655" cy="182680"/>
            <a:chOff x="0" y="0"/>
            <a:chExt cx="2077525" cy="676925"/>
          </a:xfrm>
        </p:grpSpPr>
        <p:sp>
          <p:nvSpPr>
            <p:cNvPr id="1060" name="Google Shape;1060;p120"/>
            <p:cNvSpPr/>
            <p:nvPr/>
          </p:nvSpPr>
          <p:spPr>
            <a:xfrm>
              <a:off x="0" y="0"/>
              <a:ext cx="511375" cy="524800"/>
            </a:xfrm>
            <a:custGeom>
              <a:avLst/>
              <a:gdLst/>
              <a:ahLst/>
              <a:cxnLst/>
              <a:rect l="l" t="t" r="r" b="b"/>
              <a:pathLst>
                <a:path w="20455" h="20992" extrusionOk="0">
                  <a:moveTo>
                    <a:pt x="10700" y="12450"/>
                  </a:moveTo>
                  <a:lnTo>
                    <a:pt x="10700" y="9583"/>
                  </a:lnTo>
                  <a:lnTo>
                    <a:pt x="20300" y="9583"/>
                  </a:lnTo>
                  <a:cubicBezTo>
                    <a:pt x="20398" y="10088"/>
                    <a:pt x="20455" y="10690"/>
                    <a:pt x="20455" y="11341"/>
                  </a:cubicBezTo>
                  <a:cubicBezTo>
                    <a:pt x="20455" y="13491"/>
                    <a:pt x="19866" y="16154"/>
                    <a:pt x="17972" y="18048"/>
                  </a:cubicBezTo>
                  <a:cubicBezTo>
                    <a:pt x="16129" y="19968"/>
                    <a:pt x="13773" y="20992"/>
                    <a:pt x="10650" y="20992"/>
                  </a:cubicBezTo>
                  <a:cubicBezTo>
                    <a:pt x="4864" y="20993"/>
                    <a:pt x="0" y="16282"/>
                    <a:pt x="0" y="10496"/>
                  </a:cubicBezTo>
                  <a:cubicBezTo>
                    <a:pt x="0" y="4710"/>
                    <a:pt x="4864" y="0"/>
                    <a:pt x="10650" y="0"/>
                  </a:cubicBezTo>
                  <a:cubicBezTo>
                    <a:pt x="13850" y="0"/>
                    <a:pt x="16129" y="1254"/>
                    <a:pt x="17844" y="2893"/>
                  </a:cubicBezTo>
                  <a:lnTo>
                    <a:pt x="15822" y="4915"/>
                  </a:lnTo>
                  <a:cubicBezTo>
                    <a:pt x="14593" y="3763"/>
                    <a:pt x="12929" y="2867"/>
                    <a:pt x="10651" y="2867"/>
                  </a:cubicBezTo>
                  <a:cubicBezTo>
                    <a:pt x="6427" y="2867"/>
                    <a:pt x="3124" y="6272"/>
                    <a:pt x="3124" y="10496"/>
                  </a:cubicBezTo>
                  <a:cubicBezTo>
                    <a:pt x="3124" y="14720"/>
                    <a:pt x="6427" y="18125"/>
                    <a:pt x="10651" y="18125"/>
                  </a:cubicBezTo>
                  <a:cubicBezTo>
                    <a:pt x="13390" y="18125"/>
                    <a:pt x="14952" y="17024"/>
                    <a:pt x="15950" y="16026"/>
                  </a:cubicBezTo>
                  <a:cubicBezTo>
                    <a:pt x="16764" y="15213"/>
                    <a:pt x="17299" y="14046"/>
                    <a:pt x="17507" y="12450"/>
                  </a:cubicBezTo>
                  <a:lnTo>
                    <a:pt x="10700" y="12450"/>
                  </a:lnTo>
                  <a:close/>
                </a:path>
              </a:pathLst>
            </a:custGeom>
            <a:solidFill>
              <a:srgbClr val="AEB3B7"/>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595959"/>
                </a:solidFill>
                <a:latin typeface="Arial"/>
                <a:ea typeface="Arial"/>
                <a:cs typeface="Arial"/>
                <a:sym typeface="Arial"/>
              </a:endParaRPr>
            </a:p>
          </p:txBody>
        </p:sp>
        <p:sp>
          <p:nvSpPr>
            <p:cNvPr id="1061" name="Google Shape;1061;p120"/>
            <p:cNvSpPr/>
            <p:nvPr/>
          </p:nvSpPr>
          <p:spPr>
            <a:xfrm>
              <a:off x="540400" y="187300"/>
              <a:ext cx="339200" cy="337950"/>
            </a:xfrm>
            <a:custGeom>
              <a:avLst/>
              <a:gdLst/>
              <a:ahLst/>
              <a:cxnLst/>
              <a:rect l="l" t="t" r="r" b="b"/>
              <a:pathLst>
                <a:path w="13568" h="13518" extrusionOk="0">
                  <a:moveTo>
                    <a:pt x="13568" y="6759"/>
                  </a:moveTo>
                  <a:cubicBezTo>
                    <a:pt x="13568" y="10650"/>
                    <a:pt x="10522" y="13518"/>
                    <a:pt x="6784" y="13518"/>
                  </a:cubicBezTo>
                  <a:cubicBezTo>
                    <a:pt x="3046" y="13518"/>
                    <a:pt x="0" y="10651"/>
                    <a:pt x="0" y="6759"/>
                  </a:cubicBezTo>
                  <a:cubicBezTo>
                    <a:pt x="0" y="2842"/>
                    <a:pt x="3046" y="0"/>
                    <a:pt x="6784" y="0"/>
                  </a:cubicBezTo>
                  <a:cubicBezTo>
                    <a:pt x="10522" y="0"/>
                    <a:pt x="13568" y="2842"/>
                    <a:pt x="13568" y="6759"/>
                  </a:cubicBezTo>
                  <a:close/>
                  <a:moveTo>
                    <a:pt x="10599" y="6759"/>
                  </a:moveTo>
                  <a:cubicBezTo>
                    <a:pt x="10599" y="4327"/>
                    <a:pt x="8833" y="2663"/>
                    <a:pt x="6785" y="2663"/>
                  </a:cubicBezTo>
                  <a:cubicBezTo>
                    <a:pt x="4737" y="2663"/>
                    <a:pt x="2970" y="4327"/>
                    <a:pt x="2970" y="6759"/>
                  </a:cubicBezTo>
                  <a:cubicBezTo>
                    <a:pt x="2970" y="9165"/>
                    <a:pt x="4736" y="10855"/>
                    <a:pt x="6785" y="10855"/>
                  </a:cubicBezTo>
                  <a:cubicBezTo>
                    <a:pt x="8832" y="10855"/>
                    <a:pt x="10599" y="9165"/>
                    <a:pt x="10599" y="6759"/>
                  </a:cubicBezTo>
                  <a:close/>
                </a:path>
              </a:pathLst>
            </a:custGeom>
            <a:solidFill>
              <a:srgbClr val="AEB3B7"/>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595959"/>
                </a:solidFill>
                <a:latin typeface="Arial"/>
                <a:ea typeface="Arial"/>
                <a:cs typeface="Arial"/>
                <a:sym typeface="Arial"/>
              </a:endParaRPr>
            </a:p>
          </p:txBody>
        </p:sp>
        <p:sp>
          <p:nvSpPr>
            <p:cNvPr id="1062" name="Google Shape;1062;p120"/>
            <p:cNvSpPr/>
            <p:nvPr/>
          </p:nvSpPr>
          <p:spPr>
            <a:xfrm>
              <a:off x="910400" y="187300"/>
              <a:ext cx="339200" cy="337950"/>
            </a:xfrm>
            <a:custGeom>
              <a:avLst/>
              <a:gdLst/>
              <a:ahLst/>
              <a:cxnLst/>
              <a:rect l="l" t="t" r="r" b="b"/>
              <a:pathLst>
                <a:path w="13568" h="13518" extrusionOk="0">
                  <a:moveTo>
                    <a:pt x="13568" y="6759"/>
                  </a:moveTo>
                  <a:cubicBezTo>
                    <a:pt x="13568" y="10650"/>
                    <a:pt x="10522" y="13518"/>
                    <a:pt x="6784" y="13518"/>
                  </a:cubicBezTo>
                  <a:cubicBezTo>
                    <a:pt x="3046" y="13518"/>
                    <a:pt x="0" y="10651"/>
                    <a:pt x="0" y="6759"/>
                  </a:cubicBezTo>
                  <a:cubicBezTo>
                    <a:pt x="0" y="2842"/>
                    <a:pt x="3046" y="0"/>
                    <a:pt x="6784" y="0"/>
                  </a:cubicBezTo>
                  <a:cubicBezTo>
                    <a:pt x="10522" y="0"/>
                    <a:pt x="13568" y="2842"/>
                    <a:pt x="13568" y="6759"/>
                  </a:cubicBezTo>
                  <a:close/>
                  <a:moveTo>
                    <a:pt x="10599" y="6759"/>
                  </a:moveTo>
                  <a:cubicBezTo>
                    <a:pt x="10599" y="4327"/>
                    <a:pt x="8833" y="2663"/>
                    <a:pt x="6785" y="2663"/>
                  </a:cubicBezTo>
                  <a:cubicBezTo>
                    <a:pt x="4737" y="2663"/>
                    <a:pt x="2970" y="4327"/>
                    <a:pt x="2970" y="6759"/>
                  </a:cubicBezTo>
                  <a:cubicBezTo>
                    <a:pt x="2970" y="9165"/>
                    <a:pt x="4736" y="10855"/>
                    <a:pt x="6785" y="10855"/>
                  </a:cubicBezTo>
                  <a:cubicBezTo>
                    <a:pt x="8832" y="10855"/>
                    <a:pt x="10599" y="9165"/>
                    <a:pt x="10599" y="6759"/>
                  </a:cubicBezTo>
                  <a:close/>
                </a:path>
              </a:pathLst>
            </a:custGeom>
            <a:solidFill>
              <a:srgbClr val="AEB3B7"/>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595959"/>
                </a:solidFill>
                <a:latin typeface="Arial"/>
                <a:ea typeface="Arial"/>
                <a:cs typeface="Arial"/>
                <a:sym typeface="Arial"/>
              </a:endParaRPr>
            </a:p>
          </p:txBody>
        </p:sp>
        <p:sp>
          <p:nvSpPr>
            <p:cNvPr id="1063" name="Google Shape;1063;p120"/>
            <p:cNvSpPr/>
            <p:nvPr/>
          </p:nvSpPr>
          <p:spPr>
            <a:xfrm>
              <a:off x="1280400" y="187325"/>
              <a:ext cx="323850" cy="489600"/>
            </a:xfrm>
            <a:custGeom>
              <a:avLst/>
              <a:gdLst/>
              <a:ahLst/>
              <a:cxnLst/>
              <a:rect l="l" t="t" r="r" b="b"/>
              <a:pathLst>
                <a:path w="12954" h="19584" extrusionOk="0">
                  <a:moveTo>
                    <a:pt x="12954" y="409"/>
                  </a:moveTo>
                  <a:lnTo>
                    <a:pt x="12954" y="12544"/>
                  </a:lnTo>
                  <a:cubicBezTo>
                    <a:pt x="12954" y="17536"/>
                    <a:pt x="10010" y="19584"/>
                    <a:pt x="6528" y="19584"/>
                  </a:cubicBezTo>
                  <a:cubicBezTo>
                    <a:pt x="3251" y="19584"/>
                    <a:pt x="1280" y="17382"/>
                    <a:pt x="537" y="15590"/>
                  </a:cubicBezTo>
                  <a:lnTo>
                    <a:pt x="3123" y="14515"/>
                  </a:lnTo>
                  <a:cubicBezTo>
                    <a:pt x="3584" y="15616"/>
                    <a:pt x="4710" y="16922"/>
                    <a:pt x="6528" y="16922"/>
                  </a:cubicBezTo>
                  <a:cubicBezTo>
                    <a:pt x="8755" y="16922"/>
                    <a:pt x="10138" y="15539"/>
                    <a:pt x="10138" y="12954"/>
                  </a:cubicBezTo>
                  <a:lnTo>
                    <a:pt x="10138" y="11981"/>
                  </a:lnTo>
                  <a:lnTo>
                    <a:pt x="10036" y="11981"/>
                  </a:lnTo>
                  <a:cubicBezTo>
                    <a:pt x="9370" y="12800"/>
                    <a:pt x="8090" y="13517"/>
                    <a:pt x="6477" y="13517"/>
                  </a:cubicBezTo>
                  <a:cubicBezTo>
                    <a:pt x="3098" y="13517"/>
                    <a:pt x="0" y="10573"/>
                    <a:pt x="0" y="6784"/>
                  </a:cubicBezTo>
                  <a:cubicBezTo>
                    <a:pt x="0" y="2969"/>
                    <a:pt x="3098" y="0"/>
                    <a:pt x="6477" y="0"/>
                  </a:cubicBezTo>
                  <a:cubicBezTo>
                    <a:pt x="8090" y="0"/>
                    <a:pt x="9370" y="717"/>
                    <a:pt x="10036" y="1511"/>
                  </a:cubicBezTo>
                  <a:lnTo>
                    <a:pt x="10138" y="1511"/>
                  </a:lnTo>
                  <a:lnTo>
                    <a:pt x="10138" y="409"/>
                  </a:lnTo>
                  <a:lnTo>
                    <a:pt x="12954" y="409"/>
                  </a:lnTo>
                  <a:close/>
                  <a:moveTo>
                    <a:pt x="10343" y="6784"/>
                  </a:moveTo>
                  <a:cubicBezTo>
                    <a:pt x="10343" y="4403"/>
                    <a:pt x="8756" y="2662"/>
                    <a:pt x="6733" y="2662"/>
                  </a:cubicBezTo>
                  <a:cubicBezTo>
                    <a:pt x="4685" y="2662"/>
                    <a:pt x="2970" y="4403"/>
                    <a:pt x="2970" y="6784"/>
                  </a:cubicBezTo>
                  <a:cubicBezTo>
                    <a:pt x="2970" y="9139"/>
                    <a:pt x="4685" y="10855"/>
                    <a:pt x="6733" y="10855"/>
                  </a:cubicBezTo>
                  <a:cubicBezTo>
                    <a:pt x="8755" y="10854"/>
                    <a:pt x="10343" y="9139"/>
                    <a:pt x="10343" y="6784"/>
                  </a:cubicBezTo>
                  <a:close/>
                </a:path>
              </a:pathLst>
            </a:custGeom>
            <a:solidFill>
              <a:srgbClr val="AEB3B7"/>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595959"/>
                </a:solidFill>
                <a:latin typeface="Arial"/>
                <a:ea typeface="Arial"/>
                <a:cs typeface="Arial"/>
                <a:sym typeface="Arial"/>
              </a:endParaRPr>
            </a:p>
          </p:txBody>
        </p:sp>
        <p:sp>
          <p:nvSpPr>
            <p:cNvPr id="1064" name="Google Shape;1064;p120"/>
            <p:cNvSpPr/>
            <p:nvPr/>
          </p:nvSpPr>
          <p:spPr>
            <a:xfrm>
              <a:off x="1655750" y="20000"/>
              <a:ext cx="74250" cy="495000"/>
            </a:xfrm>
            <a:custGeom>
              <a:avLst/>
              <a:gdLst/>
              <a:ahLst/>
              <a:cxnLst/>
              <a:rect l="l" t="t" r="r" b="b"/>
              <a:pathLst>
                <a:path w="2970" h="19800" extrusionOk="0">
                  <a:moveTo>
                    <a:pt x="2970" y="0"/>
                  </a:moveTo>
                  <a:lnTo>
                    <a:pt x="2970" y="19800"/>
                  </a:lnTo>
                  <a:lnTo>
                    <a:pt x="0" y="19800"/>
                  </a:lnTo>
                  <a:lnTo>
                    <a:pt x="0" y="0"/>
                  </a:lnTo>
                  <a:lnTo>
                    <a:pt x="2970" y="0"/>
                  </a:lnTo>
                  <a:close/>
                </a:path>
              </a:pathLst>
            </a:custGeom>
            <a:solidFill>
              <a:srgbClr val="AEB3B7"/>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595959"/>
                </a:solidFill>
                <a:latin typeface="Arial"/>
                <a:ea typeface="Arial"/>
                <a:cs typeface="Arial"/>
                <a:sym typeface="Arial"/>
              </a:endParaRPr>
            </a:p>
          </p:txBody>
        </p:sp>
        <p:sp>
          <p:nvSpPr>
            <p:cNvPr id="1065" name="Google Shape;1065;p120"/>
            <p:cNvSpPr/>
            <p:nvPr/>
          </p:nvSpPr>
          <p:spPr>
            <a:xfrm>
              <a:off x="1765825" y="187275"/>
              <a:ext cx="311700" cy="337950"/>
            </a:xfrm>
            <a:custGeom>
              <a:avLst/>
              <a:gdLst/>
              <a:ahLst/>
              <a:cxnLst/>
              <a:rect l="l" t="t" r="r" b="b"/>
              <a:pathLst>
                <a:path w="12468" h="13518" extrusionOk="0">
                  <a:moveTo>
                    <a:pt x="10035" y="8987"/>
                  </a:moveTo>
                  <a:lnTo>
                    <a:pt x="12339" y="10523"/>
                  </a:lnTo>
                  <a:cubicBezTo>
                    <a:pt x="11596" y="11624"/>
                    <a:pt x="9804" y="13518"/>
                    <a:pt x="6707" y="13518"/>
                  </a:cubicBezTo>
                  <a:cubicBezTo>
                    <a:pt x="2867" y="13518"/>
                    <a:pt x="0" y="10548"/>
                    <a:pt x="0" y="6759"/>
                  </a:cubicBezTo>
                  <a:cubicBezTo>
                    <a:pt x="0" y="2739"/>
                    <a:pt x="2893" y="0"/>
                    <a:pt x="6375" y="0"/>
                  </a:cubicBezTo>
                  <a:cubicBezTo>
                    <a:pt x="9882" y="0"/>
                    <a:pt x="11598" y="2791"/>
                    <a:pt x="12161" y="4301"/>
                  </a:cubicBezTo>
                  <a:lnTo>
                    <a:pt x="12468" y="5069"/>
                  </a:lnTo>
                  <a:lnTo>
                    <a:pt x="3431" y="8807"/>
                  </a:lnTo>
                  <a:cubicBezTo>
                    <a:pt x="4122" y="10164"/>
                    <a:pt x="5198" y="10855"/>
                    <a:pt x="6708" y="10855"/>
                  </a:cubicBezTo>
                  <a:cubicBezTo>
                    <a:pt x="8217" y="10856"/>
                    <a:pt x="9267" y="10114"/>
                    <a:pt x="10035" y="8987"/>
                  </a:cubicBezTo>
                  <a:close/>
                  <a:moveTo>
                    <a:pt x="2943" y="6555"/>
                  </a:moveTo>
                  <a:lnTo>
                    <a:pt x="8985" y="4046"/>
                  </a:lnTo>
                  <a:cubicBezTo>
                    <a:pt x="8652" y="3201"/>
                    <a:pt x="7654" y="2612"/>
                    <a:pt x="6476" y="2612"/>
                  </a:cubicBezTo>
                  <a:cubicBezTo>
                    <a:pt x="4966" y="2613"/>
                    <a:pt x="2867" y="3944"/>
                    <a:pt x="2943" y="6555"/>
                  </a:cubicBezTo>
                  <a:close/>
                </a:path>
              </a:pathLst>
            </a:custGeom>
            <a:solidFill>
              <a:srgbClr val="AEB3B7"/>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595959"/>
                </a:solidFill>
                <a:latin typeface="Arial"/>
                <a:ea typeface="Arial"/>
                <a:cs typeface="Arial"/>
                <a:sym typeface="Arial"/>
              </a:endParaRPr>
            </a:p>
          </p:txBody>
        </p:sp>
      </p:grpSp>
    </p:spTree>
    <p:extLst>
      <p:ext uri="{BB962C8B-B14F-4D97-AF65-F5344CB8AC3E}">
        <p14:creationId xmlns:p14="http://schemas.microsoft.com/office/powerpoint/2010/main" val="9193591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Half Color Grey - Core Yellow" preserve="1">
  <p:cSld name="Half Color Grey - Core Yellow">
    <p:spTree>
      <p:nvGrpSpPr>
        <p:cNvPr id="1" name="Shape 1066"/>
        <p:cNvGrpSpPr/>
        <p:nvPr/>
      </p:nvGrpSpPr>
      <p:grpSpPr>
        <a:xfrm>
          <a:off x="0" y="0"/>
          <a:ext cx="0" cy="0"/>
          <a:chOff x="0" y="0"/>
          <a:chExt cx="0" cy="0"/>
        </a:xfrm>
      </p:grpSpPr>
      <p:sp>
        <p:nvSpPr>
          <p:cNvPr id="1067" name="Google Shape;1067;p121"/>
          <p:cNvSpPr/>
          <p:nvPr/>
        </p:nvSpPr>
        <p:spPr>
          <a:xfrm>
            <a:off x="6072400" y="0"/>
            <a:ext cx="6119600" cy="6858000"/>
          </a:xfrm>
          <a:prstGeom prst="rect">
            <a:avLst/>
          </a:prstGeom>
          <a:solidFill>
            <a:srgbClr val="F1F3F4"/>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1069" name="Google Shape;1069;p121"/>
          <p:cNvSpPr/>
          <p:nvPr/>
        </p:nvSpPr>
        <p:spPr>
          <a:xfrm>
            <a:off x="-29957" y="313820"/>
            <a:ext cx="77200" cy="6230400"/>
          </a:xfrm>
          <a:prstGeom prst="rect">
            <a:avLst/>
          </a:prstGeom>
          <a:solidFill>
            <a:srgbClr val="FBBC05"/>
          </a:solidFill>
          <a:ln>
            <a:noFill/>
          </a:ln>
        </p:spPr>
        <p:txBody>
          <a:bodyPr spcFirstLastPara="1" wrap="square" lIns="25400" tIns="25400" rIns="25400" bIns="25400" anchor="ctr" anchorCtr="0">
            <a:noAutofit/>
          </a:bodyPr>
          <a:lstStyle/>
          <a:p>
            <a:pPr marL="0" marR="0" lvl="0" indent="0" algn="ctr" rtl="0">
              <a:lnSpc>
                <a:spcPct val="100000"/>
              </a:lnSpc>
              <a:spcBef>
                <a:spcPts val="0"/>
              </a:spcBef>
              <a:spcAft>
                <a:spcPts val="0"/>
              </a:spcAft>
              <a:buClr>
                <a:srgbClr val="519BF7"/>
              </a:buClr>
              <a:buSzPts val="1200"/>
              <a:buFont typeface="Helvetica Neue Light"/>
              <a:buNone/>
            </a:pPr>
            <a:endParaRPr sz="1600" b="0" i="0" u="none" strike="noStrike" cap="none">
              <a:solidFill>
                <a:srgbClr val="1D8E3E"/>
              </a:solidFill>
              <a:latin typeface="Helvetica Neue Light"/>
              <a:ea typeface="Helvetica Neue Light"/>
              <a:cs typeface="Helvetica Neue Light"/>
              <a:sym typeface="Helvetica Neue Light"/>
            </a:endParaRPr>
          </a:p>
        </p:txBody>
      </p:sp>
      <p:sp>
        <p:nvSpPr>
          <p:cNvPr id="1070" name="Google Shape;1070;p121"/>
          <p:cNvSpPr txBox="1">
            <a:spLocks noGrp="1"/>
          </p:cNvSpPr>
          <p:nvPr>
            <p:ph type="body" idx="1"/>
          </p:nvPr>
        </p:nvSpPr>
        <p:spPr>
          <a:xfrm>
            <a:off x="459335" y="2901200"/>
            <a:ext cx="3968800" cy="2728400"/>
          </a:xfrm>
          <a:prstGeom prst="rect">
            <a:avLst/>
          </a:prstGeom>
          <a:noFill/>
          <a:ln>
            <a:noFill/>
          </a:ln>
        </p:spPr>
        <p:txBody>
          <a:bodyPr spcFirstLastPara="1" wrap="square" lIns="91425" tIns="91425" rIns="91425" bIns="91425" anchor="t" anchorCtr="0">
            <a:noAutofit/>
          </a:bodyPr>
          <a:lstStyle>
            <a:lvl1pPr marL="609585" marR="0" lvl="0" indent="-380990" algn="l" rtl="0">
              <a:lnSpc>
                <a:spcPct val="260000"/>
              </a:lnSpc>
              <a:spcBef>
                <a:spcPts val="0"/>
              </a:spcBef>
              <a:spcAft>
                <a:spcPts val="0"/>
              </a:spcAft>
              <a:buClr>
                <a:srgbClr val="80868B"/>
              </a:buClr>
              <a:buSzPts val="900"/>
              <a:buFont typeface="Roboto"/>
              <a:buChar char="●"/>
              <a:defRPr sz="1467" b="0" i="0" u="none" strike="noStrike" cap="none">
                <a:solidFill>
                  <a:srgbClr val="5F6368"/>
                </a:solidFill>
                <a:latin typeface="Roboto"/>
                <a:ea typeface="Roboto"/>
                <a:cs typeface="Roboto"/>
                <a:sym typeface="Roboto"/>
              </a:defRPr>
            </a:lvl1pPr>
            <a:lvl2pPr marL="1219170" marR="0" lvl="1" indent="-380990" algn="l" rtl="0">
              <a:lnSpc>
                <a:spcPct val="260000"/>
              </a:lnSpc>
              <a:spcBef>
                <a:spcPts val="0"/>
              </a:spcBef>
              <a:spcAft>
                <a:spcPts val="0"/>
              </a:spcAft>
              <a:buClr>
                <a:srgbClr val="80868B"/>
              </a:buClr>
              <a:buSzPts val="900"/>
              <a:buFont typeface="Roboto"/>
              <a:buChar char="○"/>
              <a:defRPr sz="1467" b="0" i="0" u="none" strike="noStrike" cap="none">
                <a:solidFill>
                  <a:srgbClr val="5F6368"/>
                </a:solidFill>
                <a:latin typeface="Roboto"/>
                <a:ea typeface="Roboto"/>
                <a:cs typeface="Roboto"/>
                <a:sym typeface="Roboto"/>
              </a:defRPr>
            </a:lvl2pPr>
            <a:lvl3pPr marL="1828754" marR="0" lvl="2" indent="-397923" algn="l" rtl="0">
              <a:lnSpc>
                <a:spcPct val="260000"/>
              </a:lnSpc>
              <a:spcBef>
                <a:spcPts val="0"/>
              </a:spcBef>
              <a:spcAft>
                <a:spcPts val="0"/>
              </a:spcAft>
              <a:buClr>
                <a:srgbClr val="5F6368"/>
              </a:buClr>
              <a:buSzPts val="1100"/>
              <a:buFont typeface="Roboto"/>
              <a:buChar char="■"/>
              <a:defRPr sz="1467" b="0" i="0" u="none" strike="noStrike" cap="none">
                <a:solidFill>
                  <a:srgbClr val="5F6368"/>
                </a:solidFill>
                <a:latin typeface="Roboto"/>
                <a:ea typeface="Roboto"/>
                <a:cs typeface="Roboto"/>
                <a:sym typeface="Roboto"/>
              </a:defRPr>
            </a:lvl3pPr>
            <a:lvl4pPr marL="2438339" marR="0" lvl="3" indent="-397923" algn="l" rtl="0">
              <a:lnSpc>
                <a:spcPct val="260000"/>
              </a:lnSpc>
              <a:spcBef>
                <a:spcPts val="0"/>
              </a:spcBef>
              <a:spcAft>
                <a:spcPts val="0"/>
              </a:spcAft>
              <a:buClr>
                <a:srgbClr val="5F6368"/>
              </a:buClr>
              <a:buSzPts val="1100"/>
              <a:buFont typeface="Roboto"/>
              <a:buChar char="●"/>
              <a:defRPr sz="1467" b="0" i="0" u="none" strike="noStrike" cap="none">
                <a:solidFill>
                  <a:srgbClr val="5F6368"/>
                </a:solidFill>
                <a:latin typeface="Roboto"/>
                <a:ea typeface="Roboto"/>
                <a:cs typeface="Roboto"/>
                <a:sym typeface="Roboto"/>
              </a:defRPr>
            </a:lvl4pPr>
            <a:lvl5pPr marL="3047924" marR="0" lvl="4" indent="-397923" algn="l" rtl="0">
              <a:lnSpc>
                <a:spcPct val="260000"/>
              </a:lnSpc>
              <a:spcBef>
                <a:spcPts val="0"/>
              </a:spcBef>
              <a:spcAft>
                <a:spcPts val="0"/>
              </a:spcAft>
              <a:buClr>
                <a:srgbClr val="5F6368"/>
              </a:buClr>
              <a:buSzPts val="1100"/>
              <a:buFont typeface="Roboto"/>
              <a:buChar char="○"/>
              <a:defRPr sz="1467" b="0" i="0" u="none" strike="noStrike" cap="none">
                <a:solidFill>
                  <a:srgbClr val="5F6368"/>
                </a:solidFill>
                <a:latin typeface="Roboto"/>
                <a:ea typeface="Roboto"/>
                <a:cs typeface="Roboto"/>
                <a:sym typeface="Roboto"/>
              </a:defRPr>
            </a:lvl5pPr>
            <a:lvl6pPr marL="3657509" marR="0" lvl="5" indent="-397923" algn="l" rtl="0">
              <a:lnSpc>
                <a:spcPct val="260000"/>
              </a:lnSpc>
              <a:spcBef>
                <a:spcPts val="0"/>
              </a:spcBef>
              <a:spcAft>
                <a:spcPts val="0"/>
              </a:spcAft>
              <a:buClr>
                <a:srgbClr val="5F6368"/>
              </a:buClr>
              <a:buSzPts val="1100"/>
              <a:buFont typeface="Roboto"/>
              <a:buChar char="■"/>
              <a:defRPr sz="1467" b="0" i="0" u="none" strike="noStrike" cap="none">
                <a:solidFill>
                  <a:srgbClr val="5F6368"/>
                </a:solidFill>
                <a:latin typeface="Roboto"/>
                <a:ea typeface="Roboto"/>
                <a:cs typeface="Roboto"/>
                <a:sym typeface="Roboto"/>
              </a:defRPr>
            </a:lvl6pPr>
            <a:lvl7pPr marL="4267093" marR="0" lvl="6" indent="-397923" algn="l" rtl="0">
              <a:lnSpc>
                <a:spcPct val="260000"/>
              </a:lnSpc>
              <a:spcBef>
                <a:spcPts val="0"/>
              </a:spcBef>
              <a:spcAft>
                <a:spcPts val="0"/>
              </a:spcAft>
              <a:buClr>
                <a:srgbClr val="5F6368"/>
              </a:buClr>
              <a:buSzPts val="1100"/>
              <a:buFont typeface="Roboto"/>
              <a:buChar char="●"/>
              <a:defRPr sz="1467" b="0" i="0" u="none" strike="noStrike" cap="none">
                <a:solidFill>
                  <a:srgbClr val="5F6368"/>
                </a:solidFill>
                <a:latin typeface="Roboto"/>
                <a:ea typeface="Roboto"/>
                <a:cs typeface="Roboto"/>
                <a:sym typeface="Roboto"/>
              </a:defRPr>
            </a:lvl7pPr>
            <a:lvl8pPr marL="4876678" marR="0" lvl="7" indent="-397923" algn="l" rtl="0">
              <a:lnSpc>
                <a:spcPct val="260000"/>
              </a:lnSpc>
              <a:spcBef>
                <a:spcPts val="0"/>
              </a:spcBef>
              <a:spcAft>
                <a:spcPts val="0"/>
              </a:spcAft>
              <a:buClr>
                <a:srgbClr val="5F6368"/>
              </a:buClr>
              <a:buSzPts val="1100"/>
              <a:buFont typeface="Roboto"/>
              <a:buChar char="○"/>
              <a:defRPr sz="1467" b="0" i="0" u="none" strike="noStrike" cap="none">
                <a:solidFill>
                  <a:srgbClr val="5F6368"/>
                </a:solidFill>
                <a:latin typeface="Roboto"/>
                <a:ea typeface="Roboto"/>
                <a:cs typeface="Roboto"/>
                <a:sym typeface="Roboto"/>
              </a:defRPr>
            </a:lvl8pPr>
            <a:lvl9pPr marL="5486263" marR="0" lvl="8" indent="-397923" algn="l" rtl="0">
              <a:lnSpc>
                <a:spcPct val="260000"/>
              </a:lnSpc>
              <a:spcBef>
                <a:spcPts val="0"/>
              </a:spcBef>
              <a:spcAft>
                <a:spcPts val="0"/>
              </a:spcAft>
              <a:buClr>
                <a:srgbClr val="5F6368"/>
              </a:buClr>
              <a:buSzPts val="1100"/>
              <a:buFont typeface="Roboto"/>
              <a:buChar char="■"/>
              <a:defRPr sz="1467" b="0" i="0" u="none" strike="noStrike" cap="none">
                <a:solidFill>
                  <a:srgbClr val="5F6368"/>
                </a:solidFill>
                <a:latin typeface="Roboto"/>
                <a:ea typeface="Roboto"/>
                <a:cs typeface="Roboto"/>
                <a:sym typeface="Roboto"/>
              </a:defRPr>
            </a:lvl9pPr>
          </a:lstStyle>
          <a:p>
            <a:endParaRPr/>
          </a:p>
        </p:txBody>
      </p:sp>
      <p:sp>
        <p:nvSpPr>
          <p:cNvPr id="1071" name="Google Shape;1071;p121"/>
          <p:cNvSpPr txBox="1">
            <a:spLocks noGrp="1"/>
          </p:cNvSpPr>
          <p:nvPr>
            <p:ph type="title"/>
          </p:nvPr>
        </p:nvSpPr>
        <p:spPr>
          <a:xfrm>
            <a:off x="459335" y="1821200"/>
            <a:ext cx="5152800" cy="552400"/>
          </a:xfrm>
          <a:prstGeom prst="rect">
            <a:avLst/>
          </a:prstGeom>
          <a:noFill/>
          <a:ln>
            <a:noFill/>
          </a:ln>
        </p:spPr>
        <p:txBody>
          <a:bodyPr spcFirstLastPara="1" wrap="square" lIns="91425" tIns="91425" rIns="91425" bIns="91425" anchor="t" anchorCtr="0">
            <a:noAutofit/>
          </a:bodyPr>
          <a:lstStyle>
            <a:lvl1pPr marR="0" lvl="0" algn="l" rtl="0">
              <a:lnSpc>
                <a:spcPct val="90000"/>
              </a:lnSpc>
              <a:spcBef>
                <a:spcPts val="0"/>
              </a:spcBef>
              <a:spcAft>
                <a:spcPts val="0"/>
              </a:spcAft>
              <a:buClr>
                <a:schemeClr val="dk1"/>
              </a:buClr>
              <a:buSzPts val="1100"/>
              <a:buFont typeface="Arial"/>
              <a:buNone/>
              <a:defRPr sz="3200" b="0" i="0" u="none" strike="noStrike" cap="none">
                <a:solidFill>
                  <a:srgbClr val="3C4043"/>
                </a:solidFill>
                <a:latin typeface="Google Sans"/>
                <a:ea typeface="Google Sans"/>
                <a:cs typeface="Google Sans"/>
                <a:sym typeface="Google Sans"/>
              </a:defRPr>
            </a:lvl1pPr>
            <a:lvl2pPr marR="0" lvl="1" algn="ctr" rtl="0">
              <a:lnSpc>
                <a:spcPct val="100000"/>
              </a:lnSpc>
              <a:spcBef>
                <a:spcPts val="0"/>
              </a:spcBef>
              <a:spcAft>
                <a:spcPts val="0"/>
              </a:spcAft>
              <a:buClr>
                <a:srgbClr val="000000"/>
              </a:buClr>
              <a:buSzPts val="4200"/>
              <a:buFont typeface="Helvetica Neue Light"/>
              <a:buNone/>
              <a:defRPr sz="5600" b="0" i="0" u="none" strike="noStrike" cap="none">
                <a:solidFill>
                  <a:srgbClr val="000000"/>
                </a:solidFill>
                <a:latin typeface="Helvetica Neue Light"/>
                <a:ea typeface="Helvetica Neue Light"/>
                <a:cs typeface="Helvetica Neue Light"/>
                <a:sym typeface="Helvetica Neue Light"/>
              </a:defRPr>
            </a:lvl2pPr>
            <a:lvl3pPr marR="0" lvl="2" algn="ctr" rtl="0">
              <a:lnSpc>
                <a:spcPct val="100000"/>
              </a:lnSpc>
              <a:spcBef>
                <a:spcPts val="0"/>
              </a:spcBef>
              <a:spcAft>
                <a:spcPts val="0"/>
              </a:spcAft>
              <a:buClr>
                <a:srgbClr val="000000"/>
              </a:buClr>
              <a:buSzPts val="4200"/>
              <a:buFont typeface="Helvetica Neue Light"/>
              <a:buNone/>
              <a:defRPr sz="5600" b="0" i="0" u="none" strike="noStrike" cap="none">
                <a:solidFill>
                  <a:srgbClr val="000000"/>
                </a:solidFill>
                <a:latin typeface="Helvetica Neue Light"/>
                <a:ea typeface="Helvetica Neue Light"/>
                <a:cs typeface="Helvetica Neue Light"/>
                <a:sym typeface="Helvetica Neue Light"/>
              </a:defRPr>
            </a:lvl3pPr>
            <a:lvl4pPr marR="0" lvl="3" algn="ctr" rtl="0">
              <a:lnSpc>
                <a:spcPct val="100000"/>
              </a:lnSpc>
              <a:spcBef>
                <a:spcPts val="0"/>
              </a:spcBef>
              <a:spcAft>
                <a:spcPts val="0"/>
              </a:spcAft>
              <a:buClr>
                <a:srgbClr val="000000"/>
              </a:buClr>
              <a:buSzPts val="4200"/>
              <a:buFont typeface="Helvetica Neue Light"/>
              <a:buNone/>
              <a:defRPr sz="5600" b="0" i="0" u="none" strike="noStrike" cap="none">
                <a:solidFill>
                  <a:srgbClr val="000000"/>
                </a:solidFill>
                <a:latin typeface="Helvetica Neue Light"/>
                <a:ea typeface="Helvetica Neue Light"/>
                <a:cs typeface="Helvetica Neue Light"/>
                <a:sym typeface="Helvetica Neue Light"/>
              </a:defRPr>
            </a:lvl4pPr>
            <a:lvl5pPr marR="0" lvl="4" algn="ctr" rtl="0">
              <a:lnSpc>
                <a:spcPct val="100000"/>
              </a:lnSpc>
              <a:spcBef>
                <a:spcPts val="0"/>
              </a:spcBef>
              <a:spcAft>
                <a:spcPts val="0"/>
              </a:spcAft>
              <a:buClr>
                <a:srgbClr val="000000"/>
              </a:buClr>
              <a:buSzPts val="4200"/>
              <a:buFont typeface="Helvetica Neue Light"/>
              <a:buNone/>
              <a:defRPr sz="5600" b="0" i="0" u="none" strike="noStrike" cap="none">
                <a:solidFill>
                  <a:srgbClr val="000000"/>
                </a:solidFill>
                <a:latin typeface="Helvetica Neue Light"/>
                <a:ea typeface="Helvetica Neue Light"/>
                <a:cs typeface="Helvetica Neue Light"/>
                <a:sym typeface="Helvetica Neue Light"/>
              </a:defRPr>
            </a:lvl5pPr>
            <a:lvl6pPr marR="0" lvl="5" algn="ctr" rtl="0">
              <a:lnSpc>
                <a:spcPct val="100000"/>
              </a:lnSpc>
              <a:spcBef>
                <a:spcPts val="0"/>
              </a:spcBef>
              <a:spcAft>
                <a:spcPts val="0"/>
              </a:spcAft>
              <a:buClr>
                <a:srgbClr val="000000"/>
              </a:buClr>
              <a:buSzPts val="4200"/>
              <a:buFont typeface="Helvetica Neue Light"/>
              <a:buNone/>
              <a:defRPr sz="5600" b="0" i="0" u="none" strike="noStrike" cap="none">
                <a:solidFill>
                  <a:srgbClr val="000000"/>
                </a:solidFill>
                <a:latin typeface="Helvetica Neue Light"/>
                <a:ea typeface="Helvetica Neue Light"/>
                <a:cs typeface="Helvetica Neue Light"/>
                <a:sym typeface="Helvetica Neue Light"/>
              </a:defRPr>
            </a:lvl6pPr>
            <a:lvl7pPr marR="0" lvl="6" algn="ctr" rtl="0">
              <a:lnSpc>
                <a:spcPct val="100000"/>
              </a:lnSpc>
              <a:spcBef>
                <a:spcPts val="0"/>
              </a:spcBef>
              <a:spcAft>
                <a:spcPts val="0"/>
              </a:spcAft>
              <a:buClr>
                <a:srgbClr val="000000"/>
              </a:buClr>
              <a:buSzPts val="4200"/>
              <a:buFont typeface="Helvetica Neue Light"/>
              <a:buNone/>
              <a:defRPr sz="5600" b="0" i="0" u="none" strike="noStrike" cap="none">
                <a:solidFill>
                  <a:srgbClr val="000000"/>
                </a:solidFill>
                <a:latin typeface="Helvetica Neue Light"/>
                <a:ea typeface="Helvetica Neue Light"/>
                <a:cs typeface="Helvetica Neue Light"/>
                <a:sym typeface="Helvetica Neue Light"/>
              </a:defRPr>
            </a:lvl7pPr>
            <a:lvl8pPr marR="0" lvl="7" algn="ctr" rtl="0">
              <a:lnSpc>
                <a:spcPct val="100000"/>
              </a:lnSpc>
              <a:spcBef>
                <a:spcPts val="0"/>
              </a:spcBef>
              <a:spcAft>
                <a:spcPts val="0"/>
              </a:spcAft>
              <a:buClr>
                <a:srgbClr val="000000"/>
              </a:buClr>
              <a:buSzPts val="4200"/>
              <a:buFont typeface="Helvetica Neue Light"/>
              <a:buNone/>
              <a:defRPr sz="5600" b="0" i="0" u="none" strike="noStrike" cap="none">
                <a:solidFill>
                  <a:srgbClr val="000000"/>
                </a:solidFill>
                <a:latin typeface="Helvetica Neue Light"/>
                <a:ea typeface="Helvetica Neue Light"/>
                <a:cs typeface="Helvetica Neue Light"/>
                <a:sym typeface="Helvetica Neue Light"/>
              </a:defRPr>
            </a:lvl8pPr>
            <a:lvl9pPr marR="0" lvl="8" algn="ctr" rtl="0">
              <a:lnSpc>
                <a:spcPct val="100000"/>
              </a:lnSpc>
              <a:spcBef>
                <a:spcPts val="0"/>
              </a:spcBef>
              <a:spcAft>
                <a:spcPts val="0"/>
              </a:spcAft>
              <a:buClr>
                <a:srgbClr val="000000"/>
              </a:buClr>
              <a:buSzPts val="4200"/>
              <a:buFont typeface="Helvetica Neue Light"/>
              <a:buNone/>
              <a:defRPr sz="5600" b="0" i="0" u="none" strike="noStrike" cap="none">
                <a:solidFill>
                  <a:srgbClr val="000000"/>
                </a:solidFill>
                <a:latin typeface="Helvetica Neue Light"/>
                <a:ea typeface="Helvetica Neue Light"/>
                <a:cs typeface="Helvetica Neue Light"/>
                <a:sym typeface="Helvetica Neue Light"/>
              </a:defRPr>
            </a:lvl9pPr>
          </a:lstStyle>
          <a:p>
            <a:endParaRPr/>
          </a:p>
        </p:txBody>
      </p:sp>
      <p:sp>
        <p:nvSpPr>
          <p:cNvPr id="1072" name="Google Shape;1072;p121"/>
          <p:cNvSpPr txBox="1">
            <a:spLocks noGrp="1"/>
          </p:cNvSpPr>
          <p:nvPr>
            <p:ph type="body" idx="2"/>
          </p:nvPr>
        </p:nvSpPr>
        <p:spPr>
          <a:xfrm>
            <a:off x="459335" y="6324833"/>
            <a:ext cx="5794400" cy="500800"/>
          </a:xfrm>
          <a:prstGeom prst="rect">
            <a:avLst/>
          </a:prstGeom>
          <a:noFill/>
          <a:ln>
            <a:noFill/>
          </a:ln>
        </p:spPr>
        <p:txBody>
          <a:bodyPr spcFirstLastPara="1" wrap="square" lIns="91425" tIns="91425" rIns="91425" bIns="91425" anchor="t" anchorCtr="0">
            <a:noAutofit/>
          </a:bodyPr>
          <a:lstStyle>
            <a:lvl1pPr marL="609585" marR="0" lvl="0" indent="-304792" algn="l" rtl="0">
              <a:lnSpc>
                <a:spcPct val="100000"/>
              </a:lnSpc>
              <a:spcBef>
                <a:spcPts val="0"/>
              </a:spcBef>
              <a:spcAft>
                <a:spcPts val="0"/>
              </a:spcAft>
              <a:buClr>
                <a:srgbClr val="000000"/>
              </a:buClr>
              <a:buSzPts val="1100"/>
              <a:buFont typeface="Arial"/>
              <a:buNone/>
              <a:defRPr sz="800" b="0" i="0" u="none" strike="noStrike" cap="none">
                <a:solidFill>
                  <a:srgbClr val="D5D5D5"/>
                </a:solidFill>
                <a:latin typeface="Roboto"/>
                <a:ea typeface="Roboto"/>
                <a:cs typeface="Roboto"/>
                <a:sym typeface="Roboto"/>
              </a:defRPr>
            </a:lvl1pPr>
            <a:lvl2pPr marL="1219170" marR="0" lvl="1" indent="-304792" algn="l" rtl="0">
              <a:lnSpc>
                <a:spcPct val="100000"/>
              </a:lnSpc>
              <a:spcBef>
                <a:spcPts val="0"/>
              </a:spcBef>
              <a:spcAft>
                <a:spcPts val="0"/>
              </a:spcAft>
              <a:buClr>
                <a:srgbClr val="000000"/>
              </a:buClr>
              <a:buSzPts val="1100"/>
              <a:buFont typeface="Arial"/>
              <a:buNone/>
              <a:defRPr sz="800" b="0" i="0" u="none" strike="noStrike" cap="none">
                <a:solidFill>
                  <a:srgbClr val="D5D5D5"/>
                </a:solidFill>
                <a:latin typeface="Roboto"/>
                <a:ea typeface="Roboto"/>
                <a:cs typeface="Roboto"/>
                <a:sym typeface="Roboto"/>
              </a:defRPr>
            </a:lvl2pPr>
            <a:lvl3pPr marL="1828754" marR="0" lvl="2" indent="-304792" algn="l" rtl="0">
              <a:lnSpc>
                <a:spcPct val="100000"/>
              </a:lnSpc>
              <a:spcBef>
                <a:spcPts val="0"/>
              </a:spcBef>
              <a:spcAft>
                <a:spcPts val="0"/>
              </a:spcAft>
              <a:buClr>
                <a:srgbClr val="000000"/>
              </a:buClr>
              <a:buSzPts val="1100"/>
              <a:buFont typeface="Arial"/>
              <a:buNone/>
              <a:defRPr sz="800" b="0" i="0" u="none" strike="noStrike" cap="none">
                <a:solidFill>
                  <a:srgbClr val="D5D5D5"/>
                </a:solidFill>
                <a:latin typeface="Roboto"/>
                <a:ea typeface="Roboto"/>
                <a:cs typeface="Roboto"/>
                <a:sym typeface="Roboto"/>
              </a:defRPr>
            </a:lvl3pPr>
            <a:lvl4pPr marL="2438339" marR="0" lvl="3" indent="-304792" algn="l" rtl="0">
              <a:lnSpc>
                <a:spcPct val="100000"/>
              </a:lnSpc>
              <a:spcBef>
                <a:spcPts val="0"/>
              </a:spcBef>
              <a:spcAft>
                <a:spcPts val="0"/>
              </a:spcAft>
              <a:buClr>
                <a:srgbClr val="000000"/>
              </a:buClr>
              <a:buSzPts val="1100"/>
              <a:buFont typeface="Arial"/>
              <a:buNone/>
              <a:defRPr sz="800" b="0" i="0" u="none" strike="noStrike" cap="none">
                <a:solidFill>
                  <a:srgbClr val="D5D5D5"/>
                </a:solidFill>
                <a:latin typeface="Roboto"/>
                <a:ea typeface="Roboto"/>
                <a:cs typeface="Roboto"/>
                <a:sym typeface="Roboto"/>
              </a:defRPr>
            </a:lvl4pPr>
            <a:lvl5pPr marL="3047924" marR="0" lvl="4" indent="-304792" algn="l" rtl="0">
              <a:lnSpc>
                <a:spcPct val="100000"/>
              </a:lnSpc>
              <a:spcBef>
                <a:spcPts val="0"/>
              </a:spcBef>
              <a:spcAft>
                <a:spcPts val="0"/>
              </a:spcAft>
              <a:buClr>
                <a:srgbClr val="000000"/>
              </a:buClr>
              <a:buSzPts val="1100"/>
              <a:buFont typeface="Arial"/>
              <a:buNone/>
              <a:defRPr sz="800" b="0" i="0" u="none" strike="noStrike" cap="none">
                <a:solidFill>
                  <a:srgbClr val="D5D5D5"/>
                </a:solidFill>
                <a:latin typeface="Roboto"/>
                <a:ea typeface="Roboto"/>
                <a:cs typeface="Roboto"/>
                <a:sym typeface="Roboto"/>
              </a:defRPr>
            </a:lvl5pPr>
            <a:lvl6pPr marL="3657509" marR="0" lvl="5" indent="-304792" algn="l" rtl="0">
              <a:lnSpc>
                <a:spcPct val="100000"/>
              </a:lnSpc>
              <a:spcBef>
                <a:spcPts val="0"/>
              </a:spcBef>
              <a:spcAft>
                <a:spcPts val="0"/>
              </a:spcAft>
              <a:buClr>
                <a:srgbClr val="000000"/>
              </a:buClr>
              <a:buSzPts val="1100"/>
              <a:buFont typeface="Arial"/>
              <a:buNone/>
              <a:defRPr sz="800" b="0" i="0" u="none" strike="noStrike" cap="none">
                <a:solidFill>
                  <a:srgbClr val="D5D5D5"/>
                </a:solidFill>
                <a:latin typeface="Roboto"/>
                <a:ea typeface="Roboto"/>
                <a:cs typeface="Roboto"/>
                <a:sym typeface="Roboto"/>
              </a:defRPr>
            </a:lvl6pPr>
            <a:lvl7pPr marL="4267093" marR="0" lvl="6" indent="-304792" algn="l" rtl="0">
              <a:lnSpc>
                <a:spcPct val="100000"/>
              </a:lnSpc>
              <a:spcBef>
                <a:spcPts val="0"/>
              </a:spcBef>
              <a:spcAft>
                <a:spcPts val="0"/>
              </a:spcAft>
              <a:buClr>
                <a:srgbClr val="000000"/>
              </a:buClr>
              <a:buSzPts val="1100"/>
              <a:buFont typeface="Arial"/>
              <a:buNone/>
              <a:defRPr sz="800" b="0" i="0" u="none" strike="noStrike" cap="none">
                <a:solidFill>
                  <a:srgbClr val="D5D5D5"/>
                </a:solidFill>
                <a:latin typeface="Roboto"/>
                <a:ea typeface="Roboto"/>
                <a:cs typeface="Roboto"/>
                <a:sym typeface="Roboto"/>
              </a:defRPr>
            </a:lvl7pPr>
            <a:lvl8pPr marL="4876678" marR="0" lvl="7" indent="-304792" algn="l" rtl="0">
              <a:lnSpc>
                <a:spcPct val="100000"/>
              </a:lnSpc>
              <a:spcBef>
                <a:spcPts val="0"/>
              </a:spcBef>
              <a:spcAft>
                <a:spcPts val="0"/>
              </a:spcAft>
              <a:buClr>
                <a:srgbClr val="000000"/>
              </a:buClr>
              <a:buSzPts val="1100"/>
              <a:buFont typeface="Arial"/>
              <a:buNone/>
              <a:defRPr sz="800" b="0" i="0" u="none" strike="noStrike" cap="none">
                <a:solidFill>
                  <a:srgbClr val="D5D5D5"/>
                </a:solidFill>
                <a:latin typeface="Roboto"/>
                <a:ea typeface="Roboto"/>
                <a:cs typeface="Roboto"/>
                <a:sym typeface="Roboto"/>
              </a:defRPr>
            </a:lvl8pPr>
            <a:lvl9pPr marL="5486263" marR="0" lvl="8" indent="-304792" algn="l" rtl="0">
              <a:lnSpc>
                <a:spcPct val="100000"/>
              </a:lnSpc>
              <a:spcBef>
                <a:spcPts val="0"/>
              </a:spcBef>
              <a:spcAft>
                <a:spcPts val="0"/>
              </a:spcAft>
              <a:buClr>
                <a:srgbClr val="000000"/>
              </a:buClr>
              <a:buSzPts val="1100"/>
              <a:buFont typeface="Arial"/>
              <a:buNone/>
              <a:defRPr sz="800" b="0" i="0" u="none" strike="noStrike" cap="none">
                <a:solidFill>
                  <a:srgbClr val="D5D5D5"/>
                </a:solidFill>
                <a:latin typeface="Roboto"/>
                <a:ea typeface="Roboto"/>
                <a:cs typeface="Roboto"/>
                <a:sym typeface="Roboto"/>
              </a:defRPr>
            </a:lvl9pPr>
          </a:lstStyle>
          <a:p>
            <a:endParaRPr/>
          </a:p>
        </p:txBody>
      </p:sp>
      <p:grpSp>
        <p:nvGrpSpPr>
          <p:cNvPr id="1073" name="Google Shape;1073;p121"/>
          <p:cNvGrpSpPr/>
          <p:nvPr/>
        </p:nvGrpSpPr>
        <p:grpSpPr>
          <a:xfrm>
            <a:off x="11292163" y="6405041"/>
            <a:ext cx="560655" cy="182680"/>
            <a:chOff x="0" y="0"/>
            <a:chExt cx="2077525" cy="676925"/>
          </a:xfrm>
        </p:grpSpPr>
        <p:sp>
          <p:nvSpPr>
            <p:cNvPr id="1074" name="Google Shape;1074;p121"/>
            <p:cNvSpPr/>
            <p:nvPr/>
          </p:nvSpPr>
          <p:spPr>
            <a:xfrm>
              <a:off x="0" y="0"/>
              <a:ext cx="511375" cy="524800"/>
            </a:xfrm>
            <a:custGeom>
              <a:avLst/>
              <a:gdLst/>
              <a:ahLst/>
              <a:cxnLst/>
              <a:rect l="l" t="t" r="r" b="b"/>
              <a:pathLst>
                <a:path w="20455" h="20992" extrusionOk="0">
                  <a:moveTo>
                    <a:pt x="10700" y="12450"/>
                  </a:moveTo>
                  <a:lnTo>
                    <a:pt x="10700" y="9583"/>
                  </a:lnTo>
                  <a:lnTo>
                    <a:pt x="20300" y="9583"/>
                  </a:lnTo>
                  <a:cubicBezTo>
                    <a:pt x="20398" y="10088"/>
                    <a:pt x="20455" y="10690"/>
                    <a:pt x="20455" y="11341"/>
                  </a:cubicBezTo>
                  <a:cubicBezTo>
                    <a:pt x="20455" y="13491"/>
                    <a:pt x="19866" y="16154"/>
                    <a:pt x="17972" y="18048"/>
                  </a:cubicBezTo>
                  <a:cubicBezTo>
                    <a:pt x="16129" y="19968"/>
                    <a:pt x="13773" y="20992"/>
                    <a:pt x="10650" y="20992"/>
                  </a:cubicBezTo>
                  <a:cubicBezTo>
                    <a:pt x="4864" y="20993"/>
                    <a:pt x="0" y="16282"/>
                    <a:pt x="0" y="10496"/>
                  </a:cubicBezTo>
                  <a:cubicBezTo>
                    <a:pt x="0" y="4710"/>
                    <a:pt x="4864" y="0"/>
                    <a:pt x="10650" y="0"/>
                  </a:cubicBezTo>
                  <a:cubicBezTo>
                    <a:pt x="13850" y="0"/>
                    <a:pt x="16129" y="1254"/>
                    <a:pt x="17844" y="2893"/>
                  </a:cubicBezTo>
                  <a:lnTo>
                    <a:pt x="15822" y="4915"/>
                  </a:lnTo>
                  <a:cubicBezTo>
                    <a:pt x="14593" y="3763"/>
                    <a:pt x="12929" y="2867"/>
                    <a:pt x="10651" y="2867"/>
                  </a:cubicBezTo>
                  <a:cubicBezTo>
                    <a:pt x="6427" y="2867"/>
                    <a:pt x="3124" y="6272"/>
                    <a:pt x="3124" y="10496"/>
                  </a:cubicBezTo>
                  <a:cubicBezTo>
                    <a:pt x="3124" y="14720"/>
                    <a:pt x="6427" y="18125"/>
                    <a:pt x="10651" y="18125"/>
                  </a:cubicBezTo>
                  <a:cubicBezTo>
                    <a:pt x="13390" y="18125"/>
                    <a:pt x="14952" y="17024"/>
                    <a:pt x="15950" y="16026"/>
                  </a:cubicBezTo>
                  <a:cubicBezTo>
                    <a:pt x="16764" y="15213"/>
                    <a:pt x="17299" y="14046"/>
                    <a:pt x="17507" y="12450"/>
                  </a:cubicBezTo>
                  <a:lnTo>
                    <a:pt x="10700" y="12450"/>
                  </a:lnTo>
                  <a:close/>
                </a:path>
              </a:pathLst>
            </a:custGeom>
            <a:solidFill>
              <a:srgbClr val="AEB3B7"/>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595959"/>
                </a:solidFill>
                <a:latin typeface="Arial"/>
                <a:ea typeface="Arial"/>
                <a:cs typeface="Arial"/>
                <a:sym typeface="Arial"/>
              </a:endParaRPr>
            </a:p>
          </p:txBody>
        </p:sp>
        <p:sp>
          <p:nvSpPr>
            <p:cNvPr id="1075" name="Google Shape;1075;p121"/>
            <p:cNvSpPr/>
            <p:nvPr/>
          </p:nvSpPr>
          <p:spPr>
            <a:xfrm>
              <a:off x="540400" y="187300"/>
              <a:ext cx="339200" cy="337950"/>
            </a:xfrm>
            <a:custGeom>
              <a:avLst/>
              <a:gdLst/>
              <a:ahLst/>
              <a:cxnLst/>
              <a:rect l="l" t="t" r="r" b="b"/>
              <a:pathLst>
                <a:path w="13568" h="13518" extrusionOk="0">
                  <a:moveTo>
                    <a:pt x="13568" y="6759"/>
                  </a:moveTo>
                  <a:cubicBezTo>
                    <a:pt x="13568" y="10650"/>
                    <a:pt x="10522" y="13518"/>
                    <a:pt x="6784" y="13518"/>
                  </a:cubicBezTo>
                  <a:cubicBezTo>
                    <a:pt x="3046" y="13518"/>
                    <a:pt x="0" y="10651"/>
                    <a:pt x="0" y="6759"/>
                  </a:cubicBezTo>
                  <a:cubicBezTo>
                    <a:pt x="0" y="2842"/>
                    <a:pt x="3046" y="0"/>
                    <a:pt x="6784" y="0"/>
                  </a:cubicBezTo>
                  <a:cubicBezTo>
                    <a:pt x="10522" y="0"/>
                    <a:pt x="13568" y="2842"/>
                    <a:pt x="13568" y="6759"/>
                  </a:cubicBezTo>
                  <a:close/>
                  <a:moveTo>
                    <a:pt x="10599" y="6759"/>
                  </a:moveTo>
                  <a:cubicBezTo>
                    <a:pt x="10599" y="4327"/>
                    <a:pt x="8833" y="2663"/>
                    <a:pt x="6785" y="2663"/>
                  </a:cubicBezTo>
                  <a:cubicBezTo>
                    <a:pt x="4737" y="2663"/>
                    <a:pt x="2970" y="4327"/>
                    <a:pt x="2970" y="6759"/>
                  </a:cubicBezTo>
                  <a:cubicBezTo>
                    <a:pt x="2970" y="9165"/>
                    <a:pt x="4736" y="10855"/>
                    <a:pt x="6785" y="10855"/>
                  </a:cubicBezTo>
                  <a:cubicBezTo>
                    <a:pt x="8832" y="10855"/>
                    <a:pt x="10599" y="9165"/>
                    <a:pt x="10599" y="6759"/>
                  </a:cubicBezTo>
                  <a:close/>
                </a:path>
              </a:pathLst>
            </a:custGeom>
            <a:solidFill>
              <a:srgbClr val="AEB3B7"/>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595959"/>
                </a:solidFill>
                <a:latin typeface="Arial"/>
                <a:ea typeface="Arial"/>
                <a:cs typeface="Arial"/>
                <a:sym typeface="Arial"/>
              </a:endParaRPr>
            </a:p>
          </p:txBody>
        </p:sp>
        <p:sp>
          <p:nvSpPr>
            <p:cNvPr id="1076" name="Google Shape;1076;p121"/>
            <p:cNvSpPr/>
            <p:nvPr/>
          </p:nvSpPr>
          <p:spPr>
            <a:xfrm>
              <a:off x="910400" y="187300"/>
              <a:ext cx="339200" cy="337950"/>
            </a:xfrm>
            <a:custGeom>
              <a:avLst/>
              <a:gdLst/>
              <a:ahLst/>
              <a:cxnLst/>
              <a:rect l="l" t="t" r="r" b="b"/>
              <a:pathLst>
                <a:path w="13568" h="13518" extrusionOk="0">
                  <a:moveTo>
                    <a:pt x="13568" y="6759"/>
                  </a:moveTo>
                  <a:cubicBezTo>
                    <a:pt x="13568" y="10650"/>
                    <a:pt x="10522" y="13518"/>
                    <a:pt x="6784" y="13518"/>
                  </a:cubicBezTo>
                  <a:cubicBezTo>
                    <a:pt x="3046" y="13518"/>
                    <a:pt x="0" y="10651"/>
                    <a:pt x="0" y="6759"/>
                  </a:cubicBezTo>
                  <a:cubicBezTo>
                    <a:pt x="0" y="2842"/>
                    <a:pt x="3046" y="0"/>
                    <a:pt x="6784" y="0"/>
                  </a:cubicBezTo>
                  <a:cubicBezTo>
                    <a:pt x="10522" y="0"/>
                    <a:pt x="13568" y="2842"/>
                    <a:pt x="13568" y="6759"/>
                  </a:cubicBezTo>
                  <a:close/>
                  <a:moveTo>
                    <a:pt x="10599" y="6759"/>
                  </a:moveTo>
                  <a:cubicBezTo>
                    <a:pt x="10599" y="4327"/>
                    <a:pt x="8833" y="2663"/>
                    <a:pt x="6785" y="2663"/>
                  </a:cubicBezTo>
                  <a:cubicBezTo>
                    <a:pt x="4737" y="2663"/>
                    <a:pt x="2970" y="4327"/>
                    <a:pt x="2970" y="6759"/>
                  </a:cubicBezTo>
                  <a:cubicBezTo>
                    <a:pt x="2970" y="9165"/>
                    <a:pt x="4736" y="10855"/>
                    <a:pt x="6785" y="10855"/>
                  </a:cubicBezTo>
                  <a:cubicBezTo>
                    <a:pt x="8832" y="10855"/>
                    <a:pt x="10599" y="9165"/>
                    <a:pt x="10599" y="6759"/>
                  </a:cubicBezTo>
                  <a:close/>
                </a:path>
              </a:pathLst>
            </a:custGeom>
            <a:solidFill>
              <a:srgbClr val="AEB3B7"/>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595959"/>
                </a:solidFill>
                <a:latin typeface="Arial"/>
                <a:ea typeface="Arial"/>
                <a:cs typeface="Arial"/>
                <a:sym typeface="Arial"/>
              </a:endParaRPr>
            </a:p>
          </p:txBody>
        </p:sp>
        <p:sp>
          <p:nvSpPr>
            <p:cNvPr id="1077" name="Google Shape;1077;p121"/>
            <p:cNvSpPr/>
            <p:nvPr/>
          </p:nvSpPr>
          <p:spPr>
            <a:xfrm>
              <a:off x="1280400" y="187325"/>
              <a:ext cx="323850" cy="489600"/>
            </a:xfrm>
            <a:custGeom>
              <a:avLst/>
              <a:gdLst/>
              <a:ahLst/>
              <a:cxnLst/>
              <a:rect l="l" t="t" r="r" b="b"/>
              <a:pathLst>
                <a:path w="12954" h="19584" extrusionOk="0">
                  <a:moveTo>
                    <a:pt x="12954" y="409"/>
                  </a:moveTo>
                  <a:lnTo>
                    <a:pt x="12954" y="12544"/>
                  </a:lnTo>
                  <a:cubicBezTo>
                    <a:pt x="12954" y="17536"/>
                    <a:pt x="10010" y="19584"/>
                    <a:pt x="6528" y="19584"/>
                  </a:cubicBezTo>
                  <a:cubicBezTo>
                    <a:pt x="3251" y="19584"/>
                    <a:pt x="1280" y="17382"/>
                    <a:pt x="537" y="15590"/>
                  </a:cubicBezTo>
                  <a:lnTo>
                    <a:pt x="3123" y="14515"/>
                  </a:lnTo>
                  <a:cubicBezTo>
                    <a:pt x="3584" y="15616"/>
                    <a:pt x="4710" y="16922"/>
                    <a:pt x="6528" y="16922"/>
                  </a:cubicBezTo>
                  <a:cubicBezTo>
                    <a:pt x="8755" y="16922"/>
                    <a:pt x="10138" y="15539"/>
                    <a:pt x="10138" y="12954"/>
                  </a:cubicBezTo>
                  <a:lnTo>
                    <a:pt x="10138" y="11981"/>
                  </a:lnTo>
                  <a:lnTo>
                    <a:pt x="10036" y="11981"/>
                  </a:lnTo>
                  <a:cubicBezTo>
                    <a:pt x="9370" y="12800"/>
                    <a:pt x="8090" y="13517"/>
                    <a:pt x="6477" y="13517"/>
                  </a:cubicBezTo>
                  <a:cubicBezTo>
                    <a:pt x="3098" y="13517"/>
                    <a:pt x="0" y="10573"/>
                    <a:pt x="0" y="6784"/>
                  </a:cubicBezTo>
                  <a:cubicBezTo>
                    <a:pt x="0" y="2969"/>
                    <a:pt x="3098" y="0"/>
                    <a:pt x="6477" y="0"/>
                  </a:cubicBezTo>
                  <a:cubicBezTo>
                    <a:pt x="8090" y="0"/>
                    <a:pt x="9370" y="717"/>
                    <a:pt x="10036" y="1511"/>
                  </a:cubicBezTo>
                  <a:lnTo>
                    <a:pt x="10138" y="1511"/>
                  </a:lnTo>
                  <a:lnTo>
                    <a:pt x="10138" y="409"/>
                  </a:lnTo>
                  <a:lnTo>
                    <a:pt x="12954" y="409"/>
                  </a:lnTo>
                  <a:close/>
                  <a:moveTo>
                    <a:pt x="10343" y="6784"/>
                  </a:moveTo>
                  <a:cubicBezTo>
                    <a:pt x="10343" y="4403"/>
                    <a:pt x="8756" y="2662"/>
                    <a:pt x="6733" y="2662"/>
                  </a:cubicBezTo>
                  <a:cubicBezTo>
                    <a:pt x="4685" y="2662"/>
                    <a:pt x="2970" y="4403"/>
                    <a:pt x="2970" y="6784"/>
                  </a:cubicBezTo>
                  <a:cubicBezTo>
                    <a:pt x="2970" y="9139"/>
                    <a:pt x="4685" y="10855"/>
                    <a:pt x="6733" y="10855"/>
                  </a:cubicBezTo>
                  <a:cubicBezTo>
                    <a:pt x="8755" y="10854"/>
                    <a:pt x="10343" y="9139"/>
                    <a:pt x="10343" y="6784"/>
                  </a:cubicBezTo>
                  <a:close/>
                </a:path>
              </a:pathLst>
            </a:custGeom>
            <a:solidFill>
              <a:srgbClr val="AEB3B7"/>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595959"/>
                </a:solidFill>
                <a:latin typeface="Arial"/>
                <a:ea typeface="Arial"/>
                <a:cs typeface="Arial"/>
                <a:sym typeface="Arial"/>
              </a:endParaRPr>
            </a:p>
          </p:txBody>
        </p:sp>
        <p:sp>
          <p:nvSpPr>
            <p:cNvPr id="1078" name="Google Shape;1078;p121"/>
            <p:cNvSpPr/>
            <p:nvPr/>
          </p:nvSpPr>
          <p:spPr>
            <a:xfrm>
              <a:off x="1655750" y="20000"/>
              <a:ext cx="74250" cy="495000"/>
            </a:xfrm>
            <a:custGeom>
              <a:avLst/>
              <a:gdLst/>
              <a:ahLst/>
              <a:cxnLst/>
              <a:rect l="l" t="t" r="r" b="b"/>
              <a:pathLst>
                <a:path w="2970" h="19800" extrusionOk="0">
                  <a:moveTo>
                    <a:pt x="2970" y="0"/>
                  </a:moveTo>
                  <a:lnTo>
                    <a:pt x="2970" y="19800"/>
                  </a:lnTo>
                  <a:lnTo>
                    <a:pt x="0" y="19800"/>
                  </a:lnTo>
                  <a:lnTo>
                    <a:pt x="0" y="0"/>
                  </a:lnTo>
                  <a:lnTo>
                    <a:pt x="2970" y="0"/>
                  </a:lnTo>
                  <a:close/>
                </a:path>
              </a:pathLst>
            </a:custGeom>
            <a:solidFill>
              <a:srgbClr val="AEB3B7"/>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595959"/>
                </a:solidFill>
                <a:latin typeface="Arial"/>
                <a:ea typeface="Arial"/>
                <a:cs typeface="Arial"/>
                <a:sym typeface="Arial"/>
              </a:endParaRPr>
            </a:p>
          </p:txBody>
        </p:sp>
        <p:sp>
          <p:nvSpPr>
            <p:cNvPr id="1079" name="Google Shape;1079;p121"/>
            <p:cNvSpPr/>
            <p:nvPr/>
          </p:nvSpPr>
          <p:spPr>
            <a:xfrm>
              <a:off x="1765825" y="187275"/>
              <a:ext cx="311700" cy="337950"/>
            </a:xfrm>
            <a:custGeom>
              <a:avLst/>
              <a:gdLst/>
              <a:ahLst/>
              <a:cxnLst/>
              <a:rect l="l" t="t" r="r" b="b"/>
              <a:pathLst>
                <a:path w="12468" h="13518" extrusionOk="0">
                  <a:moveTo>
                    <a:pt x="10035" y="8987"/>
                  </a:moveTo>
                  <a:lnTo>
                    <a:pt x="12339" y="10523"/>
                  </a:lnTo>
                  <a:cubicBezTo>
                    <a:pt x="11596" y="11624"/>
                    <a:pt x="9804" y="13518"/>
                    <a:pt x="6707" y="13518"/>
                  </a:cubicBezTo>
                  <a:cubicBezTo>
                    <a:pt x="2867" y="13518"/>
                    <a:pt x="0" y="10548"/>
                    <a:pt x="0" y="6759"/>
                  </a:cubicBezTo>
                  <a:cubicBezTo>
                    <a:pt x="0" y="2739"/>
                    <a:pt x="2893" y="0"/>
                    <a:pt x="6375" y="0"/>
                  </a:cubicBezTo>
                  <a:cubicBezTo>
                    <a:pt x="9882" y="0"/>
                    <a:pt x="11598" y="2791"/>
                    <a:pt x="12161" y="4301"/>
                  </a:cubicBezTo>
                  <a:lnTo>
                    <a:pt x="12468" y="5069"/>
                  </a:lnTo>
                  <a:lnTo>
                    <a:pt x="3431" y="8807"/>
                  </a:lnTo>
                  <a:cubicBezTo>
                    <a:pt x="4122" y="10164"/>
                    <a:pt x="5198" y="10855"/>
                    <a:pt x="6708" y="10855"/>
                  </a:cubicBezTo>
                  <a:cubicBezTo>
                    <a:pt x="8217" y="10856"/>
                    <a:pt x="9267" y="10114"/>
                    <a:pt x="10035" y="8987"/>
                  </a:cubicBezTo>
                  <a:close/>
                  <a:moveTo>
                    <a:pt x="2943" y="6555"/>
                  </a:moveTo>
                  <a:lnTo>
                    <a:pt x="8985" y="4046"/>
                  </a:lnTo>
                  <a:cubicBezTo>
                    <a:pt x="8652" y="3201"/>
                    <a:pt x="7654" y="2612"/>
                    <a:pt x="6476" y="2612"/>
                  </a:cubicBezTo>
                  <a:cubicBezTo>
                    <a:pt x="4966" y="2613"/>
                    <a:pt x="2867" y="3944"/>
                    <a:pt x="2943" y="6555"/>
                  </a:cubicBezTo>
                  <a:close/>
                </a:path>
              </a:pathLst>
            </a:custGeom>
            <a:solidFill>
              <a:srgbClr val="AEB3B7"/>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595959"/>
                </a:solidFill>
                <a:latin typeface="Arial"/>
                <a:ea typeface="Arial"/>
                <a:cs typeface="Arial"/>
                <a:sym typeface="Arial"/>
              </a:endParaRPr>
            </a:p>
          </p:txBody>
        </p:sp>
      </p:grpSp>
      <p:pic>
        <p:nvPicPr>
          <p:cNvPr id="2" name="Picture 1">
            <a:extLst>
              <a:ext uri="{FF2B5EF4-FFF2-40B4-BE49-F238E27FC236}">
                <a16:creationId xmlns:a16="http://schemas.microsoft.com/office/drawing/2014/main" id="{F8FA75E6-2410-79A4-020E-66106F44196A}"/>
              </a:ext>
            </a:extLst>
          </p:cNvPr>
          <p:cNvPicPr>
            <a:picLocks noChangeAspect="1"/>
          </p:cNvPicPr>
          <p:nvPr userDrawn="1"/>
        </p:nvPicPr>
        <p:blipFill>
          <a:blip r:embed="rId2"/>
          <a:stretch>
            <a:fillRect/>
          </a:stretch>
        </p:blipFill>
        <p:spPr>
          <a:xfrm>
            <a:off x="9547051" y="114516"/>
            <a:ext cx="2497667" cy="635000"/>
          </a:xfrm>
          <a:prstGeom prst="rect">
            <a:avLst/>
          </a:prstGeom>
        </p:spPr>
      </p:pic>
    </p:spTree>
    <p:extLst>
      <p:ext uri="{BB962C8B-B14F-4D97-AF65-F5344CB8AC3E}">
        <p14:creationId xmlns:p14="http://schemas.microsoft.com/office/powerpoint/2010/main" val="1857282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Divider - Core Green" preserve="1">
  <p:cSld name="Divider - Core Green">
    <p:spTree>
      <p:nvGrpSpPr>
        <p:cNvPr id="1" name="Shape 1080"/>
        <p:cNvGrpSpPr/>
        <p:nvPr/>
      </p:nvGrpSpPr>
      <p:grpSpPr>
        <a:xfrm>
          <a:off x="0" y="0"/>
          <a:ext cx="0" cy="0"/>
          <a:chOff x="0" y="0"/>
          <a:chExt cx="0" cy="0"/>
        </a:xfrm>
      </p:grpSpPr>
      <p:sp>
        <p:nvSpPr>
          <p:cNvPr id="1081" name="Google Shape;1081;p122"/>
          <p:cNvSpPr/>
          <p:nvPr/>
        </p:nvSpPr>
        <p:spPr>
          <a:xfrm>
            <a:off x="67" y="0"/>
            <a:ext cx="12192000" cy="6032000"/>
          </a:xfrm>
          <a:prstGeom prst="rect">
            <a:avLst/>
          </a:prstGeom>
          <a:solidFill>
            <a:srgbClr val="34A853"/>
          </a:solidFill>
          <a:ln>
            <a:noFill/>
          </a:ln>
        </p:spPr>
        <p:txBody>
          <a:bodyPr spcFirstLastPara="1" wrap="square" lIns="25400" tIns="25400" rIns="25400" bIns="25400" anchor="ctr" anchorCtr="0">
            <a:noAutofit/>
          </a:bodyPr>
          <a:lstStyle/>
          <a:p>
            <a:pPr marL="0" marR="0" lvl="0" indent="0" algn="ctr" rtl="0">
              <a:lnSpc>
                <a:spcPct val="100000"/>
              </a:lnSpc>
              <a:spcBef>
                <a:spcPts val="0"/>
              </a:spcBef>
              <a:spcAft>
                <a:spcPts val="0"/>
              </a:spcAft>
              <a:buClr>
                <a:srgbClr val="FFFFFF"/>
              </a:buClr>
              <a:buSzPts val="1200"/>
              <a:buFont typeface="Helvetica Neue Light"/>
              <a:buNone/>
            </a:pPr>
            <a:endParaRPr sz="1600" b="0" i="0" u="none" strike="noStrike" cap="none">
              <a:solidFill>
                <a:srgbClr val="FFFFFF"/>
              </a:solidFill>
              <a:latin typeface="Helvetica Neue Light"/>
              <a:ea typeface="Helvetica Neue Light"/>
              <a:cs typeface="Helvetica Neue Light"/>
              <a:sym typeface="Helvetica Neue Light"/>
            </a:endParaRPr>
          </a:p>
        </p:txBody>
      </p:sp>
      <p:sp>
        <p:nvSpPr>
          <p:cNvPr id="1082" name="Google Shape;1082;p122"/>
          <p:cNvSpPr txBox="1">
            <a:spLocks noGrp="1"/>
          </p:cNvSpPr>
          <p:nvPr>
            <p:ph type="title"/>
          </p:nvPr>
        </p:nvSpPr>
        <p:spPr>
          <a:xfrm>
            <a:off x="1282917" y="2731717"/>
            <a:ext cx="10502800" cy="1143200"/>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FFFFFF"/>
              </a:buClr>
              <a:buSzPts val="2400"/>
              <a:buFont typeface="Google Sans"/>
              <a:buNone/>
              <a:defRPr sz="4800" b="0" i="0" u="none" strike="noStrike" cap="none">
                <a:solidFill>
                  <a:srgbClr val="FFFFFF"/>
                </a:solidFill>
                <a:latin typeface="Google Sans"/>
                <a:ea typeface="Google Sans"/>
                <a:cs typeface="Google Sans"/>
                <a:sym typeface="Google Sans"/>
              </a:defRPr>
            </a:lvl1pPr>
            <a:lvl2pPr marR="0" lvl="1" algn="ctr" rtl="0">
              <a:lnSpc>
                <a:spcPct val="100000"/>
              </a:lnSpc>
              <a:spcBef>
                <a:spcPts val="0"/>
              </a:spcBef>
              <a:spcAft>
                <a:spcPts val="0"/>
              </a:spcAft>
              <a:buClr>
                <a:srgbClr val="000000"/>
              </a:buClr>
              <a:buSzPts val="4200"/>
              <a:buFont typeface="Helvetica Neue Light"/>
              <a:buNone/>
              <a:defRPr sz="4800" b="0" i="0" u="none" strike="noStrike" cap="none">
                <a:solidFill>
                  <a:schemeClr val="lt1"/>
                </a:solidFill>
                <a:latin typeface="Helvetica Neue Light"/>
                <a:ea typeface="Helvetica Neue Light"/>
                <a:cs typeface="Helvetica Neue Light"/>
                <a:sym typeface="Helvetica Neue Light"/>
              </a:defRPr>
            </a:lvl2pPr>
            <a:lvl3pPr marR="0" lvl="2" algn="ctr" rtl="0">
              <a:lnSpc>
                <a:spcPct val="100000"/>
              </a:lnSpc>
              <a:spcBef>
                <a:spcPts val="0"/>
              </a:spcBef>
              <a:spcAft>
                <a:spcPts val="0"/>
              </a:spcAft>
              <a:buClr>
                <a:srgbClr val="000000"/>
              </a:buClr>
              <a:buSzPts val="4200"/>
              <a:buFont typeface="Helvetica Neue Light"/>
              <a:buNone/>
              <a:defRPr sz="4800" b="0" i="0" u="none" strike="noStrike" cap="none">
                <a:solidFill>
                  <a:schemeClr val="lt1"/>
                </a:solidFill>
                <a:latin typeface="Helvetica Neue Light"/>
                <a:ea typeface="Helvetica Neue Light"/>
                <a:cs typeface="Helvetica Neue Light"/>
                <a:sym typeface="Helvetica Neue Light"/>
              </a:defRPr>
            </a:lvl3pPr>
            <a:lvl4pPr marR="0" lvl="3" algn="ctr" rtl="0">
              <a:lnSpc>
                <a:spcPct val="100000"/>
              </a:lnSpc>
              <a:spcBef>
                <a:spcPts val="0"/>
              </a:spcBef>
              <a:spcAft>
                <a:spcPts val="0"/>
              </a:spcAft>
              <a:buClr>
                <a:srgbClr val="000000"/>
              </a:buClr>
              <a:buSzPts val="4200"/>
              <a:buFont typeface="Helvetica Neue Light"/>
              <a:buNone/>
              <a:defRPr sz="4800" b="0" i="0" u="none" strike="noStrike" cap="none">
                <a:solidFill>
                  <a:schemeClr val="lt1"/>
                </a:solidFill>
                <a:latin typeface="Helvetica Neue Light"/>
                <a:ea typeface="Helvetica Neue Light"/>
                <a:cs typeface="Helvetica Neue Light"/>
                <a:sym typeface="Helvetica Neue Light"/>
              </a:defRPr>
            </a:lvl4pPr>
            <a:lvl5pPr marR="0" lvl="4" algn="ctr" rtl="0">
              <a:lnSpc>
                <a:spcPct val="100000"/>
              </a:lnSpc>
              <a:spcBef>
                <a:spcPts val="0"/>
              </a:spcBef>
              <a:spcAft>
                <a:spcPts val="0"/>
              </a:spcAft>
              <a:buClr>
                <a:srgbClr val="000000"/>
              </a:buClr>
              <a:buSzPts val="4200"/>
              <a:buFont typeface="Helvetica Neue Light"/>
              <a:buNone/>
              <a:defRPr sz="4800" b="0" i="0" u="none" strike="noStrike" cap="none">
                <a:solidFill>
                  <a:schemeClr val="lt1"/>
                </a:solidFill>
                <a:latin typeface="Helvetica Neue Light"/>
                <a:ea typeface="Helvetica Neue Light"/>
                <a:cs typeface="Helvetica Neue Light"/>
                <a:sym typeface="Helvetica Neue Light"/>
              </a:defRPr>
            </a:lvl5pPr>
            <a:lvl6pPr marR="0" lvl="5" algn="ctr" rtl="0">
              <a:lnSpc>
                <a:spcPct val="100000"/>
              </a:lnSpc>
              <a:spcBef>
                <a:spcPts val="0"/>
              </a:spcBef>
              <a:spcAft>
                <a:spcPts val="0"/>
              </a:spcAft>
              <a:buClr>
                <a:srgbClr val="000000"/>
              </a:buClr>
              <a:buSzPts val="4200"/>
              <a:buFont typeface="Helvetica Neue Light"/>
              <a:buNone/>
              <a:defRPr sz="4800" b="0" i="0" u="none" strike="noStrike" cap="none">
                <a:solidFill>
                  <a:schemeClr val="lt1"/>
                </a:solidFill>
                <a:latin typeface="Helvetica Neue Light"/>
                <a:ea typeface="Helvetica Neue Light"/>
                <a:cs typeface="Helvetica Neue Light"/>
                <a:sym typeface="Helvetica Neue Light"/>
              </a:defRPr>
            </a:lvl6pPr>
            <a:lvl7pPr marR="0" lvl="6" algn="ctr" rtl="0">
              <a:lnSpc>
                <a:spcPct val="100000"/>
              </a:lnSpc>
              <a:spcBef>
                <a:spcPts val="0"/>
              </a:spcBef>
              <a:spcAft>
                <a:spcPts val="0"/>
              </a:spcAft>
              <a:buClr>
                <a:srgbClr val="000000"/>
              </a:buClr>
              <a:buSzPts val="4200"/>
              <a:buFont typeface="Helvetica Neue Light"/>
              <a:buNone/>
              <a:defRPr sz="4800" b="0" i="0" u="none" strike="noStrike" cap="none">
                <a:solidFill>
                  <a:schemeClr val="lt1"/>
                </a:solidFill>
                <a:latin typeface="Helvetica Neue Light"/>
                <a:ea typeface="Helvetica Neue Light"/>
                <a:cs typeface="Helvetica Neue Light"/>
                <a:sym typeface="Helvetica Neue Light"/>
              </a:defRPr>
            </a:lvl7pPr>
            <a:lvl8pPr marR="0" lvl="7" algn="ctr" rtl="0">
              <a:lnSpc>
                <a:spcPct val="100000"/>
              </a:lnSpc>
              <a:spcBef>
                <a:spcPts val="0"/>
              </a:spcBef>
              <a:spcAft>
                <a:spcPts val="0"/>
              </a:spcAft>
              <a:buClr>
                <a:srgbClr val="000000"/>
              </a:buClr>
              <a:buSzPts val="4200"/>
              <a:buFont typeface="Helvetica Neue Light"/>
              <a:buNone/>
              <a:defRPr sz="4800" b="0" i="0" u="none" strike="noStrike" cap="none">
                <a:solidFill>
                  <a:schemeClr val="lt1"/>
                </a:solidFill>
                <a:latin typeface="Helvetica Neue Light"/>
                <a:ea typeface="Helvetica Neue Light"/>
                <a:cs typeface="Helvetica Neue Light"/>
                <a:sym typeface="Helvetica Neue Light"/>
              </a:defRPr>
            </a:lvl8pPr>
            <a:lvl9pPr marR="0" lvl="8" algn="ctr" rtl="0">
              <a:lnSpc>
                <a:spcPct val="100000"/>
              </a:lnSpc>
              <a:spcBef>
                <a:spcPts val="0"/>
              </a:spcBef>
              <a:spcAft>
                <a:spcPts val="0"/>
              </a:spcAft>
              <a:buClr>
                <a:srgbClr val="000000"/>
              </a:buClr>
              <a:buSzPts val="4200"/>
              <a:buFont typeface="Helvetica Neue Light"/>
              <a:buNone/>
              <a:defRPr sz="4800" b="0" i="0" u="none" strike="noStrike" cap="none">
                <a:solidFill>
                  <a:schemeClr val="lt1"/>
                </a:solidFill>
                <a:latin typeface="Helvetica Neue Light"/>
                <a:ea typeface="Helvetica Neue Light"/>
                <a:cs typeface="Helvetica Neue Light"/>
                <a:sym typeface="Helvetica Neue Light"/>
              </a:defRPr>
            </a:lvl9pPr>
          </a:lstStyle>
          <a:p>
            <a:endParaRPr/>
          </a:p>
        </p:txBody>
      </p:sp>
      <p:cxnSp>
        <p:nvCxnSpPr>
          <p:cNvPr id="1084" name="Google Shape;1084;p122"/>
          <p:cNvCxnSpPr/>
          <p:nvPr/>
        </p:nvCxnSpPr>
        <p:spPr>
          <a:xfrm rot="10800000">
            <a:off x="568405" y="1968211"/>
            <a:ext cx="0" cy="2493200"/>
          </a:xfrm>
          <a:prstGeom prst="straightConnector1">
            <a:avLst/>
          </a:prstGeom>
          <a:noFill/>
          <a:ln w="25400" cap="flat" cmpd="sng">
            <a:solidFill>
              <a:srgbClr val="FFFFFF"/>
            </a:solidFill>
            <a:prstDash val="solid"/>
            <a:miter lim="400000"/>
            <a:headEnd type="none" w="sm" len="sm"/>
            <a:tailEnd type="none" w="sm" len="sm"/>
          </a:ln>
        </p:spPr>
      </p:cxnSp>
      <p:pic>
        <p:nvPicPr>
          <p:cNvPr id="1085" name="Google Shape;1085;p122"/>
          <p:cNvPicPr preferRelativeResize="0"/>
          <p:nvPr/>
        </p:nvPicPr>
        <p:blipFill>
          <a:blip r:embed="rId2">
            <a:alphaModFix/>
          </a:blip>
          <a:stretch>
            <a:fillRect/>
          </a:stretch>
        </p:blipFill>
        <p:spPr>
          <a:xfrm>
            <a:off x="11287604" y="6399346"/>
            <a:ext cx="585216" cy="190831"/>
          </a:xfrm>
          <a:prstGeom prst="rect">
            <a:avLst/>
          </a:prstGeom>
          <a:noFill/>
          <a:ln>
            <a:noFill/>
          </a:ln>
        </p:spPr>
      </p:pic>
      <p:pic>
        <p:nvPicPr>
          <p:cNvPr id="2" name="Picture 1">
            <a:extLst>
              <a:ext uri="{FF2B5EF4-FFF2-40B4-BE49-F238E27FC236}">
                <a16:creationId xmlns:a16="http://schemas.microsoft.com/office/drawing/2014/main" id="{FA0BA4F1-EC19-B71E-136F-22AE36F7D759}"/>
              </a:ext>
            </a:extLst>
          </p:cNvPr>
          <p:cNvPicPr>
            <a:picLocks noChangeAspect="1"/>
          </p:cNvPicPr>
          <p:nvPr userDrawn="1"/>
        </p:nvPicPr>
        <p:blipFill>
          <a:blip r:embed="rId3"/>
          <a:stretch>
            <a:fillRect/>
          </a:stretch>
        </p:blipFill>
        <p:spPr>
          <a:xfrm>
            <a:off x="9547051" y="114516"/>
            <a:ext cx="2497667" cy="635000"/>
          </a:xfrm>
          <a:prstGeom prst="rect">
            <a:avLst/>
          </a:prstGeom>
        </p:spPr>
      </p:pic>
    </p:spTree>
    <p:extLst>
      <p:ext uri="{BB962C8B-B14F-4D97-AF65-F5344CB8AC3E}">
        <p14:creationId xmlns:p14="http://schemas.microsoft.com/office/powerpoint/2010/main" val="144320497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ody Slide - Green" preserve="1">
  <p:cSld name="Body Slide - Green">
    <p:spTree>
      <p:nvGrpSpPr>
        <p:cNvPr id="1" name="Shape 1086"/>
        <p:cNvGrpSpPr/>
        <p:nvPr/>
      </p:nvGrpSpPr>
      <p:grpSpPr>
        <a:xfrm>
          <a:off x="0" y="0"/>
          <a:ext cx="0" cy="0"/>
          <a:chOff x="0" y="0"/>
          <a:chExt cx="0" cy="0"/>
        </a:xfrm>
      </p:grpSpPr>
      <p:sp>
        <p:nvSpPr>
          <p:cNvPr id="1087" name="Google Shape;1087;p123"/>
          <p:cNvSpPr/>
          <p:nvPr/>
        </p:nvSpPr>
        <p:spPr>
          <a:xfrm>
            <a:off x="568400" y="657300"/>
            <a:ext cx="10396000" cy="552400"/>
          </a:xfrm>
          <a:prstGeom prst="rect">
            <a:avLst/>
          </a:prstGeom>
          <a:noFill/>
          <a:ln>
            <a:noFill/>
          </a:ln>
        </p:spPr>
        <p:txBody>
          <a:bodyPr spcFirstLastPara="1" wrap="square" lIns="25400" tIns="25400" rIns="25400" bIns="25400" anchor="t" anchorCtr="0">
            <a:noAutofit/>
          </a:bodyPr>
          <a:lstStyle/>
          <a:p>
            <a:pPr marL="0" marR="0" lvl="0" indent="0" algn="l" rtl="0">
              <a:lnSpc>
                <a:spcPct val="90000"/>
              </a:lnSpc>
              <a:spcBef>
                <a:spcPts val="0"/>
              </a:spcBef>
              <a:spcAft>
                <a:spcPts val="0"/>
              </a:spcAft>
              <a:buClr>
                <a:schemeClr val="dk1"/>
              </a:buClr>
              <a:buSzPts val="1100"/>
              <a:buFont typeface="Arial"/>
              <a:buNone/>
            </a:pPr>
            <a:endParaRPr sz="3200" b="0" i="0" u="none" strike="noStrike" cap="none">
              <a:solidFill>
                <a:srgbClr val="3C4043"/>
              </a:solidFill>
              <a:latin typeface="Google Sans"/>
              <a:ea typeface="Google Sans"/>
              <a:cs typeface="Google Sans"/>
              <a:sym typeface="Google Sans"/>
            </a:endParaRPr>
          </a:p>
        </p:txBody>
      </p:sp>
      <p:sp>
        <p:nvSpPr>
          <p:cNvPr id="1088" name="Google Shape;1088;p123"/>
          <p:cNvSpPr txBox="1"/>
          <p:nvPr/>
        </p:nvSpPr>
        <p:spPr>
          <a:xfrm>
            <a:off x="10579600" y="291700"/>
            <a:ext cx="1612400" cy="404800"/>
          </a:xfrm>
          <a:prstGeom prst="rect">
            <a:avLst/>
          </a:prstGeom>
          <a:noFill/>
          <a:ln>
            <a:noFill/>
          </a:ln>
        </p:spPr>
        <p:txBody>
          <a:bodyPr spcFirstLastPara="1" wrap="square" lIns="121900" tIns="121900" rIns="121900" bIns="121900" anchor="t" anchorCtr="0">
            <a:noAutofit/>
          </a:bodyPr>
          <a:lstStyle/>
          <a:p>
            <a:pPr marL="0" marR="0" lvl="0" indent="0" algn="l" rtl="0">
              <a:lnSpc>
                <a:spcPct val="100000"/>
              </a:lnSpc>
              <a:spcBef>
                <a:spcPts val="0"/>
              </a:spcBef>
              <a:spcAft>
                <a:spcPts val="0"/>
              </a:spcAft>
              <a:buClr>
                <a:srgbClr val="000000"/>
              </a:buClr>
              <a:buSzPts val="600"/>
              <a:buFont typeface="Arial"/>
              <a:buNone/>
            </a:pPr>
            <a:r>
              <a:rPr lang="en" sz="800" b="0" i="0" u="none" strike="noStrike" cap="none">
                <a:solidFill>
                  <a:srgbClr val="D9D9D9"/>
                </a:solidFill>
                <a:latin typeface="Roboto"/>
                <a:ea typeface="Roboto"/>
                <a:cs typeface="Roboto"/>
                <a:sym typeface="Roboto"/>
              </a:rPr>
              <a:t>Proprietary + Confidential</a:t>
            </a:r>
            <a:endParaRPr sz="800" b="0" i="0" u="none" strike="noStrike" cap="none">
              <a:solidFill>
                <a:srgbClr val="D9D9D9"/>
              </a:solidFill>
              <a:latin typeface="Roboto"/>
              <a:ea typeface="Roboto"/>
              <a:cs typeface="Roboto"/>
              <a:sym typeface="Roboto"/>
            </a:endParaRPr>
          </a:p>
        </p:txBody>
      </p:sp>
      <p:sp>
        <p:nvSpPr>
          <p:cNvPr id="1089" name="Google Shape;1089;p123"/>
          <p:cNvSpPr/>
          <p:nvPr/>
        </p:nvSpPr>
        <p:spPr>
          <a:xfrm>
            <a:off x="-29957" y="313820"/>
            <a:ext cx="77200" cy="6230400"/>
          </a:xfrm>
          <a:prstGeom prst="rect">
            <a:avLst/>
          </a:prstGeom>
          <a:solidFill>
            <a:srgbClr val="34A853"/>
          </a:solidFill>
          <a:ln>
            <a:noFill/>
          </a:ln>
        </p:spPr>
        <p:txBody>
          <a:bodyPr spcFirstLastPara="1" wrap="square" lIns="25400" tIns="25400" rIns="25400" bIns="25400" anchor="ctr" anchorCtr="0">
            <a:noAutofit/>
          </a:bodyPr>
          <a:lstStyle/>
          <a:p>
            <a:pPr marL="0" marR="0" lvl="0" indent="0" algn="ctr" rtl="0">
              <a:lnSpc>
                <a:spcPct val="100000"/>
              </a:lnSpc>
              <a:spcBef>
                <a:spcPts val="0"/>
              </a:spcBef>
              <a:spcAft>
                <a:spcPts val="0"/>
              </a:spcAft>
              <a:buClr>
                <a:srgbClr val="519BF7"/>
              </a:buClr>
              <a:buSzPts val="1200"/>
              <a:buFont typeface="Helvetica Neue Light"/>
              <a:buNone/>
            </a:pPr>
            <a:endParaRPr sz="1600" b="0" i="0" u="none" strike="noStrike" cap="none">
              <a:solidFill>
                <a:srgbClr val="1D8E3E"/>
              </a:solidFill>
              <a:latin typeface="Helvetica Neue Light"/>
              <a:ea typeface="Helvetica Neue Light"/>
              <a:cs typeface="Helvetica Neue Light"/>
              <a:sym typeface="Helvetica Neue Light"/>
            </a:endParaRPr>
          </a:p>
        </p:txBody>
      </p:sp>
      <p:grpSp>
        <p:nvGrpSpPr>
          <p:cNvPr id="1090" name="Google Shape;1090;p123"/>
          <p:cNvGrpSpPr/>
          <p:nvPr/>
        </p:nvGrpSpPr>
        <p:grpSpPr>
          <a:xfrm>
            <a:off x="11292163" y="6405041"/>
            <a:ext cx="560655" cy="182680"/>
            <a:chOff x="0" y="0"/>
            <a:chExt cx="2077525" cy="676925"/>
          </a:xfrm>
        </p:grpSpPr>
        <p:sp>
          <p:nvSpPr>
            <p:cNvPr id="1091" name="Google Shape;1091;p123"/>
            <p:cNvSpPr/>
            <p:nvPr/>
          </p:nvSpPr>
          <p:spPr>
            <a:xfrm>
              <a:off x="0" y="0"/>
              <a:ext cx="511375" cy="524800"/>
            </a:xfrm>
            <a:custGeom>
              <a:avLst/>
              <a:gdLst/>
              <a:ahLst/>
              <a:cxnLst/>
              <a:rect l="l" t="t" r="r" b="b"/>
              <a:pathLst>
                <a:path w="20455" h="20992" extrusionOk="0">
                  <a:moveTo>
                    <a:pt x="10700" y="12450"/>
                  </a:moveTo>
                  <a:lnTo>
                    <a:pt x="10700" y="9583"/>
                  </a:lnTo>
                  <a:lnTo>
                    <a:pt x="20300" y="9583"/>
                  </a:lnTo>
                  <a:cubicBezTo>
                    <a:pt x="20398" y="10088"/>
                    <a:pt x="20455" y="10690"/>
                    <a:pt x="20455" y="11341"/>
                  </a:cubicBezTo>
                  <a:cubicBezTo>
                    <a:pt x="20455" y="13491"/>
                    <a:pt x="19866" y="16154"/>
                    <a:pt x="17972" y="18048"/>
                  </a:cubicBezTo>
                  <a:cubicBezTo>
                    <a:pt x="16129" y="19968"/>
                    <a:pt x="13773" y="20992"/>
                    <a:pt x="10650" y="20992"/>
                  </a:cubicBezTo>
                  <a:cubicBezTo>
                    <a:pt x="4864" y="20993"/>
                    <a:pt x="0" y="16282"/>
                    <a:pt x="0" y="10496"/>
                  </a:cubicBezTo>
                  <a:cubicBezTo>
                    <a:pt x="0" y="4710"/>
                    <a:pt x="4864" y="0"/>
                    <a:pt x="10650" y="0"/>
                  </a:cubicBezTo>
                  <a:cubicBezTo>
                    <a:pt x="13850" y="0"/>
                    <a:pt x="16129" y="1254"/>
                    <a:pt x="17844" y="2893"/>
                  </a:cubicBezTo>
                  <a:lnTo>
                    <a:pt x="15822" y="4915"/>
                  </a:lnTo>
                  <a:cubicBezTo>
                    <a:pt x="14593" y="3763"/>
                    <a:pt x="12929" y="2867"/>
                    <a:pt x="10651" y="2867"/>
                  </a:cubicBezTo>
                  <a:cubicBezTo>
                    <a:pt x="6427" y="2867"/>
                    <a:pt x="3124" y="6272"/>
                    <a:pt x="3124" y="10496"/>
                  </a:cubicBezTo>
                  <a:cubicBezTo>
                    <a:pt x="3124" y="14720"/>
                    <a:pt x="6427" y="18125"/>
                    <a:pt x="10651" y="18125"/>
                  </a:cubicBezTo>
                  <a:cubicBezTo>
                    <a:pt x="13390" y="18125"/>
                    <a:pt x="14952" y="17024"/>
                    <a:pt x="15950" y="16026"/>
                  </a:cubicBezTo>
                  <a:cubicBezTo>
                    <a:pt x="16764" y="15213"/>
                    <a:pt x="17299" y="14046"/>
                    <a:pt x="17507" y="12450"/>
                  </a:cubicBezTo>
                  <a:lnTo>
                    <a:pt x="10700" y="12450"/>
                  </a:lnTo>
                  <a:close/>
                </a:path>
              </a:pathLst>
            </a:custGeom>
            <a:solidFill>
              <a:srgbClr val="AEB3B7"/>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595959"/>
                </a:solidFill>
                <a:latin typeface="Arial"/>
                <a:ea typeface="Arial"/>
                <a:cs typeface="Arial"/>
                <a:sym typeface="Arial"/>
              </a:endParaRPr>
            </a:p>
          </p:txBody>
        </p:sp>
        <p:sp>
          <p:nvSpPr>
            <p:cNvPr id="1092" name="Google Shape;1092;p123"/>
            <p:cNvSpPr/>
            <p:nvPr/>
          </p:nvSpPr>
          <p:spPr>
            <a:xfrm>
              <a:off x="540400" y="187300"/>
              <a:ext cx="339200" cy="337950"/>
            </a:xfrm>
            <a:custGeom>
              <a:avLst/>
              <a:gdLst/>
              <a:ahLst/>
              <a:cxnLst/>
              <a:rect l="l" t="t" r="r" b="b"/>
              <a:pathLst>
                <a:path w="13568" h="13518" extrusionOk="0">
                  <a:moveTo>
                    <a:pt x="13568" y="6759"/>
                  </a:moveTo>
                  <a:cubicBezTo>
                    <a:pt x="13568" y="10650"/>
                    <a:pt x="10522" y="13518"/>
                    <a:pt x="6784" y="13518"/>
                  </a:cubicBezTo>
                  <a:cubicBezTo>
                    <a:pt x="3046" y="13518"/>
                    <a:pt x="0" y="10651"/>
                    <a:pt x="0" y="6759"/>
                  </a:cubicBezTo>
                  <a:cubicBezTo>
                    <a:pt x="0" y="2842"/>
                    <a:pt x="3046" y="0"/>
                    <a:pt x="6784" y="0"/>
                  </a:cubicBezTo>
                  <a:cubicBezTo>
                    <a:pt x="10522" y="0"/>
                    <a:pt x="13568" y="2842"/>
                    <a:pt x="13568" y="6759"/>
                  </a:cubicBezTo>
                  <a:close/>
                  <a:moveTo>
                    <a:pt x="10599" y="6759"/>
                  </a:moveTo>
                  <a:cubicBezTo>
                    <a:pt x="10599" y="4327"/>
                    <a:pt x="8833" y="2663"/>
                    <a:pt x="6785" y="2663"/>
                  </a:cubicBezTo>
                  <a:cubicBezTo>
                    <a:pt x="4737" y="2663"/>
                    <a:pt x="2970" y="4327"/>
                    <a:pt x="2970" y="6759"/>
                  </a:cubicBezTo>
                  <a:cubicBezTo>
                    <a:pt x="2970" y="9165"/>
                    <a:pt x="4736" y="10855"/>
                    <a:pt x="6785" y="10855"/>
                  </a:cubicBezTo>
                  <a:cubicBezTo>
                    <a:pt x="8832" y="10855"/>
                    <a:pt x="10599" y="9165"/>
                    <a:pt x="10599" y="6759"/>
                  </a:cubicBezTo>
                  <a:close/>
                </a:path>
              </a:pathLst>
            </a:custGeom>
            <a:solidFill>
              <a:srgbClr val="AEB3B7"/>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595959"/>
                </a:solidFill>
                <a:latin typeface="Arial"/>
                <a:ea typeface="Arial"/>
                <a:cs typeface="Arial"/>
                <a:sym typeface="Arial"/>
              </a:endParaRPr>
            </a:p>
          </p:txBody>
        </p:sp>
        <p:sp>
          <p:nvSpPr>
            <p:cNvPr id="1093" name="Google Shape;1093;p123"/>
            <p:cNvSpPr/>
            <p:nvPr/>
          </p:nvSpPr>
          <p:spPr>
            <a:xfrm>
              <a:off x="910400" y="187300"/>
              <a:ext cx="339200" cy="337950"/>
            </a:xfrm>
            <a:custGeom>
              <a:avLst/>
              <a:gdLst/>
              <a:ahLst/>
              <a:cxnLst/>
              <a:rect l="l" t="t" r="r" b="b"/>
              <a:pathLst>
                <a:path w="13568" h="13518" extrusionOk="0">
                  <a:moveTo>
                    <a:pt x="13568" y="6759"/>
                  </a:moveTo>
                  <a:cubicBezTo>
                    <a:pt x="13568" y="10650"/>
                    <a:pt x="10522" y="13518"/>
                    <a:pt x="6784" y="13518"/>
                  </a:cubicBezTo>
                  <a:cubicBezTo>
                    <a:pt x="3046" y="13518"/>
                    <a:pt x="0" y="10651"/>
                    <a:pt x="0" y="6759"/>
                  </a:cubicBezTo>
                  <a:cubicBezTo>
                    <a:pt x="0" y="2842"/>
                    <a:pt x="3046" y="0"/>
                    <a:pt x="6784" y="0"/>
                  </a:cubicBezTo>
                  <a:cubicBezTo>
                    <a:pt x="10522" y="0"/>
                    <a:pt x="13568" y="2842"/>
                    <a:pt x="13568" y="6759"/>
                  </a:cubicBezTo>
                  <a:close/>
                  <a:moveTo>
                    <a:pt x="10599" y="6759"/>
                  </a:moveTo>
                  <a:cubicBezTo>
                    <a:pt x="10599" y="4327"/>
                    <a:pt x="8833" y="2663"/>
                    <a:pt x="6785" y="2663"/>
                  </a:cubicBezTo>
                  <a:cubicBezTo>
                    <a:pt x="4737" y="2663"/>
                    <a:pt x="2970" y="4327"/>
                    <a:pt x="2970" y="6759"/>
                  </a:cubicBezTo>
                  <a:cubicBezTo>
                    <a:pt x="2970" y="9165"/>
                    <a:pt x="4736" y="10855"/>
                    <a:pt x="6785" y="10855"/>
                  </a:cubicBezTo>
                  <a:cubicBezTo>
                    <a:pt x="8832" y="10855"/>
                    <a:pt x="10599" y="9165"/>
                    <a:pt x="10599" y="6759"/>
                  </a:cubicBezTo>
                  <a:close/>
                </a:path>
              </a:pathLst>
            </a:custGeom>
            <a:solidFill>
              <a:srgbClr val="AEB3B7"/>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595959"/>
                </a:solidFill>
                <a:latin typeface="Arial"/>
                <a:ea typeface="Arial"/>
                <a:cs typeface="Arial"/>
                <a:sym typeface="Arial"/>
              </a:endParaRPr>
            </a:p>
          </p:txBody>
        </p:sp>
        <p:sp>
          <p:nvSpPr>
            <p:cNvPr id="1094" name="Google Shape;1094;p123"/>
            <p:cNvSpPr/>
            <p:nvPr/>
          </p:nvSpPr>
          <p:spPr>
            <a:xfrm>
              <a:off x="1280400" y="187325"/>
              <a:ext cx="323850" cy="489600"/>
            </a:xfrm>
            <a:custGeom>
              <a:avLst/>
              <a:gdLst/>
              <a:ahLst/>
              <a:cxnLst/>
              <a:rect l="l" t="t" r="r" b="b"/>
              <a:pathLst>
                <a:path w="12954" h="19584" extrusionOk="0">
                  <a:moveTo>
                    <a:pt x="12954" y="409"/>
                  </a:moveTo>
                  <a:lnTo>
                    <a:pt x="12954" y="12544"/>
                  </a:lnTo>
                  <a:cubicBezTo>
                    <a:pt x="12954" y="17536"/>
                    <a:pt x="10010" y="19584"/>
                    <a:pt x="6528" y="19584"/>
                  </a:cubicBezTo>
                  <a:cubicBezTo>
                    <a:pt x="3251" y="19584"/>
                    <a:pt x="1280" y="17382"/>
                    <a:pt x="537" y="15590"/>
                  </a:cubicBezTo>
                  <a:lnTo>
                    <a:pt x="3123" y="14515"/>
                  </a:lnTo>
                  <a:cubicBezTo>
                    <a:pt x="3584" y="15616"/>
                    <a:pt x="4710" y="16922"/>
                    <a:pt x="6528" y="16922"/>
                  </a:cubicBezTo>
                  <a:cubicBezTo>
                    <a:pt x="8755" y="16922"/>
                    <a:pt x="10138" y="15539"/>
                    <a:pt x="10138" y="12954"/>
                  </a:cubicBezTo>
                  <a:lnTo>
                    <a:pt x="10138" y="11981"/>
                  </a:lnTo>
                  <a:lnTo>
                    <a:pt x="10036" y="11981"/>
                  </a:lnTo>
                  <a:cubicBezTo>
                    <a:pt x="9370" y="12800"/>
                    <a:pt x="8090" y="13517"/>
                    <a:pt x="6477" y="13517"/>
                  </a:cubicBezTo>
                  <a:cubicBezTo>
                    <a:pt x="3098" y="13517"/>
                    <a:pt x="0" y="10573"/>
                    <a:pt x="0" y="6784"/>
                  </a:cubicBezTo>
                  <a:cubicBezTo>
                    <a:pt x="0" y="2969"/>
                    <a:pt x="3098" y="0"/>
                    <a:pt x="6477" y="0"/>
                  </a:cubicBezTo>
                  <a:cubicBezTo>
                    <a:pt x="8090" y="0"/>
                    <a:pt x="9370" y="717"/>
                    <a:pt x="10036" y="1511"/>
                  </a:cubicBezTo>
                  <a:lnTo>
                    <a:pt x="10138" y="1511"/>
                  </a:lnTo>
                  <a:lnTo>
                    <a:pt x="10138" y="409"/>
                  </a:lnTo>
                  <a:lnTo>
                    <a:pt x="12954" y="409"/>
                  </a:lnTo>
                  <a:close/>
                  <a:moveTo>
                    <a:pt x="10343" y="6784"/>
                  </a:moveTo>
                  <a:cubicBezTo>
                    <a:pt x="10343" y="4403"/>
                    <a:pt x="8756" y="2662"/>
                    <a:pt x="6733" y="2662"/>
                  </a:cubicBezTo>
                  <a:cubicBezTo>
                    <a:pt x="4685" y="2662"/>
                    <a:pt x="2970" y="4403"/>
                    <a:pt x="2970" y="6784"/>
                  </a:cubicBezTo>
                  <a:cubicBezTo>
                    <a:pt x="2970" y="9139"/>
                    <a:pt x="4685" y="10855"/>
                    <a:pt x="6733" y="10855"/>
                  </a:cubicBezTo>
                  <a:cubicBezTo>
                    <a:pt x="8755" y="10854"/>
                    <a:pt x="10343" y="9139"/>
                    <a:pt x="10343" y="6784"/>
                  </a:cubicBezTo>
                  <a:close/>
                </a:path>
              </a:pathLst>
            </a:custGeom>
            <a:solidFill>
              <a:srgbClr val="AEB3B7"/>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595959"/>
                </a:solidFill>
                <a:latin typeface="Arial"/>
                <a:ea typeface="Arial"/>
                <a:cs typeface="Arial"/>
                <a:sym typeface="Arial"/>
              </a:endParaRPr>
            </a:p>
          </p:txBody>
        </p:sp>
        <p:sp>
          <p:nvSpPr>
            <p:cNvPr id="1095" name="Google Shape;1095;p123"/>
            <p:cNvSpPr/>
            <p:nvPr/>
          </p:nvSpPr>
          <p:spPr>
            <a:xfrm>
              <a:off x="1655750" y="20000"/>
              <a:ext cx="74250" cy="495000"/>
            </a:xfrm>
            <a:custGeom>
              <a:avLst/>
              <a:gdLst/>
              <a:ahLst/>
              <a:cxnLst/>
              <a:rect l="l" t="t" r="r" b="b"/>
              <a:pathLst>
                <a:path w="2970" h="19800" extrusionOk="0">
                  <a:moveTo>
                    <a:pt x="2970" y="0"/>
                  </a:moveTo>
                  <a:lnTo>
                    <a:pt x="2970" y="19800"/>
                  </a:lnTo>
                  <a:lnTo>
                    <a:pt x="0" y="19800"/>
                  </a:lnTo>
                  <a:lnTo>
                    <a:pt x="0" y="0"/>
                  </a:lnTo>
                  <a:lnTo>
                    <a:pt x="2970" y="0"/>
                  </a:lnTo>
                  <a:close/>
                </a:path>
              </a:pathLst>
            </a:custGeom>
            <a:solidFill>
              <a:srgbClr val="AEB3B7"/>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595959"/>
                </a:solidFill>
                <a:latin typeface="Arial"/>
                <a:ea typeface="Arial"/>
                <a:cs typeface="Arial"/>
                <a:sym typeface="Arial"/>
              </a:endParaRPr>
            </a:p>
          </p:txBody>
        </p:sp>
        <p:sp>
          <p:nvSpPr>
            <p:cNvPr id="1096" name="Google Shape;1096;p123"/>
            <p:cNvSpPr/>
            <p:nvPr/>
          </p:nvSpPr>
          <p:spPr>
            <a:xfrm>
              <a:off x="1765825" y="187275"/>
              <a:ext cx="311700" cy="337950"/>
            </a:xfrm>
            <a:custGeom>
              <a:avLst/>
              <a:gdLst/>
              <a:ahLst/>
              <a:cxnLst/>
              <a:rect l="l" t="t" r="r" b="b"/>
              <a:pathLst>
                <a:path w="12468" h="13518" extrusionOk="0">
                  <a:moveTo>
                    <a:pt x="10035" y="8987"/>
                  </a:moveTo>
                  <a:lnTo>
                    <a:pt x="12339" y="10523"/>
                  </a:lnTo>
                  <a:cubicBezTo>
                    <a:pt x="11596" y="11624"/>
                    <a:pt x="9804" y="13518"/>
                    <a:pt x="6707" y="13518"/>
                  </a:cubicBezTo>
                  <a:cubicBezTo>
                    <a:pt x="2867" y="13518"/>
                    <a:pt x="0" y="10548"/>
                    <a:pt x="0" y="6759"/>
                  </a:cubicBezTo>
                  <a:cubicBezTo>
                    <a:pt x="0" y="2739"/>
                    <a:pt x="2893" y="0"/>
                    <a:pt x="6375" y="0"/>
                  </a:cubicBezTo>
                  <a:cubicBezTo>
                    <a:pt x="9882" y="0"/>
                    <a:pt x="11598" y="2791"/>
                    <a:pt x="12161" y="4301"/>
                  </a:cubicBezTo>
                  <a:lnTo>
                    <a:pt x="12468" y="5069"/>
                  </a:lnTo>
                  <a:lnTo>
                    <a:pt x="3431" y="8807"/>
                  </a:lnTo>
                  <a:cubicBezTo>
                    <a:pt x="4122" y="10164"/>
                    <a:pt x="5198" y="10855"/>
                    <a:pt x="6708" y="10855"/>
                  </a:cubicBezTo>
                  <a:cubicBezTo>
                    <a:pt x="8217" y="10856"/>
                    <a:pt x="9267" y="10114"/>
                    <a:pt x="10035" y="8987"/>
                  </a:cubicBezTo>
                  <a:close/>
                  <a:moveTo>
                    <a:pt x="2943" y="6555"/>
                  </a:moveTo>
                  <a:lnTo>
                    <a:pt x="8985" y="4046"/>
                  </a:lnTo>
                  <a:cubicBezTo>
                    <a:pt x="8652" y="3201"/>
                    <a:pt x="7654" y="2612"/>
                    <a:pt x="6476" y="2612"/>
                  </a:cubicBezTo>
                  <a:cubicBezTo>
                    <a:pt x="4966" y="2613"/>
                    <a:pt x="2867" y="3944"/>
                    <a:pt x="2943" y="6555"/>
                  </a:cubicBezTo>
                  <a:close/>
                </a:path>
              </a:pathLst>
            </a:custGeom>
            <a:solidFill>
              <a:srgbClr val="AEB3B7"/>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595959"/>
                </a:solidFill>
                <a:latin typeface="Arial"/>
                <a:ea typeface="Arial"/>
                <a:cs typeface="Arial"/>
                <a:sym typeface="Arial"/>
              </a:endParaRPr>
            </a:p>
          </p:txBody>
        </p:sp>
      </p:grpSp>
    </p:spTree>
    <p:extLst>
      <p:ext uri="{BB962C8B-B14F-4D97-AF65-F5344CB8AC3E}">
        <p14:creationId xmlns:p14="http://schemas.microsoft.com/office/powerpoint/2010/main" val="418137801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Divider - Core Red" preserve="1">
  <p:cSld name="Divider - Core Red">
    <p:spTree>
      <p:nvGrpSpPr>
        <p:cNvPr id="1" name="Shape 1097"/>
        <p:cNvGrpSpPr/>
        <p:nvPr/>
      </p:nvGrpSpPr>
      <p:grpSpPr>
        <a:xfrm>
          <a:off x="0" y="0"/>
          <a:ext cx="0" cy="0"/>
          <a:chOff x="0" y="0"/>
          <a:chExt cx="0" cy="0"/>
        </a:xfrm>
      </p:grpSpPr>
      <p:sp>
        <p:nvSpPr>
          <p:cNvPr id="1098" name="Google Shape;1098;p124"/>
          <p:cNvSpPr/>
          <p:nvPr/>
        </p:nvSpPr>
        <p:spPr>
          <a:xfrm>
            <a:off x="67" y="0"/>
            <a:ext cx="12192000" cy="6032000"/>
          </a:xfrm>
          <a:prstGeom prst="rect">
            <a:avLst/>
          </a:prstGeom>
          <a:solidFill>
            <a:srgbClr val="EA4335"/>
          </a:solidFill>
          <a:ln>
            <a:noFill/>
          </a:ln>
        </p:spPr>
        <p:txBody>
          <a:bodyPr spcFirstLastPara="1" wrap="square" lIns="25400" tIns="25400" rIns="25400" bIns="25400" anchor="ctr" anchorCtr="0">
            <a:noAutofit/>
          </a:bodyPr>
          <a:lstStyle/>
          <a:p>
            <a:pPr marL="0" marR="0" lvl="0" indent="0" algn="ctr" rtl="0">
              <a:lnSpc>
                <a:spcPct val="100000"/>
              </a:lnSpc>
              <a:spcBef>
                <a:spcPts val="0"/>
              </a:spcBef>
              <a:spcAft>
                <a:spcPts val="0"/>
              </a:spcAft>
              <a:buClr>
                <a:srgbClr val="FFFFFF"/>
              </a:buClr>
              <a:buSzPts val="1200"/>
              <a:buFont typeface="Helvetica Neue Light"/>
              <a:buNone/>
            </a:pPr>
            <a:endParaRPr sz="1600" b="0" i="0" u="none" strike="noStrike" cap="none">
              <a:solidFill>
                <a:srgbClr val="FFFFFF"/>
              </a:solidFill>
              <a:latin typeface="Helvetica Neue Light"/>
              <a:ea typeface="Helvetica Neue Light"/>
              <a:cs typeface="Helvetica Neue Light"/>
              <a:sym typeface="Helvetica Neue Light"/>
            </a:endParaRPr>
          </a:p>
        </p:txBody>
      </p:sp>
      <p:sp>
        <p:nvSpPr>
          <p:cNvPr id="1099" name="Google Shape;1099;p124"/>
          <p:cNvSpPr txBox="1">
            <a:spLocks noGrp="1"/>
          </p:cNvSpPr>
          <p:nvPr>
            <p:ph type="title"/>
          </p:nvPr>
        </p:nvSpPr>
        <p:spPr>
          <a:xfrm>
            <a:off x="1282917" y="2731717"/>
            <a:ext cx="10502800" cy="1143200"/>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FFFFFF"/>
              </a:buClr>
              <a:buSzPts val="2400"/>
              <a:buFont typeface="Google Sans"/>
              <a:buNone/>
              <a:defRPr sz="4800" b="0" i="0" u="none" strike="noStrike" cap="none">
                <a:solidFill>
                  <a:srgbClr val="FFFFFF"/>
                </a:solidFill>
                <a:latin typeface="Google Sans"/>
                <a:ea typeface="Google Sans"/>
                <a:cs typeface="Google Sans"/>
                <a:sym typeface="Google Sans"/>
              </a:defRPr>
            </a:lvl1pPr>
            <a:lvl2pPr marR="0" lvl="1" algn="ctr" rtl="0">
              <a:lnSpc>
                <a:spcPct val="100000"/>
              </a:lnSpc>
              <a:spcBef>
                <a:spcPts val="0"/>
              </a:spcBef>
              <a:spcAft>
                <a:spcPts val="0"/>
              </a:spcAft>
              <a:buClr>
                <a:srgbClr val="000000"/>
              </a:buClr>
              <a:buSzPts val="4200"/>
              <a:buFont typeface="Helvetica Neue Light"/>
              <a:buNone/>
              <a:defRPr sz="4800" b="0" i="0" u="none" strike="noStrike" cap="none">
                <a:solidFill>
                  <a:schemeClr val="lt1"/>
                </a:solidFill>
                <a:latin typeface="Helvetica Neue Light"/>
                <a:ea typeface="Helvetica Neue Light"/>
                <a:cs typeface="Helvetica Neue Light"/>
                <a:sym typeface="Helvetica Neue Light"/>
              </a:defRPr>
            </a:lvl2pPr>
            <a:lvl3pPr marR="0" lvl="2" algn="ctr" rtl="0">
              <a:lnSpc>
                <a:spcPct val="100000"/>
              </a:lnSpc>
              <a:spcBef>
                <a:spcPts val="0"/>
              </a:spcBef>
              <a:spcAft>
                <a:spcPts val="0"/>
              </a:spcAft>
              <a:buClr>
                <a:srgbClr val="000000"/>
              </a:buClr>
              <a:buSzPts val="4200"/>
              <a:buFont typeface="Helvetica Neue Light"/>
              <a:buNone/>
              <a:defRPr sz="4800" b="0" i="0" u="none" strike="noStrike" cap="none">
                <a:solidFill>
                  <a:schemeClr val="lt1"/>
                </a:solidFill>
                <a:latin typeface="Helvetica Neue Light"/>
                <a:ea typeface="Helvetica Neue Light"/>
                <a:cs typeface="Helvetica Neue Light"/>
                <a:sym typeface="Helvetica Neue Light"/>
              </a:defRPr>
            </a:lvl3pPr>
            <a:lvl4pPr marR="0" lvl="3" algn="ctr" rtl="0">
              <a:lnSpc>
                <a:spcPct val="100000"/>
              </a:lnSpc>
              <a:spcBef>
                <a:spcPts val="0"/>
              </a:spcBef>
              <a:spcAft>
                <a:spcPts val="0"/>
              </a:spcAft>
              <a:buClr>
                <a:srgbClr val="000000"/>
              </a:buClr>
              <a:buSzPts val="4200"/>
              <a:buFont typeface="Helvetica Neue Light"/>
              <a:buNone/>
              <a:defRPr sz="4800" b="0" i="0" u="none" strike="noStrike" cap="none">
                <a:solidFill>
                  <a:schemeClr val="lt1"/>
                </a:solidFill>
                <a:latin typeface="Helvetica Neue Light"/>
                <a:ea typeface="Helvetica Neue Light"/>
                <a:cs typeface="Helvetica Neue Light"/>
                <a:sym typeface="Helvetica Neue Light"/>
              </a:defRPr>
            </a:lvl4pPr>
            <a:lvl5pPr marR="0" lvl="4" algn="ctr" rtl="0">
              <a:lnSpc>
                <a:spcPct val="100000"/>
              </a:lnSpc>
              <a:spcBef>
                <a:spcPts val="0"/>
              </a:spcBef>
              <a:spcAft>
                <a:spcPts val="0"/>
              </a:spcAft>
              <a:buClr>
                <a:srgbClr val="000000"/>
              </a:buClr>
              <a:buSzPts val="4200"/>
              <a:buFont typeface="Helvetica Neue Light"/>
              <a:buNone/>
              <a:defRPr sz="4800" b="0" i="0" u="none" strike="noStrike" cap="none">
                <a:solidFill>
                  <a:schemeClr val="lt1"/>
                </a:solidFill>
                <a:latin typeface="Helvetica Neue Light"/>
                <a:ea typeface="Helvetica Neue Light"/>
                <a:cs typeface="Helvetica Neue Light"/>
                <a:sym typeface="Helvetica Neue Light"/>
              </a:defRPr>
            </a:lvl5pPr>
            <a:lvl6pPr marR="0" lvl="5" algn="ctr" rtl="0">
              <a:lnSpc>
                <a:spcPct val="100000"/>
              </a:lnSpc>
              <a:spcBef>
                <a:spcPts val="0"/>
              </a:spcBef>
              <a:spcAft>
                <a:spcPts val="0"/>
              </a:spcAft>
              <a:buClr>
                <a:srgbClr val="000000"/>
              </a:buClr>
              <a:buSzPts val="4200"/>
              <a:buFont typeface="Helvetica Neue Light"/>
              <a:buNone/>
              <a:defRPr sz="4800" b="0" i="0" u="none" strike="noStrike" cap="none">
                <a:solidFill>
                  <a:schemeClr val="lt1"/>
                </a:solidFill>
                <a:latin typeface="Helvetica Neue Light"/>
                <a:ea typeface="Helvetica Neue Light"/>
                <a:cs typeface="Helvetica Neue Light"/>
                <a:sym typeface="Helvetica Neue Light"/>
              </a:defRPr>
            </a:lvl6pPr>
            <a:lvl7pPr marR="0" lvl="6" algn="ctr" rtl="0">
              <a:lnSpc>
                <a:spcPct val="100000"/>
              </a:lnSpc>
              <a:spcBef>
                <a:spcPts val="0"/>
              </a:spcBef>
              <a:spcAft>
                <a:spcPts val="0"/>
              </a:spcAft>
              <a:buClr>
                <a:srgbClr val="000000"/>
              </a:buClr>
              <a:buSzPts val="4200"/>
              <a:buFont typeface="Helvetica Neue Light"/>
              <a:buNone/>
              <a:defRPr sz="4800" b="0" i="0" u="none" strike="noStrike" cap="none">
                <a:solidFill>
                  <a:schemeClr val="lt1"/>
                </a:solidFill>
                <a:latin typeface="Helvetica Neue Light"/>
                <a:ea typeface="Helvetica Neue Light"/>
                <a:cs typeface="Helvetica Neue Light"/>
                <a:sym typeface="Helvetica Neue Light"/>
              </a:defRPr>
            </a:lvl7pPr>
            <a:lvl8pPr marR="0" lvl="7" algn="ctr" rtl="0">
              <a:lnSpc>
                <a:spcPct val="100000"/>
              </a:lnSpc>
              <a:spcBef>
                <a:spcPts val="0"/>
              </a:spcBef>
              <a:spcAft>
                <a:spcPts val="0"/>
              </a:spcAft>
              <a:buClr>
                <a:srgbClr val="000000"/>
              </a:buClr>
              <a:buSzPts val="4200"/>
              <a:buFont typeface="Helvetica Neue Light"/>
              <a:buNone/>
              <a:defRPr sz="4800" b="0" i="0" u="none" strike="noStrike" cap="none">
                <a:solidFill>
                  <a:schemeClr val="lt1"/>
                </a:solidFill>
                <a:latin typeface="Helvetica Neue Light"/>
                <a:ea typeface="Helvetica Neue Light"/>
                <a:cs typeface="Helvetica Neue Light"/>
                <a:sym typeface="Helvetica Neue Light"/>
              </a:defRPr>
            </a:lvl8pPr>
            <a:lvl9pPr marR="0" lvl="8" algn="ctr" rtl="0">
              <a:lnSpc>
                <a:spcPct val="100000"/>
              </a:lnSpc>
              <a:spcBef>
                <a:spcPts val="0"/>
              </a:spcBef>
              <a:spcAft>
                <a:spcPts val="0"/>
              </a:spcAft>
              <a:buClr>
                <a:srgbClr val="000000"/>
              </a:buClr>
              <a:buSzPts val="4200"/>
              <a:buFont typeface="Helvetica Neue Light"/>
              <a:buNone/>
              <a:defRPr sz="4800" b="0" i="0" u="none" strike="noStrike" cap="none">
                <a:solidFill>
                  <a:schemeClr val="lt1"/>
                </a:solidFill>
                <a:latin typeface="Helvetica Neue Light"/>
                <a:ea typeface="Helvetica Neue Light"/>
                <a:cs typeface="Helvetica Neue Light"/>
                <a:sym typeface="Helvetica Neue Light"/>
              </a:defRPr>
            </a:lvl9pPr>
          </a:lstStyle>
          <a:p>
            <a:endParaRPr/>
          </a:p>
        </p:txBody>
      </p:sp>
      <p:cxnSp>
        <p:nvCxnSpPr>
          <p:cNvPr id="1101" name="Google Shape;1101;p124"/>
          <p:cNvCxnSpPr/>
          <p:nvPr/>
        </p:nvCxnSpPr>
        <p:spPr>
          <a:xfrm rot="10800000">
            <a:off x="568405" y="1968211"/>
            <a:ext cx="0" cy="2493200"/>
          </a:xfrm>
          <a:prstGeom prst="straightConnector1">
            <a:avLst/>
          </a:prstGeom>
          <a:noFill/>
          <a:ln w="25400" cap="flat" cmpd="sng">
            <a:solidFill>
              <a:srgbClr val="FFFFFF"/>
            </a:solidFill>
            <a:prstDash val="solid"/>
            <a:miter lim="400000"/>
            <a:headEnd type="none" w="sm" len="sm"/>
            <a:tailEnd type="none" w="sm" len="sm"/>
          </a:ln>
        </p:spPr>
      </p:cxnSp>
      <p:pic>
        <p:nvPicPr>
          <p:cNvPr id="1102" name="Google Shape;1102;p124"/>
          <p:cNvPicPr preferRelativeResize="0"/>
          <p:nvPr/>
        </p:nvPicPr>
        <p:blipFill>
          <a:blip r:embed="rId2">
            <a:alphaModFix/>
          </a:blip>
          <a:stretch>
            <a:fillRect/>
          </a:stretch>
        </p:blipFill>
        <p:spPr>
          <a:xfrm>
            <a:off x="11287604" y="6399346"/>
            <a:ext cx="585216" cy="190831"/>
          </a:xfrm>
          <a:prstGeom prst="rect">
            <a:avLst/>
          </a:prstGeom>
          <a:noFill/>
          <a:ln>
            <a:noFill/>
          </a:ln>
        </p:spPr>
      </p:pic>
      <p:pic>
        <p:nvPicPr>
          <p:cNvPr id="2" name="Picture 1">
            <a:extLst>
              <a:ext uri="{FF2B5EF4-FFF2-40B4-BE49-F238E27FC236}">
                <a16:creationId xmlns:a16="http://schemas.microsoft.com/office/drawing/2014/main" id="{458D53CC-D428-3BB3-8013-ADFEE3DD073B}"/>
              </a:ext>
            </a:extLst>
          </p:cNvPr>
          <p:cNvPicPr>
            <a:picLocks noChangeAspect="1"/>
          </p:cNvPicPr>
          <p:nvPr userDrawn="1"/>
        </p:nvPicPr>
        <p:blipFill>
          <a:blip r:embed="rId3"/>
          <a:stretch>
            <a:fillRect/>
          </a:stretch>
        </p:blipFill>
        <p:spPr>
          <a:xfrm>
            <a:off x="9547051" y="114516"/>
            <a:ext cx="2497667" cy="635000"/>
          </a:xfrm>
          <a:prstGeom prst="rect">
            <a:avLst/>
          </a:prstGeom>
        </p:spPr>
      </p:pic>
    </p:spTree>
    <p:extLst>
      <p:ext uri="{BB962C8B-B14F-4D97-AF65-F5344CB8AC3E}">
        <p14:creationId xmlns:p14="http://schemas.microsoft.com/office/powerpoint/2010/main" val="230724209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Body Slide - Red" preserve="1">
  <p:cSld name="Body Slide - Red">
    <p:spTree>
      <p:nvGrpSpPr>
        <p:cNvPr id="1" name="Shape 1103"/>
        <p:cNvGrpSpPr/>
        <p:nvPr/>
      </p:nvGrpSpPr>
      <p:grpSpPr>
        <a:xfrm>
          <a:off x="0" y="0"/>
          <a:ext cx="0" cy="0"/>
          <a:chOff x="0" y="0"/>
          <a:chExt cx="0" cy="0"/>
        </a:xfrm>
      </p:grpSpPr>
      <p:sp>
        <p:nvSpPr>
          <p:cNvPr id="1104" name="Google Shape;1104;p125"/>
          <p:cNvSpPr/>
          <p:nvPr/>
        </p:nvSpPr>
        <p:spPr>
          <a:xfrm>
            <a:off x="568400" y="657300"/>
            <a:ext cx="10396000" cy="552400"/>
          </a:xfrm>
          <a:prstGeom prst="rect">
            <a:avLst/>
          </a:prstGeom>
          <a:noFill/>
          <a:ln>
            <a:noFill/>
          </a:ln>
        </p:spPr>
        <p:txBody>
          <a:bodyPr spcFirstLastPara="1" wrap="square" lIns="25400" tIns="25400" rIns="25400" bIns="25400" anchor="t" anchorCtr="0">
            <a:noAutofit/>
          </a:bodyPr>
          <a:lstStyle/>
          <a:p>
            <a:pPr marL="0" marR="0" lvl="0" indent="0" algn="l" rtl="0">
              <a:lnSpc>
                <a:spcPct val="90000"/>
              </a:lnSpc>
              <a:spcBef>
                <a:spcPts val="0"/>
              </a:spcBef>
              <a:spcAft>
                <a:spcPts val="0"/>
              </a:spcAft>
              <a:buClr>
                <a:schemeClr val="dk1"/>
              </a:buClr>
              <a:buSzPts val="1100"/>
              <a:buFont typeface="Arial"/>
              <a:buNone/>
            </a:pPr>
            <a:endParaRPr sz="3200" b="0" i="0" u="none" strike="noStrike" cap="none">
              <a:solidFill>
                <a:srgbClr val="3C4043"/>
              </a:solidFill>
              <a:latin typeface="Google Sans"/>
              <a:ea typeface="Google Sans"/>
              <a:cs typeface="Google Sans"/>
              <a:sym typeface="Google Sans"/>
            </a:endParaRPr>
          </a:p>
        </p:txBody>
      </p:sp>
      <p:sp>
        <p:nvSpPr>
          <p:cNvPr id="1105" name="Google Shape;1105;p125"/>
          <p:cNvSpPr txBox="1"/>
          <p:nvPr/>
        </p:nvSpPr>
        <p:spPr>
          <a:xfrm>
            <a:off x="10579600" y="291700"/>
            <a:ext cx="1612400" cy="404800"/>
          </a:xfrm>
          <a:prstGeom prst="rect">
            <a:avLst/>
          </a:prstGeom>
          <a:noFill/>
          <a:ln>
            <a:noFill/>
          </a:ln>
        </p:spPr>
        <p:txBody>
          <a:bodyPr spcFirstLastPara="1" wrap="square" lIns="121900" tIns="121900" rIns="121900" bIns="121900" anchor="t" anchorCtr="0">
            <a:noAutofit/>
          </a:bodyPr>
          <a:lstStyle/>
          <a:p>
            <a:pPr marL="0" marR="0" lvl="0" indent="0" algn="l" rtl="0">
              <a:lnSpc>
                <a:spcPct val="100000"/>
              </a:lnSpc>
              <a:spcBef>
                <a:spcPts val="0"/>
              </a:spcBef>
              <a:spcAft>
                <a:spcPts val="0"/>
              </a:spcAft>
              <a:buClr>
                <a:srgbClr val="000000"/>
              </a:buClr>
              <a:buSzPts val="600"/>
              <a:buFont typeface="Arial"/>
              <a:buNone/>
            </a:pPr>
            <a:r>
              <a:rPr lang="en" sz="800" b="0" i="0" u="none" strike="noStrike" cap="none">
                <a:solidFill>
                  <a:srgbClr val="D9D9D9"/>
                </a:solidFill>
                <a:latin typeface="Roboto"/>
                <a:ea typeface="Roboto"/>
                <a:cs typeface="Roboto"/>
                <a:sym typeface="Roboto"/>
              </a:rPr>
              <a:t>Proprietary + Confidential</a:t>
            </a:r>
            <a:endParaRPr sz="800" b="0" i="0" u="none" strike="noStrike" cap="none">
              <a:solidFill>
                <a:srgbClr val="D9D9D9"/>
              </a:solidFill>
              <a:latin typeface="Roboto"/>
              <a:ea typeface="Roboto"/>
              <a:cs typeface="Roboto"/>
              <a:sym typeface="Roboto"/>
            </a:endParaRPr>
          </a:p>
        </p:txBody>
      </p:sp>
      <p:sp>
        <p:nvSpPr>
          <p:cNvPr id="1106" name="Google Shape;1106;p125"/>
          <p:cNvSpPr/>
          <p:nvPr/>
        </p:nvSpPr>
        <p:spPr>
          <a:xfrm>
            <a:off x="-29957" y="313820"/>
            <a:ext cx="77200" cy="6230400"/>
          </a:xfrm>
          <a:prstGeom prst="rect">
            <a:avLst/>
          </a:prstGeom>
          <a:solidFill>
            <a:srgbClr val="EA4335"/>
          </a:solidFill>
          <a:ln>
            <a:noFill/>
          </a:ln>
        </p:spPr>
        <p:txBody>
          <a:bodyPr spcFirstLastPara="1" wrap="square" lIns="25400" tIns="25400" rIns="25400" bIns="25400" anchor="ctr" anchorCtr="0">
            <a:noAutofit/>
          </a:bodyPr>
          <a:lstStyle/>
          <a:p>
            <a:pPr marL="0" marR="0" lvl="0" indent="0" algn="ctr" rtl="0">
              <a:lnSpc>
                <a:spcPct val="100000"/>
              </a:lnSpc>
              <a:spcBef>
                <a:spcPts val="0"/>
              </a:spcBef>
              <a:spcAft>
                <a:spcPts val="0"/>
              </a:spcAft>
              <a:buClr>
                <a:srgbClr val="519BF7"/>
              </a:buClr>
              <a:buSzPts val="1200"/>
              <a:buFont typeface="Helvetica Neue Light"/>
              <a:buNone/>
            </a:pPr>
            <a:endParaRPr sz="1600" b="0" i="0" u="none" strike="noStrike" cap="none">
              <a:solidFill>
                <a:srgbClr val="1D8E3E"/>
              </a:solidFill>
              <a:latin typeface="Helvetica Neue Light"/>
              <a:ea typeface="Helvetica Neue Light"/>
              <a:cs typeface="Helvetica Neue Light"/>
              <a:sym typeface="Helvetica Neue Light"/>
            </a:endParaRPr>
          </a:p>
        </p:txBody>
      </p:sp>
      <p:grpSp>
        <p:nvGrpSpPr>
          <p:cNvPr id="1107" name="Google Shape;1107;p125"/>
          <p:cNvGrpSpPr/>
          <p:nvPr/>
        </p:nvGrpSpPr>
        <p:grpSpPr>
          <a:xfrm>
            <a:off x="11292163" y="6405041"/>
            <a:ext cx="560655" cy="182680"/>
            <a:chOff x="0" y="0"/>
            <a:chExt cx="2077525" cy="676925"/>
          </a:xfrm>
        </p:grpSpPr>
        <p:sp>
          <p:nvSpPr>
            <p:cNvPr id="1108" name="Google Shape;1108;p125"/>
            <p:cNvSpPr/>
            <p:nvPr/>
          </p:nvSpPr>
          <p:spPr>
            <a:xfrm>
              <a:off x="0" y="0"/>
              <a:ext cx="511375" cy="524800"/>
            </a:xfrm>
            <a:custGeom>
              <a:avLst/>
              <a:gdLst/>
              <a:ahLst/>
              <a:cxnLst/>
              <a:rect l="l" t="t" r="r" b="b"/>
              <a:pathLst>
                <a:path w="20455" h="20992" extrusionOk="0">
                  <a:moveTo>
                    <a:pt x="10700" y="12450"/>
                  </a:moveTo>
                  <a:lnTo>
                    <a:pt x="10700" y="9583"/>
                  </a:lnTo>
                  <a:lnTo>
                    <a:pt x="20300" y="9583"/>
                  </a:lnTo>
                  <a:cubicBezTo>
                    <a:pt x="20398" y="10088"/>
                    <a:pt x="20455" y="10690"/>
                    <a:pt x="20455" y="11341"/>
                  </a:cubicBezTo>
                  <a:cubicBezTo>
                    <a:pt x="20455" y="13491"/>
                    <a:pt x="19866" y="16154"/>
                    <a:pt x="17972" y="18048"/>
                  </a:cubicBezTo>
                  <a:cubicBezTo>
                    <a:pt x="16129" y="19968"/>
                    <a:pt x="13773" y="20992"/>
                    <a:pt x="10650" y="20992"/>
                  </a:cubicBezTo>
                  <a:cubicBezTo>
                    <a:pt x="4864" y="20993"/>
                    <a:pt x="0" y="16282"/>
                    <a:pt x="0" y="10496"/>
                  </a:cubicBezTo>
                  <a:cubicBezTo>
                    <a:pt x="0" y="4710"/>
                    <a:pt x="4864" y="0"/>
                    <a:pt x="10650" y="0"/>
                  </a:cubicBezTo>
                  <a:cubicBezTo>
                    <a:pt x="13850" y="0"/>
                    <a:pt x="16129" y="1254"/>
                    <a:pt x="17844" y="2893"/>
                  </a:cubicBezTo>
                  <a:lnTo>
                    <a:pt x="15822" y="4915"/>
                  </a:lnTo>
                  <a:cubicBezTo>
                    <a:pt x="14593" y="3763"/>
                    <a:pt x="12929" y="2867"/>
                    <a:pt x="10651" y="2867"/>
                  </a:cubicBezTo>
                  <a:cubicBezTo>
                    <a:pt x="6427" y="2867"/>
                    <a:pt x="3124" y="6272"/>
                    <a:pt x="3124" y="10496"/>
                  </a:cubicBezTo>
                  <a:cubicBezTo>
                    <a:pt x="3124" y="14720"/>
                    <a:pt x="6427" y="18125"/>
                    <a:pt x="10651" y="18125"/>
                  </a:cubicBezTo>
                  <a:cubicBezTo>
                    <a:pt x="13390" y="18125"/>
                    <a:pt x="14952" y="17024"/>
                    <a:pt x="15950" y="16026"/>
                  </a:cubicBezTo>
                  <a:cubicBezTo>
                    <a:pt x="16764" y="15213"/>
                    <a:pt x="17299" y="14046"/>
                    <a:pt x="17507" y="12450"/>
                  </a:cubicBezTo>
                  <a:lnTo>
                    <a:pt x="10700" y="12450"/>
                  </a:lnTo>
                  <a:close/>
                </a:path>
              </a:pathLst>
            </a:custGeom>
            <a:solidFill>
              <a:srgbClr val="AEB3B7"/>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595959"/>
                </a:solidFill>
                <a:latin typeface="Arial"/>
                <a:ea typeface="Arial"/>
                <a:cs typeface="Arial"/>
                <a:sym typeface="Arial"/>
              </a:endParaRPr>
            </a:p>
          </p:txBody>
        </p:sp>
        <p:sp>
          <p:nvSpPr>
            <p:cNvPr id="1109" name="Google Shape;1109;p125"/>
            <p:cNvSpPr/>
            <p:nvPr/>
          </p:nvSpPr>
          <p:spPr>
            <a:xfrm>
              <a:off x="540400" y="187300"/>
              <a:ext cx="339200" cy="337950"/>
            </a:xfrm>
            <a:custGeom>
              <a:avLst/>
              <a:gdLst/>
              <a:ahLst/>
              <a:cxnLst/>
              <a:rect l="l" t="t" r="r" b="b"/>
              <a:pathLst>
                <a:path w="13568" h="13518" extrusionOk="0">
                  <a:moveTo>
                    <a:pt x="13568" y="6759"/>
                  </a:moveTo>
                  <a:cubicBezTo>
                    <a:pt x="13568" y="10650"/>
                    <a:pt x="10522" y="13518"/>
                    <a:pt x="6784" y="13518"/>
                  </a:cubicBezTo>
                  <a:cubicBezTo>
                    <a:pt x="3046" y="13518"/>
                    <a:pt x="0" y="10651"/>
                    <a:pt x="0" y="6759"/>
                  </a:cubicBezTo>
                  <a:cubicBezTo>
                    <a:pt x="0" y="2842"/>
                    <a:pt x="3046" y="0"/>
                    <a:pt x="6784" y="0"/>
                  </a:cubicBezTo>
                  <a:cubicBezTo>
                    <a:pt x="10522" y="0"/>
                    <a:pt x="13568" y="2842"/>
                    <a:pt x="13568" y="6759"/>
                  </a:cubicBezTo>
                  <a:close/>
                  <a:moveTo>
                    <a:pt x="10599" y="6759"/>
                  </a:moveTo>
                  <a:cubicBezTo>
                    <a:pt x="10599" y="4327"/>
                    <a:pt x="8833" y="2663"/>
                    <a:pt x="6785" y="2663"/>
                  </a:cubicBezTo>
                  <a:cubicBezTo>
                    <a:pt x="4737" y="2663"/>
                    <a:pt x="2970" y="4327"/>
                    <a:pt x="2970" y="6759"/>
                  </a:cubicBezTo>
                  <a:cubicBezTo>
                    <a:pt x="2970" y="9165"/>
                    <a:pt x="4736" y="10855"/>
                    <a:pt x="6785" y="10855"/>
                  </a:cubicBezTo>
                  <a:cubicBezTo>
                    <a:pt x="8832" y="10855"/>
                    <a:pt x="10599" y="9165"/>
                    <a:pt x="10599" y="6759"/>
                  </a:cubicBezTo>
                  <a:close/>
                </a:path>
              </a:pathLst>
            </a:custGeom>
            <a:solidFill>
              <a:srgbClr val="AEB3B7"/>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595959"/>
                </a:solidFill>
                <a:latin typeface="Arial"/>
                <a:ea typeface="Arial"/>
                <a:cs typeface="Arial"/>
                <a:sym typeface="Arial"/>
              </a:endParaRPr>
            </a:p>
          </p:txBody>
        </p:sp>
        <p:sp>
          <p:nvSpPr>
            <p:cNvPr id="1110" name="Google Shape;1110;p125"/>
            <p:cNvSpPr/>
            <p:nvPr/>
          </p:nvSpPr>
          <p:spPr>
            <a:xfrm>
              <a:off x="910400" y="187300"/>
              <a:ext cx="339200" cy="337950"/>
            </a:xfrm>
            <a:custGeom>
              <a:avLst/>
              <a:gdLst/>
              <a:ahLst/>
              <a:cxnLst/>
              <a:rect l="l" t="t" r="r" b="b"/>
              <a:pathLst>
                <a:path w="13568" h="13518" extrusionOk="0">
                  <a:moveTo>
                    <a:pt x="13568" y="6759"/>
                  </a:moveTo>
                  <a:cubicBezTo>
                    <a:pt x="13568" y="10650"/>
                    <a:pt x="10522" y="13518"/>
                    <a:pt x="6784" y="13518"/>
                  </a:cubicBezTo>
                  <a:cubicBezTo>
                    <a:pt x="3046" y="13518"/>
                    <a:pt x="0" y="10651"/>
                    <a:pt x="0" y="6759"/>
                  </a:cubicBezTo>
                  <a:cubicBezTo>
                    <a:pt x="0" y="2842"/>
                    <a:pt x="3046" y="0"/>
                    <a:pt x="6784" y="0"/>
                  </a:cubicBezTo>
                  <a:cubicBezTo>
                    <a:pt x="10522" y="0"/>
                    <a:pt x="13568" y="2842"/>
                    <a:pt x="13568" y="6759"/>
                  </a:cubicBezTo>
                  <a:close/>
                  <a:moveTo>
                    <a:pt x="10599" y="6759"/>
                  </a:moveTo>
                  <a:cubicBezTo>
                    <a:pt x="10599" y="4327"/>
                    <a:pt x="8833" y="2663"/>
                    <a:pt x="6785" y="2663"/>
                  </a:cubicBezTo>
                  <a:cubicBezTo>
                    <a:pt x="4737" y="2663"/>
                    <a:pt x="2970" y="4327"/>
                    <a:pt x="2970" y="6759"/>
                  </a:cubicBezTo>
                  <a:cubicBezTo>
                    <a:pt x="2970" y="9165"/>
                    <a:pt x="4736" y="10855"/>
                    <a:pt x="6785" y="10855"/>
                  </a:cubicBezTo>
                  <a:cubicBezTo>
                    <a:pt x="8832" y="10855"/>
                    <a:pt x="10599" y="9165"/>
                    <a:pt x="10599" y="6759"/>
                  </a:cubicBezTo>
                  <a:close/>
                </a:path>
              </a:pathLst>
            </a:custGeom>
            <a:solidFill>
              <a:srgbClr val="AEB3B7"/>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595959"/>
                </a:solidFill>
                <a:latin typeface="Arial"/>
                <a:ea typeface="Arial"/>
                <a:cs typeface="Arial"/>
                <a:sym typeface="Arial"/>
              </a:endParaRPr>
            </a:p>
          </p:txBody>
        </p:sp>
        <p:sp>
          <p:nvSpPr>
            <p:cNvPr id="1111" name="Google Shape;1111;p125"/>
            <p:cNvSpPr/>
            <p:nvPr/>
          </p:nvSpPr>
          <p:spPr>
            <a:xfrm>
              <a:off x="1280400" y="187325"/>
              <a:ext cx="323850" cy="489600"/>
            </a:xfrm>
            <a:custGeom>
              <a:avLst/>
              <a:gdLst/>
              <a:ahLst/>
              <a:cxnLst/>
              <a:rect l="l" t="t" r="r" b="b"/>
              <a:pathLst>
                <a:path w="12954" h="19584" extrusionOk="0">
                  <a:moveTo>
                    <a:pt x="12954" y="409"/>
                  </a:moveTo>
                  <a:lnTo>
                    <a:pt x="12954" y="12544"/>
                  </a:lnTo>
                  <a:cubicBezTo>
                    <a:pt x="12954" y="17536"/>
                    <a:pt x="10010" y="19584"/>
                    <a:pt x="6528" y="19584"/>
                  </a:cubicBezTo>
                  <a:cubicBezTo>
                    <a:pt x="3251" y="19584"/>
                    <a:pt x="1280" y="17382"/>
                    <a:pt x="537" y="15590"/>
                  </a:cubicBezTo>
                  <a:lnTo>
                    <a:pt x="3123" y="14515"/>
                  </a:lnTo>
                  <a:cubicBezTo>
                    <a:pt x="3584" y="15616"/>
                    <a:pt x="4710" y="16922"/>
                    <a:pt x="6528" y="16922"/>
                  </a:cubicBezTo>
                  <a:cubicBezTo>
                    <a:pt x="8755" y="16922"/>
                    <a:pt x="10138" y="15539"/>
                    <a:pt x="10138" y="12954"/>
                  </a:cubicBezTo>
                  <a:lnTo>
                    <a:pt x="10138" y="11981"/>
                  </a:lnTo>
                  <a:lnTo>
                    <a:pt x="10036" y="11981"/>
                  </a:lnTo>
                  <a:cubicBezTo>
                    <a:pt x="9370" y="12800"/>
                    <a:pt x="8090" y="13517"/>
                    <a:pt x="6477" y="13517"/>
                  </a:cubicBezTo>
                  <a:cubicBezTo>
                    <a:pt x="3098" y="13517"/>
                    <a:pt x="0" y="10573"/>
                    <a:pt x="0" y="6784"/>
                  </a:cubicBezTo>
                  <a:cubicBezTo>
                    <a:pt x="0" y="2969"/>
                    <a:pt x="3098" y="0"/>
                    <a:pt x="6477" y="0"/>
                  </a:cubicBezTo>
                  <a:cubicBezTo>
                    <a:pt x="8090" y="0"/>
                    <a:pt x="9370" y="717"/>
                    <a:pt x="10036" y="1511"/>
                  </a:cubicBezTo>
                  <a:lnTo>
                    <a:pt x="10138" y="1511"/>
                  </a:lnTo>
                  <a:lnTo>
                    <a:pt x="10138" y="409"/>
                  </a:lnTo>
                  <a:lnTo>
                    <a:pt x="12954" y="409"/>
                  </a:lnTo>
                  <a:close/>
                  <a:moveTo>
                    <a:pt x="10343" y="6784"/>
                  </a:moveTo>
                  <a:cubicBezTo>
                    <a:pt x="10343" y="4403"/>
                    <a:pt x="8756" y="2662"/>
                    <a:pt x="6733" y="2662"/>
                  </a:cubicBezTo>
                  <a:cubicBezTo>
                    <a:pt x="4685" y="2662"/>
                    <a:pt x="2970" y="4403"/>
                    <a:pt x="2970" y="6784"/>
                  </a:cubicBezTo>
                  <a:cubicBezTo>
                    <a:pt x="2970" y="9139"/>
                    <a:pt x="4685" y="10855"/>
                    <a:pt x="6733" y="10855"/>
                  </a:cubicBezTo>
                  <a:cubicBezTo>
                    <a:pt x="8755" y="10854"/>
                    <a:pt x="10343" y="9139"/>
                    <a:pt x="10343" y="6784"/>
                  </a:cubicBezTo>
                  <a:close/>
                </a:path>
              </a:pathLst>
            </a:custGeom>
            <a:solidFill>
              <a:srgbClr val="AEB3B7"/>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595959"/>
                </a:solidFill>
                <a:latin typeface="Arial"/>
                <a:ea typeface="Arial"/>
                <a:cs typeface="Arial"/>
                <a:sym typeface="Arial"/>
              </a:endParaRPr>
            </a:p>
          </p:txBody>
        </p:sp>
        <p:sp>
          <p:nvSpPr>
            <p:cNvPr id="1112" name="Google Shape;1112;p125"/>
            <p:cNvSpPr/>
            <p:nvPr/>
          </p:nvSpPr>
          <p:spPr>
            <a:xfrm>
              <a:off x="1655750" y="20000"/>
              <a:ext cx="74250" cy="495000"/>
            </a:xfrm>
            <a:custGeom>
              <a:avLst/>
              <a:gdLst/>
              <a:ahLst/>
              <a:cxnLst/>
              <a:rect l="l" t="t" r="r" b="b"/>
              <a:pathLst>
                <a:path w="2970" h="19800" extrusionOk="0">
                  <a:moveTo>
                    <a:pt x="2970" y="0"/>
                  </a:moveTo>
                  <a:lnTo>
                    <a:pt x="2970" y="19800"/>
                  </a:lnTo>
                  <a:lnTo>
                    <a:pt x="0" y="19800"/>
                  </a:lnTo>
                  <a:lnTo>
                    <a:pt x="0" y="0"/>
                  </a:lnTo>
                  <a:lnTo>
                    <a:pt x="2970" y="0"/>
                  </a:lnTo>
                  <a:close/>
                </a:path>
              </a:pathLst>
            </a:custGeom>
            <a:solidFill>
              <a:srgbClr val="AEB3B7"/>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595959"/>
                </a:solidFill>
                <a:latin typeface="Arial"/>
                <a:ea typeface="Arial"/>
                <a:cs typeface="Arial"/>
                <a:sym typeface="Arial"/>
              </a:endParaRPr>
            </a:p>
          </p:txBody>
        </p:sp>
        <p:sp>
          <p:nvSpPr>
            <p:cNvPr id="1113" name="Google Shape;1113;p125"/>
            <p:cNvSpPr/>
            <p:nvPr/>
          </p:nvSpPr>
          <p:spPr>
            <a:xfrm>
              <a:off x="1765825" y="187275"/>
              <a:ext cx="311700" cy="337950"/>
            </a:xfrm>
            <a:custGeom>
              <a:avLst/>
              <a:gdLst/>
              <a:ahLst/>
              <a:cxnLst/>
              <a:rect l="l" t="t" r="r" b="b"/>
              <a:pathLst>
                <a:path w="12468" h="13518" extrusionOk="0">
                  <a:moveTo>
                    <a:pt x="10035" y="8987"/>
                  </a:moveTo>
                  <a:lnTo>
                    <a:pt x="12339" y="10523"/>
                  </a:lnTo>
                  <a:cubicBezTo>
                    <a:pt x="11596" y="11624"/>
                    <a:pt x="9804" y="13518"/>
                    <a:pt x="6707" y="13518"/>
                  </a:cubicBezTo>
                  <a:cubicBezTo>
                    <a:pt x="2867" y="13518"/>
                    <a:pt x="0" y="10548"/>
                    <a:pt x="0" y="6759"/>
                  </a:cubicBezTo>
                  <a:cubicBezTo>
                    <a:pt x="0" y="2739"/>
                    <a:pt x="2893" y="0"/>
                    <a:pt x="6375" y="0"/>
                  </a:cubicBezTo>
                  <a:cubicBezTo>
                    <a:pt x="9882" y="0"/>
                    <a:pt x="11598" y="2791"/>
                    <a:pt x="12161" y="4301"/>
                  </a:cubicBezTo>
                  <a:lnTo>
                    <a:pt x="12468" y="5069"/>
                  </a:lnTo>
                  <a:lnTo>
                    <a:pt x="3431" y="8807"/>
                  </a:lnTo>
                  <a:cubicBezTo>
                    <a:pt x="4122" y="10164"/>
                    <a:pt x="5198" y="10855"/>
                    <a:pt x="6708" y="10855"/>
                  </a:cubicBezTo>
                  <a:cubicBezTo>
                    <a:pt x="8217" y="10856"/>
                    <a:pt x="9267" y="10114"/>
                    <a:pt x="10035" y="8987"/>
                  </a:cubicBezTo>
                  <a:close/>
                  <a:moveTo>
                    <a:pt x="2943" y="6555"/>
                  </a:moveTo>
                  <a:lnTo>
                    <a:pt x="8985" y="4046"/>
                  </a:lnTo>
                  <a:cubicBezTo>
                    <a:pt x="8652" y="3201"/>
                    <a:pt x="7654" y="2612"/>
                    <a:pt x="6476" y="2612"/>
                  </a:cubicBezTo>
                  <a:cubicBezTo>
                    <a:pt x="4966" y="2613"/>
                    <a:pt x="2867" y="3944"/>
                    <a:pt x="2943" y="6555"/>
                  </a:cubicBezTo>
                  <a:close/>
                </a:path>
              </a:pathLst>
            </a:custGeom>
            <a:solidFill>
              <a:srgbClr val="AEB3B7"/>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595959"/>
                </a:solidFill>
                <a:latin typeface="Arial"/>
                <a:ea typeface="Arial"/>
                <a:cs typeface="Arial"/>
                <a:sym typeface="Arial"/>
              </a:endParaRPr>
            </a:p>
          </p:txBody>
        </p:sp>
      </p:grpSp>
    </p:spTree>
    <p:extLst>
      <p:ext uri="{BB962C8B-B14F-4D97-AF65-F5344CB8AC3E}">
        <p14:creationId xmlns:p14="http://schemas.microsoft.com/office/powerpoint/2010/main" val="393492607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Half Color Grey - Core Blue" preserve="1">
  <p:cSld name="Half Color Grey - Core Blue">
    <p:spTree>
      <p:nvGrpSpPr>
        <p:cNvPr id="1" name="Shape 1114"/>
        <p:cNvGrpSpPr/>
        <p:nvPr/>
      </p:nvGrpSpPr>
      <p:grpSpPr>
        <a:xfrm>
          <a:off x="0" y="0"/>
          <a:ext cx="0" cy="0"/>
          <a:chOff x="0" y="0"/>
          <a:chExt cx="0" cy="0"/>
        </a:xfrm>
      </p:grpSpPr>
      <p:sp>
        <p:nvSpPr>
          <p:cNvPr id="1115" name="Google Shape;1115;p126"/>
          <p:cNvSpPr txBox="1">
            <a:spLocks noGrp="1"/>
          </p:cNvSpPr>
          <p:nvPr>
            <p:ph type="body" idx="1"/>
          </p:nvPr>
        </p:nvSpPr>
        <p:spPr>
          <a:xfrm>
            <a:off x="459335" y="2901200"/>
            <a:ext cx="3968800" cy="2728400"/>
          </a:xfrm>
          <a:prstGeom prst="rect">
            <a:avLst/>
          </a:prstGeom>
          <a:noFill/>
          <a:ln>
            <a:noFill/>
          </a:ln>
        </p:spPr>
        <p:txBody>
          <a:bodyPr spcFirstLastPara="1" wrap="square" lIns="91425" tIns="91425" rIns="91425" bIns="91425" anchor="t" anchorCtr="0">
            <a:noAutofit/>
          </a:bodyPr>
          <a:lstStyle>
            <a:lvl1pPr marL="609585" marR="0" lvl="0" indent="-380990" algn="l" rtl="0">
              <a:lnSpc>
                <a:spcPct val="130000"/>
              </a:lnSpc>
              <a:spcBef>
                <a:spcPts val="0"/>
              </a:spcBef>
              <a:spcAft>
                <a:spcPts val="0"/>
              </a:spcAft>
              <a:buClr>
                <a:srgbClr val="80868B"/>
              </a:buClr>
              <a:buSzPts val="900"/>
              <a:buFont typeface="Roboto"/>
              <a:buChar char="●"/>
              <a:defRPr sz="1467" b="0" i="0" u="none" strike="noStrike" cap="none">
                <a:solidFill>
                  <a:srgbClr val="5F6368"/>
                </a:solidFill>
                <a:latin typeface="Roboto"/>
                <a:ea typeface="Roboto"/>
                <a:cs typeface="Roboto"/>
                <a:sym typeface="Roboto"/>
              </a:defRPr>
            </a:lvl1pPr>
            <a:lvl2pPr marL="1219170" marR="0" lvl="1" indent="-380990" algn="l" rtl="0">
              <a:lnSpc>
                <a:spcPct val="130000"/>
              </a:lnSpc>
              <a:spcBef>
                <a:spcPts val="0"/>
              </a:spcBef>
              <a:spcAft>
                <a:spcPts val="0"/>
              </a:spcAft>
              <a:buClr>
                <a:srgbClr val="80868B"/>
              </a:buClr>
              <a:buSzPts val="900"/>
              <a:buFont typeface="Roboto"/>
              <a:buChar char="○"/>
              <a:defRPr sz="1467" b="0" i="0" u="none" strike="noStrike" cap="none">
                <a:solidFill>
                  <a:srgbClr val="5F6368"/>
                </a:solidFill>
                <a:latin typeface="Roboto"/>
                <a:ea typeface="Roboto"/>
                <a:cs typeface="Roboto"/>
                <a:sym typeface="Roboto"/>
              </a:defRPr>
            </a:lvl2pPr>
            <a:lvl3pPr marL="1828754" marR="0" lvl="2" indent="-397923" algn="l" rtl="0">
              <a:lnSpc>
                <a:spcPct val="130000"/>
              </a:lnSpc>
              <a:spcBef>
                <a:spcPts val="0"/>
              </a:spcBef>
              <a:spcAft>
                <a:spcPts val="0"/>
              </a:spcAft>
              <a:buClr>
                <a:srgbClr val="5F6368"/>
              </a:buClr>
              <a:buSzPts val="1100"/>
              <a:buFont typeface="Roboto"/>
              <a:buChar char="■"/>
              <a:defRPr sz="1467" b="0" i="0" u="none" strike="noStrike" cap="none">
                <a:solidFill>
                  <a:srgbClr val="5F6368"/>
                </a:solidFill>
                <a:latin typeface="Roboto"/>
                <a:ea typeface="Roboto"/>
                <a:cs typeface="Roboto"/>
                <a:sym typeface="Roboto"/>
              </a:defRPr>
            </a:lvl3pPr>
            <a:lvl4pPr marL="2438339" marR="0" lvl="3" indent="-397923" algn="l" rtl="0">
              <a:lnSpc>
                <a:spcPct val="130000"/>
              </a:lnSpc>
              <a:spcBef>
                <a:spcPts val="0"/>
              </a:spcBef>
              <a:spcAft>
                <a:spcPts val="0"/>
              </a:spcAft>
              <a:buClr>
                <a:srgbClr val="5F6368"/>
              </a:buClr>
              <a:buSzPts val="1100"/>
              <a:buFont typeface="Roboto"/>
              <a:buChar char="●"/>
              <a:defRPr sz="1467" b="0" i="0" u="none" strike="noStrike" cap="none">
                <a:solidFill>
                  <a:srgbClr val="5F6368"/>
                </a:solidFill>
                <a:latin typeface="Roboto"/>
                <a:ea typeface="Roboto"/>
                <a:cs typeface="Roboto"/>
                <a:sym typeface="Roboto"/>
              </a:defRPr>
            </a:lvl4pPr>
            <a:lvl5pPr marL="3047924" marR="0" lvl="4" indent="-397923" algn="l" rtl="0">
              <a:lnSpc>
                <a:spcPct val="130000"/>
              </a:lnSpc>
              <a:spcBef>
                <a:spcPts val="0"/>
              </a:spcBef>
              <a:spcAft>
                <a:spcPts val="0"/>
              </a:spcAft>
              <a:buClr>
                <a:srgbClr val="5F6368"/>
              </a:buClr>
              <a:buSzPts val="1100"/>
              <a:buFont typeface="Roboto"/>
              <a:buChar char="○"/>
              <a:defRPr sz="1467" b="0" i="0" u="none" strike="noStrike" cap="none">
                <a:solidFill>
                  <a:srgbClr val="5F6368"/>
                </a:solidFill>
                <a:latin typeface="Roboto"/>
                <a:ea typeface="Roboto"/>
                <a:cs typeface="Roboto"/>
                <a:sym typeface="Roboto"/>
              </a:defRPr>
            </a:lvl5pPr>
            <a:lvl6pPr marL="3657509" marR="0" lvl="5" indent="-397923" algn="l" rtl="0">
              <a:lnSpc>
                <a:spcPct val="130000"/>
              </a:lnSpc>
              <a:spcBef>
                <a:spcPts val="0"/>
              </a:spcBef>
              <a:spcAft>
                <a:spcPts val="0"/>
              </a:spcAft>
              <a:buClr>
                <a:srgbClr val="5F6368"/>
              </a:buClr>
              <a:buSzPts val="1100"/>
              <a:buFont typeface="Roboto"/>
              <a:buChar char="■"/>
              <a:defRPr sz="1467" b="0" i="0" u="none" strike="noStrike" cap="none">
                <a:solidFill>
                  <a:srgbClr val="5F6368"/>
                </a:solidFill>
                <a:latin typeface="Roboto"/>
                <a:ea typeface="Roboto"/>
                <a:cs typeface="Roboto"/>
                <a:sym typeface="Roboto"/>
              </a:defRPr>
            </a:lvl6pPr>
            <a:lvl7pPr marL="4267093" marR="0" lvl="6" indent="-397923" algn="l" rtl="0">
              <a:lnSpc>
                <a:spcPct val="130000"/>
              </a:lnSpc>
              <a:spcBef>
                <a:spcPts val="0"/>
              </a:spcBef>
              <a:spcAft>
                <a:spcPts val="0"/>
              </a:spcAft>
              <a:buClr>
                <a:srgbClr val="5F6368"/>
              </a:buClr>
              <a:buSzPts val="1100"/>
              <a:buFont typeface="Roboto"/>
              <a:buChar char="●"/>
              <a:defRPr sz="1467" b="0" i="0" u="none" strike="noStrike" cap="none">
                <a:solidFill>
                  <a:srgbClr val="5F6368"/>
                </a:solidFill>
                <a:latin typeface="Roboto"/>
                <a:ea typeface="Roboto"/>
                <a:cs typeface="Roboto"/>
                <a:sym typeface="Roboto"/>
              </a:defRPr>
            </a:lvl7pPr>
            <a:lvl8pPr marL="4876678" marR="0" lvl="7" indent="-397923" algn="l" rtl="0">
              <a:lnSpc>
                <a:spcPct val="130000"/>
              </a:lnSpc>
              <a:spcBef>
                <a:spcPts val="0"/>
              </a:spcBef>
              <a:spcAft>
                <a:spcPts val="0"/>
              </a:spcAft>
              <a:buClr>
                <a:srgbClr val="5F6368"/>
              </a:buClr>
              <a:buSzPts val="1100"/>
              <a:buFont typeface="Roboto"/>
              <a:buChar char="○"/>
              <a:defRPr sz="1467" b="0" i="0" u="none" strike="noStrike" cap="none">
                <a:solidFill>
                  <a:srgbClr val="5F6368"/>
                </a:solidFill>
                <a:latin typeface="Roboto"/>
                <a:ea typeface="Roboto"/>
                <a:cs typeface="Roboto"/>
                <a:sym typeface="Roboto"/>
              </a:defRPr>
            </a:lvl8pPr>
            <a:lvl9pPr marL="5486263" marR="0" lvl="8" indent="-397923" algn="l" rtl="0">
              <a:lnSpc>
                <a:spcPct val="130000"/>
              </a:lnSpc>
              <a:spcBef>
                <a:spcPts val="0"/>
              </a:spcBef>
              <a:spcAft>
                <a:spcPts val="0"/>
              </a:spcAft>
              <a:buClr>
                <a:srgbClr val="5F6368"/>
              </a:buClr>
              <a:buSzPts val="1100"/>
              <a:buFont typeface="Roboto"/>
              <a:buChar char="■"/>
              <a:defRPr sz="1467" b="0" i="0" u="none" strike="noStrike" cap="none">
                <a:solidFill>
                  <a:srgbClr val="5F6368"/>
                </a:solidFill>
                <a:latin typeface="Roboto"/>
                <a:ea typeface="Roboto"/>
                <a:cs typeface="Roboto"/>
                <a:sym typeface="Roboto"/>
              </a:defRPr>
            </a:lvl9pPr>
          </a:lstStyle>
          <a:p>
            <a:endParaRPr/>
          </a:p>
        </p:txBody>
      </p:sp>
      <p:sp>
        <p:nvSpPr>
          <p:cNvPr id="1116" name="Google Shape;1116;p126"/>
          <p:cNvSpPr txBox="1">
            <a:spLocks noGrp="1"/>
          </p:cNvSpPr>
          <p:nvPr>
            <p:ph type="title"/>
          </p:nvPr>
        </p:nvSpPr>
        <p:spPr>
          <a:xfrm>
            <a:off x="459335" y="1821200"/>
            <a:ext cx="5152800" cy="552400"/>
          </a:xfrm>
          <a:prstGeom prst="rect">
            <a:avLst/>
          </a:prstGeom>
          <a:noFill/>
          <a:ln>
            <a:noFill/>
          </a:ln>
        </p:spPr>
        <p:txBody>
          <a:bodyPr spcFirstLastPara="1" wrap="square" lIns="91425" tIns="91425" rIns="91425" bIns="91425" anchor="t" anchorCtr="0">
            <a:noAutofit/>
          </a:bodyPr>
          <a:lstStyle>
            <a:lvl1pPr marR="0" lvl="0" algn="l" rtl="0">
              <a:lnSpc>
                <a:spcPct val="90000"/>
              </a:lnSpc>
              <a:spcBef>
                <a:spcPts val="0"/>
              </a:spcBef>
              <a:spcAft>
                <a:spcPts val="0"/>
              </a:spcAft>
              <a:buClr>
                <a:schemeClr val="dk1"/>
              </a:buClr>
              <a:buSzPts val="1100"/>
              <a:buFont typeface="Arial"/>
              <a:buNone/>
              <a:defRPr sz="3200" b="0" i="0" u="none" strike="noStrike" cap="none">
                <a:solidFill>
                  <a:srgbClr val="3C4043"/>
                </a:solidFill>
                <a:latin typeface="Google Sans"/>
                <a:ea typeface="Google Sans"/>
                <a:cs typeface="Google Sans"/>
                <a:sym typeface="Google Sans"/>
              </a:defRPr>
            </a:lvl1pPr>
            <a:lvl2pPr marR="0" lvl="1" algn="ctr" rtl="0">
              <a:lnSpc>
                <a:spcPct val="100000"/>
              </a:lnSpc>
              <a:spcBef>
                <a:spcPts val="0"/>
              </a:spcBef>
              <a:spcAft>
                <a:spcPts val="0"/>
              </a:spcAft>
              <a:buClr>
                <a:srgbClr val="000000"/>
              </a:buClr>
              <a:buSzPts val="4200"/>
              <a:buFont typeface="Helvetica Neue Light"/>
              <a:buNone/>
              <a:defRPr sz="5600" b="0" i="0" u="none" strike="noStrike" cap="none">
                <a:solidFill>
                  <a:srgbClr val="000000"/>
                </a:solidFill>
                <a:latin typeface="Helvetica Neue Light"/>
                <a:ea typeface="Helvetica Neue Light"/>
                <a:cs typeface="Helvetica Neue Light"/>
                <a:sym typeface="Helvetica Neue Light"/>
              </a:defRPr>
            </a:lvl2pPr>
            <a:lvl3pPr marR="0" lvl="2" algn="ctr" rtl="0">
              <a:lnSpc>
                <a:spcPct val="100000"/>
              </a:lnSpc>
              <a:spcBef>
                <a:spcPts val="0"/>
              </a:spcBef>
              <a:spcAft>
                <a:spcPts val="0"/>
              </a:spcAft>
              <a:buClr>
                <a:srgbClr val="000000"/>
              </a:buClr>
              <a:buSzPts val="4200"/>
              <a:buFont typeface="Helvetica Neue Light"/>
              <a:buNone/>
              <a:defRPr sz="5600" b="0" i="0" u="none" strike="noStrike" cap="none">
                <a:solidFill>
                  <a:srgbClr val="000000"/>
                </a:solidFill>
                <a:latin typeface="Helvetica Neue Light"/>
                <a:ea typeface="Helvetica Neue Light"/>
                <a:cs typeface="Helvetica Neue Light"/>
                <a:sym typeface="Helvetica Neue Light"/>
              </a:defRPr>
            </a:lvl3pPr>
            <a:lvl4pPr marR="0" lvl="3" algn="ctr" rtl="0">
              <a:lnSpc>
                <a:spcPct val="100000"/>
              </a:lnSpc>
              <a:spcBef>
                <a:spcPts val="0"/>
              </a:spcBef>
              <a:spcAft>
                <a:spcPts val="0"/>
              </a:spcAft>
              <a:buClr>
                <a:srgbClr val="000000"/>
              </a:buClr>
              <a:buSzPts val="4200"/>
              <a:buFont typeface="Helvetica Neue Light"/>
              <a:buNone/>
              <a:defRPr sz="5600" b="0" i="0" u="none" strike="noStrike" cap="none">
                <a:solidFill>
                  <a:srgbClr val="000000"/>
                </a:solidFill>
                <a:latin typeface="Helvetica Neue Light"/>
                <a:ea typeface="Helvetica Neue Light"/>
                <a:cs typeface="Helvetica Neue Light"/>
                <a:sym typeface="Helvetica Neue Light"/>
              </a:defRPr>
            </a:lvl4pPr>
            <a:lvl5pPr marR="0" lvl="4" algn="ctr" rtl="0">
              <a:lnSpc>
                <a:spcPct val="100000"/>
              </a:lnSpc>
              <a:spcBef>
                <a:spcPts val="0"/>
              </a:spcBef>
              <a:spcAft>
                <a:spcPts val="0"/>
              </a:spcAft>
              <a:buClr>
                <a:srgbClr val="000000"/>
              </a:buClr>
              <a:buSzPts val="4200"/>
              <a:buFont typeface="Helvetica Neue Light"/>
              <a:buNone/>
              <a:defRPr sz="5600" b="0" i="0" u="none" strike="noStrike" cap="none">
                <a:solidFill>
                  <a:srgbClr val="000000"/>
                </a:solidFill>
                <a:latin typeface="Helvetica Neue Light"/>
                <a:ea typeface="Helvetica Neue Light"/>
                <a:cs typeface="Helvetica Neue Light"/>
                <a:sym typeface="Helvetica Neue Light"/>
              </a:defRPr>
            </a:lvl5pPr>
            <a:lvl6pPr marR="0" lvl="5" algn="ctr" rtl="0">
              <a:lnSpc>
                <a:spcPct val="100000"/>
              </a:lnSpc>
              <a:spcBef>
                <a:spcPts val="0"/>
              </a:spcBef>
              <a:spcAft>
                <a:spcPts val="0"/>
              </a:spcAft>
              <a:buClr>
                <a:srgbClr val="000000"/>
              </a:buClr>
              <a:buSzPts val="4200"/>
              <a:buFont typeface="Helvetica Neue Light"/>
              <a:buNone/>
              <a:defRPr sz="5600" b="0" i="0" u="none" strike="noStrike" cap="none">
                <a:solidFill>
                  <a:srgbClr val="000000"/>
                </a:solidFill>
                <a:latin typeface="Helvetica Neue Light"/>
                <a:ea typeface="Helvetica Neue Light"/>
                <a:cs typeface="Helvetica Neue Light"/>
                <a:sym typeface="Helvetica Neue Light"/>
              </a:defRPr>
            </a:lvl6pPr>
            <a:lvl7pPr marR="0" lvl="6" algn="ctr" rtl="0">
              <a:lnSpc>
                <a:spcPct val="100000"/>
              </a:lnSpc>
              <a:spcBef>
                <a:spcPts val="0"/>
              </a:spcBef>
              <a:spcAft>
                <a:spcPts val="0"/>
              </a:spcAft>
              <a:buClr>
                <a:srgbClr val="000000"/>
              </a:buClr>
              <a:buSzPts val="4200"/>
              <a:buFont typeface="Helvetica Neue Light"/>
              <a:buNone/>
              <a:defRPr sz="5600" b="0" i="0" u="none" strike="noStrike" cap="none">
                <a:solidFill>
                  <a:srgbClr val="000000"/>
                </a:solidFill>
                <a:latin typeface="Helvetica Neue Light"/>
                <a:ea typeface="Helvetica Neue Light"/>
                <a:cs typeface="Helvetica Neue Light"/>
                <a:sym typeface="Helvetica Neue Light"/>
              </a:defRPr>
            </a:lvl7pPr>
            <a:lvl8pPr marR="0" lvl="7" algn="ctr" rtl="0">
              <a:lnSpc>
                <a:spcPct val="100000"/>
              </a:lnSpc>
              <a:spcBef>
                <a:spcPts val="0"/>
              </a:spcBef>
              <a:spcAft>
                <a:spcPts val="0"/>
              </a:spcAft>
              <a:buClr>
                <a:srgbClr val="000000"/>
              </a:buClr>
              <a:buSzPts val="4200"/>
              <a:buFont typeface="Helvetica Neue Light"/>
              <a:buNone/>
              <a:defRPr sz="5600" b="0" i="0" u="none" strike="noStrike" cap="none">
                <a:solidFill>
                  <a:srgbClr val="000000"/>
                </a:solidFill>
                <a:latin typeface="Helvetica Neue Light"/>
                <a:ea typeface="Helvetica Neue Light"/>
                <a:cs typeface="Helvetica Neue Light"/>
                <a:sym typeface="Helvetica Neue Light"/>
              </a:defRPr>
            </a:lvl8pPr>
            <a:lvl9pPr marR="0" lvl="8" algn="ctr" rtl="0">
              <a:lnSpc>
                <a:spcPct val="100000"/>
              </a:lnSpc>
              <a:spcBef>
                <a:spcPts val="0"/>
              </a:spcBef>
              <a:spcAft>
                <a:spcPts val="0"/>
              </a:spcAft>
              <a:buClr>
                <a:srgbClr val="000000"/>
              </a:buClr>
              <a:buSzPts val="4200"/>
              <a:buFont typeface="Helvetica Neue Light"/>
              <a:buNone/>
              <a:defRPr sz="5600" b="0" i="0" u="none" strike="noStrike" cap="none">
                <a:solidFill>
                  <a:srgbClr val="000000"/>
                </a:solidFill>
                <a:latin typeface="Helvetica Neue Light"/>
                <a:ea typeface="Helvetica Neue Light"/>
                <a:cs typeface="Helvetica Neue Light"/>
                <a:sym typeface="Helvetica Neue Light"/>
              </a:defRPr>
            </a:lvl9pPr>
          </a:lstStyle>
          <a:p>
            <a:endParaRPr/>
          </a:p>
        </p:txBody>
      </p:sp>
      <p:sp>
        <p:nvSpPr>
          <p:cNvPr id="1117" name="Google Shape;1117;p126"/>
          <p:cNvSpPr/>
          <p:nvPr/>
        </p:nvSpPr>
        <p:spPr>
          <a:xfrm>
            <a:off x="6072400" y="0"/>
            <a:ext cx="6119600" cy="6858000"/>
          </a:xfrm>
          <a:prstGeom prst="rect">
            <a:avLst/>
          </a:prstGeom>
          <a:solidFill>
            <a:srgbClr val="F1F3F4"/>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1119" name="Google Shape;1119;p126"/>
          <p:cNvSpPr/>
          <p:nvPr/>
        </p:nvSpPr>
        <p:spPr>
          <a:xfrm>
            <a:off x="-29957" y="313820"/>
            <a:ext cx="77200" cy="6230400"/>
          </a:xfrm>
          <a:prstGeom prst="rect">
            <a:avLst/>
          </a:prstGeom>
          <a:solidFill>
            <a:srgbClr val="4285F4"/>
          </a:solidFill>
          <a:ln>
            <a:noFill/>
          </a:ln>
        </p:spPr>
        <p:txBody>
          <a:bodyPr spcFirstLastPara="1" wrap="square" lIns="25400" tIns="25400" rIns="25400" bIns="25400" anchor="ctr" anchorCtr="0">
            <a:noAutofit/>
          </a:bodyPr>
          <a:lstStyle/>
          <a:p>
            <a:pPr marL="0" marR="0" lvl="0" indent="0" algn="ctr" rtl="0">
              <a:lnSpc>
                <a:spcPct val="100000"/>
              </a:lnSpc>
              <a:spcBef>
                <a:spcPts val="0"/>
              </a:spcBef>
              <a:spcAft>
                <a:spcPts val="0"/>
              </a:spcAft>
              <a:buClr>
                <a:srgbClr val="519BF7"/>
              </a:buClr>
              <a:buSzPts val="1200"/>
              <a:buFont typeface="Helvetica Neue Light"/>
              <a:buNone/>
            </a:pPr>
            <a:endParaRPr sz="1600" b="0" i="0" u="none" strike="noStrike" cap="none">
              <a:solidFill>
                <a:srgbClr val="1D8E3E"/>
              </a:solidFill>
              <a:latin typeface="Helvetica Neue Light"/>
              <a:ea typeface="Helvetica Neue Light"/>
              <a:cs typeface="Helvetica Neue Light"/>
              <a:sym typeface="Helvetica Neue Light"/>
            </a:endParaRPr>
          </a:p>
        </p:txBody>
      </p:sp>
      <p:sp>
        <p:nvSpPr>
          <p:cNvPr id="1120" name="Google Shape;1120;p126"/>
          <p:cNvSpPr txBox="1">
            <a:spLocks noGrp="1"/>
          </p:cNvSpPr>
          <p:nvPr>
            <p:ph type="body" idx="2"/>
          </p:nvPr>
        </p:nvSpPr>
        <p:spPr>
          <a:xfrm>
            <a:off x="459335" y="6324833"/>
            <a:ext cx="5794400" cy="500800"/>
          </a:xfrm>
          <a:prstGeom prst="rect">
            <a:avLst/>
          </a:prstGeom>
          <a:noFill/>
          <a:ln>
            <a:noFill/>
          </a:ln>
        </p:spPr>
        <p:txBody>
          <a:bodyPr spcFirstLastPara="1" wrap="square" lIns="91425" tIns="91425" rIns="91425" bIns="91425" anchor="t" anchorCtr="0">
            <a:noAutofit/>
          </a:bodyPr>
          <a:lstStyle>
            <a:lvl1pPr marL="609585" marR="0" lvl="0" indent="-304792" algn="l" rtl="0">
              <a:lnSpc>
                <a:spcPct val="100000"/>
              </a:lnSpc>
              <a:spcBef>
                <a:spcPts val="0"/>
              </a:spcBef>
              <a:spcAft>
                <a:spcPts val="0"/>
              </a:spcAft>
              <a:buClr>
                <a:srgbClr val="000000"/>
              </a:buClr>
              <a:buSzPts val="1100"/>
              <a:buFont typeface="Arial"/>
              <a:buNone/>
              <a:defRPr sz="800" b="0" i="0" u="none" strike="noStrike" cap="none">
                <a:solidFill>
                  <a:srgbClr val="D5D5D5"/>
                </a:solidFill>
                <a:latin typeface="Roboto"/>
                <a:ea typeface="Roboto"/>
                <a:cs typeface="Roboto"/>
                <a:sym typeface="Roboto"/>
              </a:defRPr>
            </a:lvl1pPr>
            <a:lvl2pPr marL="1219170" marR="0" lvl="1" indent="-304792" algn="l" rtl="0">
              <a:lnSpc>
                <a:spcPct val="100000"/>
              </a:lnSpc>
              <a:spcBef>
                <a:spcPts val="0"/>
              </a:spcBef>
              <a:spcAft>
                <a:spcPts val="0"/>
              </a:spcAft>
              <a:buClr>
                <a:srgbClr val="000000"/>
              </a:buClr>
              <a:buSzPts val="1100"/>
              <a:buFont typeface="Arial"/>
              <a:buNone/>
              <a:defRPr sz="800" b="0" i="0" u="none" strike="noStrike" cap="none">
                <a:solidFill>
                  <a:srgbClr val="D5D5D5"/>
                </a:solidFill>
                <a:latin typeface="Roboto"/>
                <a:ea typeface="Roboto"/>
                <a:cs typeface="Roboto"/>
                <a:sym typeface="Roboto"/>
              </a:defRPr>
            </a:lvl2pPr>
            <a:lvl3pPr marL="1828754" marR="0" lvl="2" indent="-304792" algn="l" rtl="0">
              <a:lnSpc>
                <a:spcPct val="100000"/>
              </a:lnSpc>
              <a:spcBef>
                <a:spcPts val="0"/>
              </a:spcBef>
              <a:spcAft>
                <a:spcPts val="0"/>
              </a:spcAft>
              <a:buClr>
                <a:srgbClr val="000000"/>
              </a:buClr>
              <a:buSzPts val="1100"/>
              <a:buFont typeface="Arial"/>
              <a:buNone/>
              <a:defRPr sz="800" b="0" i="0" u="none" strike="noStrike" cap="none">
                <a:solidFill>
                  <a:srgbClr val="D5D5D5"/>
                </a:solidFill>
                <a:latin typeface="Roboto"/>
                <a:ea typeface="Roboto"/>
                <a:cs typeface="Roboto"/>
                <a:sym typeface="Roboto"/>
              </a:defRPr>
            </a:lvl3pPr>
            <a:lvl4pPr marL="2438339" marR="0" lvl="3" indent="-304792" algn="l" rtl="0">
              <a:lnSpc>
                <a:spcPct val="100000"/>
              </a:lnSpc>
              <a:spcBef>
                <a:spcPts val="0"/>
              </a:spcBef>
              <a:spcAft>
                <a:spcPts val="0"/>
              </a:spcAft>
              <a:buClr>
                <a:srgbClr val="000000"/>
              </a:buClr>
              <a:buSzPts val="1100"/>
              <a:buFont typeface="Arial"/>
              <a:buNone/>
              <a:defRPr sz="800" b="0" i="0" u="none" strike="noStrike" cap="none">
                <a:solidFill>
                  <a:srgbClr val="D5D5D5"/>
                </a:solidFill>
                <a:latin typeface="Roboto"/>
                <a:ea typeface="Roboto"/>
                <a:cs typeface="Roboto"/>
                <a:sym typeface="Roboto"/>
              </a:defRPr>
            </a:lvl4pPr>
            <a:lvl5pPr marL="3047924" marR="0" lvl="4" indent="-304792" algn="l" rtl="0">
              <a:lnSpc>
                <a:spcPct val="100000"/>
              </a:lnSpc>
              <a:spcBef>
                <a:spcPts val="0"/>
              </a:spcBef>
              <a:spcAft>
                <a:spcPts val="0"/>
              </a:spcAft>
              <a:buClr>
                <a:srgbClr val="000000"/>
              </a:buClr>
              <a:buSzPts val="1100"/>
              <a:buFont typeface="Arial"/>
              <a:buNone/>
              <a:defRPr sz="800" b="0" i="0" u="none" strike="noStrike" cap="none">
                <a:solidFill>
                  <a:srgbClr val="D5D5D5"/>
                </a:solidFill>
                <a:latin typeface="Roboto"/>
                <a:ea typeface="Roboto"/>
                <a:cs typeface="Roboto"/>
                <a:sym typeface="Roboto"/>
              </a:defRPr>
            </a:lvl5pPr>
            <a:lvl6pPr marL="3657509" marR="0" lvl="5" indent="-304792" algn="l" rtl="0">
              <a:lnSpc>
                <a:spcPct val="100000"/>
              </a:lnSpc>
              <a:spcBef>
                <a:spcPts val="0"/>
              </a:spcBef>
              <a:spcAft>
                <a:spcPts val="0"/>
              </a:spcAft>
              <a:buClr>
                <a:srgbClr val="000000"/>
              </a:buClr>
              <a:buSzPts val="1100"/>
              <a:buFont typeface="Arial"/>
              <a:buNone/>
              <a:defRPr sz="800" b="0" i="0" u="none" strike="noStrike" cap="none">
                <a:solidFill>
                  <a:srgbClr val="D5D5D5"/>
                </a:solidFill>
                <a:latin typeface="Roboto"/>
                <a:ea typeface="Roboto"/>
                <a:cs typeface="Roboto"/>
                <a:sym typeface="Roboto"/>
              </a:defRPr>
            </a:lvl6pPr>
            <a:lvl7pPr marL="4267093" marR="0" lvl="6" indent="-304792" algn="l" rtl="0">
              <a:lnSpc>
                <a:spcPct val="100000"/>
              </a:lnSpc>
              <a:spcBef>
                <a:spcPts val="0"/>
              </a:spcBef>
              <a:spcAft>
                <a:spcPts val="0"/>
              </a:spcAft>
              <a:buClr>
                <a:srgbClr val="000000"/>
              </a:buClr>
              <a:buSzPts val="1100"/>
              <a:buFont typeface="Arial"/>
              <a:buNone/>
              <a:defRPr sz="800" b="0" i="0" u="none" strike="noStrike" cap="none">
                <a:solidFill>
                  <a:srgbClr val="D5D5D5"/>
                </a:solidFill>
                <a:latin typeface="Roboto"/>
                <a:ea typeface="Roboto"/>
                <a:cs typeface="Roboto"/>
                <a:sym typeface="Roboto"/>
              </a:defRPr>
            </a:lvl7pPr>
            <a:lvl8pPr marL="4876678" marR="0" lvl="7" indent="-304792" algn="l" rtl="0">
              <a:lnSpc>
                <a:spcPct val="100000"/>
              </a:lnSpc>
              <a:spcBef>
                <a:spcPts val="0"/>
              </a:spcBef>
              <a:spcAft>
                <a:spcPts val="0"/>
              </a:spcAft>
              <a:buClr>
                <a:srgbClr val="000000"/>
              </a:buClr>
              <a:buSzPts val="1100"/>
              <a:buFont typeface="Arial"/>
              <a:buNone/>
              <a:defRPr sz="800" b="0" i="0" u="none" strike="noStrike" cap="none">
                <a:solidFill>
                  <a:srgbClr val="D5D5D5"/>
                </a:solidFill>
                <a:latin typeface="Roboto"/>
                <a:ea typeface="Roboto"/>
                <a:cs typeface="Roboto"/>
                <a:sym typeface="Roboto"/>
              </a:defRPr>
            </a:lvl8pPr>
            <a:lvl9pPr marL="5486263" marR="0" lvl="8" indent="-304792" algn="l" rtl="0">
              <a:lnSpc>
                <a:spcPct val="100000"/>
              </a:lnSpc>
              <a:spcBef>
                <a:spcPts val="0"/>
              </a:spcBef>
              <a:spcAft>
                <a:spcPts val="0"/>
              </a:spcAft>
              <a:buClr>
                <a:srgbClr val="000000"/>
              </a:buClr>
              <a:buSzPts val="1100"/>
              <a:buFont typeface="Arial"/>
              <a:buNone/>
              <a:defRPr sz="800" b="0" i="0" u="none" strike="noStrike" cap="none">
                <a:solidFill>
                  <a:srgbClr val="D5D5D5"/>
                </a:solidFill>
                <a:latin typeface="Roboto"/>
                <a:ea typeface="Roboto"/>
                <a:cs typeface="Roboto"/>
                <a:sym typeface="Roboto"/>
              </a:defRPr>
            </a:lvl9pPr>
          </a:lstStyle>
          <a:p>
            <a:endParaRPr/>
          </a:p>
        </p:txBody>
      </p:sp>
      <p:grpSp>
        <p:nvGrpSpPr>
          <p:cNvPr id="1121" name="Google Shape;1121;p126"/>
          <p:cNvGrpSpPr/>
          <p:nvPr/>
        </p:nvGrpSpPr>
        <p:grpSpPr>
          <a:xfrm>
            <a:off x="11292163" y="6405041"/>
            <a:ext cx="560655" cy="182680"/>
            <a:chOff x="0" y="0"/>
            <a:chExt cx="2077525" cy="676925"/>
          </a:xfrm>
        </p:grpSpPr>
        <p:sp>
          <p:nvSpPr>
            <p:cNvPr id="1122" name="Google Shape;1122;p126"/>
            <p:cNvSpPr/>
            <p:nvPr/>
          </p:nvSpPr>
          <p:spPr>
            <a:xfrm>
              <a:off x="0" y="0"/>
              <a:ext cx="511375" cy="524800"/>
            </a:xfrm>
            <a:custGeom>
              <a:avLst/>
              <a:gdLst/>
              <a:ahLst/>
              <a:cxnLst/>
              <a:rect l="l" t="t" r="r" b="b"/>
              <a:pathLst>
                <a:path w="20455" h="20992" extrusionOk="0">
                  <a:moveTo>
                    <a:pt x="10700" y="12450"/>
                  </a:moveTo>
                  <a:lnTo>
                    <a:pt x="10700" y="9583"/>
                  </a:lnTo>
                  <a:lnTo>
                    <a:pt x="20300" y="9583"/>
                  </a:lnTo>
                  <a:cubicBezTo>
                    <a:pt x="20398" y="10088"/>
                    <a:pt x="20455" y="10690"/>
                    <a:pt x="20455" y="11341"/>
                  </a:cubicBezTo>
                  <a:cubicBezTo>
                    <a:pt x="20455" y="13491"/>
                    <a:pt x="19866" y="16154"/>
                    <a:pt x="17972" y="18048"/>
                  </a:cubicBezTo>
                  <a:cubicBezTo>
                    <a:pt x="16129" y="19968"/>
                    <a:pt x="13773" y="20992"/>
                    <a:pt x="10650" y="20992"/>
                  </a:cubicBezTo>
                  <a:cubicBezTo>
                    <a:pt x="4864" y="20993"/>
                    <a:pt x="0" y="16282"/>
                    <a:pt x="0" y="10496"/>
                  </a:cubicBezTo>
                  <a:cubicBezTo>
                    <a:pt x="0" y="4710"/>
                    <a:pt x="4864" y="0"/>
                    <a:pt x="10650" y="0"/>
                  </a:cubicBezTo>
                  <a:cubicBezTo>
                    <a:pt x="13850" y="0"/>
                    <a:pt x="16129" y="1254"/>
                    <a:pt x="17844" y="2893"/>
                  </a:cubicBezTo>
                  <a:lnTo>
                    <a:pt x="15822" y="4915"/>
                  </a:lnTo>
                  <a:cubicBezTo>
                    <a:pt x="14593" y="3763"/>
                    <a:pt x="12929" y="2867"/>
                    <a:pt x="10651" y="2867"/>
                  </a:cubicBezTo>
                  <a:cubicBezTo>
                    <a:pt x="6427" y="2867"/>
                    <a:pt x="3124" y="6272"/>
                    <a:pt x="3124" y="10496"/>
                  </a:cubicBezTo>
                  <a:cubicBezTo>
                    <a:pt x="3124" y="14720"/>
                    <a:pt x="6427" y="18125"/>
                    <a:pt x="10651" y="18125"/>
                  </a:cubicBezTo>
                  <a:cubicBezTo>
                    <a:pt x="13390" y="18125"/>
                    <a:pt x="14952" y="17024"/>
                    <a:pt x="15950" y="16026"/>
                  </a:cubicBezTo>
                  <a:cubicBezTo>
                    <a:pt x="16764" y="15213"/>
                    <a:pt x="17299" y="14046"/>
                    <a:pt x="17507" y="12450"/>
                  </a:cubicBezTo>
                  <a:lnTo>
                    <a:pt x="10700" y="12450"/>
                  </a:lnTo>
                  <a:close/>
                </a:path>
              </a:pathLst>
            </a:custGeom>
            <a:solidFill>
              <a:srgbClr val="AEB3B7"/>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595959"/>
                </a:solidFill>
                <a:latin typeface="Arial"/>
                <a:ea typeface="Arial"/>
                <a:cs typeface="Arial"/>
                <a:sym typeface="Arial"/>
              </a:endParaRPr>
            </a:p>
          </p:txBody>
        </p:sp>
        <p:sp>
          <p:nvSpPr>
            <p:cNvPr id="1123" name="Google Shape;1123;p126"/>
            <p:cNvSpPr/>
            <p:nvPr/>
          </p:nvSpPr>
          <p:spPr>
            <a:xfrm>
              <a:off x="540400" y="187300"/>
              <a:ext cx="339200" cy="337950"/>
            </a:xfrm>
            <a:custGeom>
              <a:avLst/>
              <a:gdLst/>
              <a:ahLst/>
              <a:cxnLst/>
              <a:rect l="l" t="t" r="r" b="b"/>
              <a:pathLst>
                <a:path w="13568" h="13518" extrusionOk="0">
                  <a:moveTo>
                    <a:pt x="13568" y="6759"/>
                  </a:moveTo>
                  <a:cubicBezTo>
                    <a:pt x="13568" y="10650"/>
                    <a:pt x="10522" y="13518"/>
                    <a:pt x="6784" y="13518"/>
                  </a:cubicBezTo>
                  <a:cubicBezTo>
                    <a:pt x="3046" y="13518"/>
                    <a:pt x="0" y="10651"/>
                    <a:pt x="0" y="6759"/>
                  </a:cubicBezTo>
                  <a:cubicBezTo>
                    <a:pt x="0" y="2842"/>
                    <a:pt x="3046" y="0"/>
                    <a:pt x="6784" y="0"/>
                  </a:cubicBezTo>
                  <a:cubicBezTo>
                    <a:pt x="10522" y="0"/>
                    <a:pt x="13568" y="2842"/>
                    <a:pt x="13568" y="6759"/>
                  </a:cubicBezTo>
                  <a:close/>
                  <a:moveTo>
                    <a:pt x="10599" y="6759"/>
                  </a:moveTo>
                  <a:cubicBezTo>
                    <a:pt x="10599" y="4327"/>
                    <a:pt x="8833" y="2663"/>
                    <a:pt x="6785" y="2663"/>
                  </a:cubicBezTo>
                  <a:cubicBezTo>
                    <a:pt x="4737" y="2663"/>
                    <a:pt x="2970" y="4327"/>
                    <a:pt x="2970" y="6759"/>
                  </a:cubicBezTo>
                  <a:cubicBezTo>
                    <a:pt x="2970" y="9165"/>
                    <a:pt x="4736" y="10855"/>
                    <a:pt x="6785" y="10855"/>
                  </a:cubicBezTo>
                  <a:cubicBezTo>
                    <a:pt x="8832" y="10855"/>
                    <a:pt x="10599" y="9165"/>
                    <a:pt x="10599" y="6759"/>
                  </a:cubicBezTo>
                  <a:close/>
                </a:path>
              </a:pathLst>
            </a:custGeom>
            <a:solidFill>
              <a:srgbClr val="AEB3B7"/>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595959"/>
                </a:solidFill>
                <a:latin typeface="Arial"/>
                <a:ea typeface="Arial"/>
                <a:cs typeface="Arial"/>
                <a:sym typeface="Arial"/>
              </a:endParaRPr>
            </a:p>
          </p:txBody>
        </p:sp>
        <p:sp>
          <p:nvSpPr>
            <p:cNvPr id="1124" name="Google Shape;1124;p126"/>
            <p:cNvSpPr/>
            <p:nvPr/>
          </p:nvSpPr>
          <p:spPr>
            <a:xfrm>
              <a:off x="910400" y="187300"/>
              <a:ext cx="339200" cy="337950"/>
            </a:xfrm>
            <a:custGeom>
              <a:avLst/>
              <a:gdLst/>
              <a:ahLst/>
              <a:cxnLst/>
              <a:rect l="l" t="t" r="r" b="b"/>
              <a:pathLst>
                <a:path w="13568" h="13518" extrusionOk="0">
                  <a:moveTo>
                    <a:pt x="13568" y="6759"/>
                  </a:moveTo>
                  <a:cubicBezTo>
                    <a:pt x="13568" y="10650"/>
                    <a:pt x="10522" y="13518"/>
                    <a:pt x="6784" y="13518"/>
                  </a:cubicBezTo>
                  <a:cubicBezTo>
                    <a:pt x="3046" y="13518"/>
                    <a:pt x="0" y="10651"/>
                    <a:pt x="0" y="6759"/>
                  </a:cubicBezTo>
                  <a:cubicBezTo>
                    <a:pt x="0" y="2842"/>
                    <a:pt x="3046" y="0"/>
                    <a:pt x="6784" y="0"/>
                  </a:cubicBezTo>
                  <a:cubicBezTo>
                    <a:pt x="10522" y="0"/>
                    <a:pt x="13568" y="2842"/>
                    <a:pt x="13568" y="6759"/>
                  </a:cubicBezTo>
                  <a:close/>
                  <a:moveTo>
                    <a:pt x="10599" y="6759"/>
                  </a:moveTo>
                  <a:cubicBezTo>
                    <a:pt x="10599" y="4327"/>
                    <a:pt x="8833" y="2663"/>
                    <a:pt x="6785" y="2663"/>
                  </a:cubicBezTo>
                  <a:cubicBezTo>
                    <a:pt x="4737" y="2663"/>
                    <a:pt x="2970" y="4327"/>
                    <a:pt x="2970" y="6759"/>
                  </a:cubicBezTo>
                  <a:cubicBezTo>
                    <a:pt x="2970" y="9165"/>
                    <a:pt x="4736" y="10855"/>
                    <a:pt x="6785" y="10855"/>
                  </a:cubicBezTo>
                  <a:cubicBezTo>
                    <a:pt x="8832" y="10855"/>
                    <a:pt x="10599" y="9165"/>
                    <a:pt x="10599" y="6759"/>
                  </a:cubicBezTo>
                  <a:close/>
                </a:path>
              </a:pathLst>
            </a:custGeom>
            <a:solidFill>
              <a:srgbClr val="AEB3B7"/>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595959"/>
                </a:solidFill>
                <a:latin typeface="Arial"/>
                <a:ea typeface="Arial"/>
                <a:cs typeface="Arial"/>
                <a:sym typeface="Arial"/>
              </a:endParaRPr>
            </a:p>
          </p:txBody>
        </p:sp>
        <p:sp>
          <p:nvSpPr>
            <p:cNvPr id="1125" name="Google Shape;1125;p126"/>
            <p:cNvSpPr/>
            <p:nvPr/>
          </p:nvSpPr>
          <p:spPr>
            <a:xfrm>
              <a:off x="1280400" y="187325"/>
              <a:ext cx="323850" cy="489600"/>
            </a:xfrm>
            <a:custGeom>
              <a:avLst/>
              <a:gdLst/>
              <a:ahLst/>
              <a:cxnLst/>
              <a:rect l="l" t="t" r="r" b="b"/>
              <a:pathLst>
                <a:path w="12954" h="19584" extrusionOk="0">
                  <a:moveTo>
                    <a:pt x="12954" y="409"/>
                  </a:moveTo>
                  <a:lnTo>
                    <a:pt x="12954" y="12544"/>
                  </a:lnTo>
                  <a:cubicBezTo>
                    <a:pt x="12954" y="17536"/>
                    <a:pt x="10010" y="19584"/>
                    <a:pt x="6528" y="19584"/>
                  </a:cubicBezTo>
                  <a:cubicBezTo>
                    <a:pt x="3251" y="19584"/>
                    <a:pt x="1280" y="17382"/>
                    <a:pt x="537" y="15590"/>
                  </a:cubicBezTo>
                  <a:lnTo>
                    <a:pt x="3123" y="14515"/>
                  </a:lnTo>
                  <a:cubicBezTo>
                    <a:pt x="3584" y="15616"/>
                    <a:pt x="4710" y="16922"/>
                    <a:pt x="6528" y="16922"/>
                  </a:cubicBezTo>
                  <a:cubicBezTo>
                    <a:pt x="8755" y="16922"/>
                    <a:pt x="10138" y="15539"/>
                    <a:pt x="10138" y="12954"/>
                  </a:cubicBezTo>
                  <a:lnTo>
                    <a:pt x="10138" y="11981"/>
                  </a:lnTo>
                  <a:lnTo>
                    <a:pt x="10036" y="11981"/>
                  </a:lnTo>
                  <a:cubicBezTo>
                    <a:pt x="9370" y="12800"/>
                    <a:pt x="8090" y="13517"/>
                    <a:pt x="6477" y="13517"/>
                  </a:cubicBezTo>
                  <a:cubicBezTo>
                    <a:pt x="3098" y="13517"/>
                    <a:pt x="0" y="10573"/>
                    <a:pt x="0" y="6784"/>
                  </a:cubicBezTo>
                  <a:cubicBezTo>
                    <a:pt x="0" y="2969"/>
                    <a:pt x="3098" y="0"/>
                    <a:pt x="6477" y="0"/>
                  </a:cubicBezTo>
                  <a:cubicBezTo>
                    <a:pt x="8090" y="0"/>
                    <a:pt x="9370" y="717"/>
                    <a:pt x="10036" y="1511"/>
                  </a:cubicBezTo>
                  <a:lnTo>
                    <a:pt x="10138" y="1511"/>
                  </a:lnTo>
                  <a:lnTo>
                    <a:pt x="10138" y="409"/>
                  </a:lnTo>
                  <a:lnTo>
                    <a:pt x="12954" y="409"/>
                  </a:lnTo>
                  <a:close/>
                  <a:moveTo>
                    <a:pt x="10343" y="6784"/>
                  </a:moveTo>
                  <a:cubicBezTo>
                    <a:pt x="10343" y="4403"/>
                    <a:pt x="8756" y="2662"/>
                    <a:pt x="6733" y="2662"/>
                  </a:cubicBezTo>
                  <a:cubicBezTo>
                    <a:pt x="4685" y="2662"/>
                    <a:pt x="2970" y="4403"/>
                    <a:pt x="2970" y="6784"/>
                  </a:cubicBezTo>
                  <a:cubicBezTo>
                    <a:pt x="2970" y="9139"/>
                    <a:pt x="4685" y="10855"/>
                    <a:pt x="6733" y="10855"/>
                  </a:cubicBezTo>
                  <a:cubicBezTo>
                    <a:pt x="8755" y="10854"/>
                    <a:pt x="10343" y="9139"/>
                    <a:pt x="10343" y="6784"/>
                  </a:cubicBezTo>
                  <a:close/>
                </a:path>
              </a:pathLst>
            </a:custGeom>
            <a:solidFill>
              <a:srgbClr val="AEB3B7"/>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595959"/>
                </a:solidFill>
                <a:latin typeface="Arial"/>
                <a:ea typeface="Arial"/>
                <a:cs typeface="Arial"/>
                <a:sym typeface="Arial"/>
              </a:endParaRPr>
            </a:p>
          </p:txBody>
        </p:sp>
        <p:sp>
          <p:nvSpPr>
            <p:cNvPr id="1126" name="Google Shape;1126;p126"/>
            <p:cNvSpPr/>
            <p:nvPr/>
          </p:nvSpPr>
          <p:spPr>
            <a:xfrm>
              <a:off x="1655750" y="20000"/>
              <a:ext cx="74250" cy="495000"/>
            </a:xfrm>
            <a:custGeom>
              <a:avLst/>
              <a:gdLst/>
              <a:ahLst/>
              <a:cxnLst/>
              <a:rect l="l" t="t" r="r" b="b"/>
              <a:pathLst>
                <a:path w="2970" h="19800" extrusionOk="0">
                  <a:moveTo>
                    <a:pt x="2970" y="0"/>
                  </a:moveTo>
                  <a:lnTo>
                    <a:pt x="2970" y="19800"/>
                  </a:lnTo>
                  <a:lnTo>
                    <a:pt x="0" y="19800"/>
                  </a:lnTo>
                  <a:lnTo>
                    <a:pt x="0" y="0"/>
                  </a:lnTo>
                  <a:lnTo>
                    <a:pt x="2970" y="0"/>
                  </a:lnTo>
                  <a:close/>
                </a:path>
              </a:pathLst>
            </a:custGeom>
            <a:solidFill>
              <a:srgbClr val="AEB3B7"/>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595959"/>
                </a:solidFill>
                <a:latin typeface="Arial"/>
                <a:ea typeface="Arial"/>
                <a:cs typeface="Arial"/>
                <a:sym typeface="Arial"/>
              </a:endParaRPr>
            </a:p>
          </p:txBody>
        </p:sp>
        <p:sp>
          <p:nvSpPr>
            <p:cNvPr id="1127" name="Google Shape;1127;p126"/>
            <p:cNvSpPr/>
            <p:nvPr/>
          </p:nvSpPr>
          <p:spPr>
            <a:xfrm>
              <a:off x="1765825" y="187275"/>
              <a:ext cx="311700" cy="337950"/>
            </a:xfrm>
            <a:custGeom>
              <a:avLst/>
              <a:gdLst/>
              <a:ahLst/>
              <a:cxnLst/>
              <a:rect l="l" t="t" r="r" b="b"/>
              <a:pathLst>
                <a:path w="12468" h="13518" extrusionOk="0">
                  <a:moveTo>
                    <a:pt x="10035" y="8987"/>
                  </a:moveTo>
                  <a:lnTo>
                    <a:pt x="12339" y="10523"/>
                  </a:lnTo>
                  <a:cubicBezTo>
                    <a:pt x="11596" y="11624"/>
                    <a:pt x="9804" y="13518"/>
                    <a:pt x="6707" y="13518"/>
                  </a:cubicBezTo>
                  <a:cubicBezTo>
                    <a:pt x="2867" y="13518"/>
                    <a:pt x="0" y="10548"/>
                    <a:pt x="0" y="6759"/>
                  </a:cubicBezTo>
                  <a:cubicBezTo>
                    <a:pt x="0" y="2739"/>
                    <a:pt x="2893" y="0"/>
                    <a:pt x="6375" y="0"/>
                  </a:cubicBezTo>
                  <a:cubicBezTo>
                    <a:pt x="9882" y="0"/>
                    <a:pt x="11598" y="2791"/>
                    <a:pt x="12161" y="4301"/>
                  </a:cubicBezTo>
                  <a:lnTo>
                    <a:pt x="12468" y="5069"/>
                  </a:lnTo>
                  <a:lnTo>
                    <a:pt x="3431" y="8807"/>
                  </a:lnTo>
                  <a:cubicBezTo>
                    <a:pt x="4122" y="10164"/>
                    <a:pt x="5198" y="10855"/>
                    <a:pt x="6708" y="10855"/>
                  </a:cubicBezTo>
                  <a:cubicBezTo>
                    <a:pt x="8217" y="10856"/>
                    <a:pt x="9267" y="10114"/>
                    <a:pt x="10035" y="8987"/>
                  </a:cubicBezTo>
                  <a:close/>
                  <a:moveTo>
                    <a:pt x="2943" y="6555"/>
                  </a:moveTo>
                  <a:lnTo>
                    <a:pt x="8985" y="4046"/>
                  </a:lnTo>
                  <a:cubicBezTo>
                    <a:pt x="8652" y="3201"/>
                    <a:pt x="7654" y="2612"/>
                    <a:pt x="6476" y="2612"/>
                  </a:cubicBezTo>
                  <a:cubicBezTo>
                    <a:pt x="4966" y="2613"/>
                    <a:pt x="2867" y="3944"/>
                    <a:pt x="2943" y="6555"/>
                  </a:cubicBezTo>
                  <a:close/>
                </a:path>
              </a:pathLst>
            </a:custGeom>
            <a:solidFill>
              <a:srgbClr val="AEB3B7"/>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595959"/>
                </a:solidFill>
                <a:latin typeface="Arial"/>
                <a:ea typeface="Arial"/>
                <a:cs typeface="Arial"/>
                <a:sym typeface="Arial"/>
              </a:endParaRPr>
            </a:p>
          </p:txBody>
        </p:sp>
      </p:grpSp>
      <p:pic>
        <p:nvPicPr>
          <p:cNvPr id="2" name="Picture 1">
            <a:extLst>
              <a:ext uri="{FF2B5EF4-FFF2-40B4-BE49-F238E27FC236}">
                <a16:creationId xmlns:a16="http://schemas.microsoft.com/office/drawing/2014/main" id="{72A2842E-0467-ECDA-33FF-7A0C77894DC5}"/>
              </a:ext>
            </a:extLst>
          </p:cNvPr>
          <p:cNvPicPr>
            <a:picLocks noChangeAspect="1"/>
          </p:cNvPicPr>
          <p:nvPr userDrawn="1"/>
        </p:nvPicPr>
        <p:blipFill>
          <a:blip r:embed="rId2"/>
          <a:stretch>
            <a:fillRect/>
          </a:stretch>
        </p:blipFill>
        <p:spPr>
          <a:xfrm>
            <a:off x="9547051" y="114516"/>
            <a:ext cx="2497667" cy="635000"/>
          </a:xfrm>
          <a:prstGeom prst="rect">
            <a:avLst/>
          </a:prstGeom>
        </p:spPr>
      </p:pic>
    </p:spTree>
    <p:extLst>
      <p:ext uri="{BB962C8B-B14F-4D97-AF65-F5344CB8AC3E}">
        <p14:creationId xmlns:p14="http://schemas.microsoft.com/office/powerpoint/2010/main" val="267392805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Half Color Grey - Core Green" preserve="1">
  <p:cSld name="Half Color Grey - Core Green">
    <p:spTree>
      <p:nvGrpSpPr>
        <p:cNvPr id="1" name="Shape 1128"/>
        <p:cNvGrpSpPr/>
        <p:nvPr/>
      </p:nvGrpSpPr>
      <p:grpSpPr>
        <a:xfrm>
          <a:off x="0" y="0"/>
          <a:ext cx="0" cy="0"/>
          <a:chOff x="0" y="0"/>
          <a:chExt cx="0" cy="0"/>
        </a:xfrm>
      </p:grpSpPr>
      <p:sp>
        <p:nvSpPr>
          <p:cNvPr id="1129" name="Google Shape;1129;p127"/>
          <p:cNvSpPr/>
          <p:nvPr/>
        </p:nvSpPr>
        <p:spPr>
          <a:xfrm>
            <a:off x="6072400" y="0"/>
            <a:ext cx="6119600" cy="6858000"/>
          </a:xfrm>
          <a:prstGeom prst="rect">
            <a:avLst/>
          </a:prstGeom>
          <a:solidFill>
            <a:srgbClr val="F1F3F4"/>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1131" name="Google Shape;1131;p127"/>
          <p:cNvSpPr/>
          <p:nvPr/>
        </p:nvSpPr>
        <p:spPr>
          <a:xfrm>
            <a:off x="-29957" y="313820"/>
            <a:ext cx="77200" cy="6230400"/>
          </a:xfrm>
          <a:prstGeom prst="rect">
            <a:avLst/>
          </a:prstGeom>
          <a:solidFill>
            <a:srgbClr val="34A853"/>
          </a:solidFill>
          <a:ln>
            <a:noFill/>
          </a:ln>
        </p:spPr>
        <p:txBody>
          <a:bodyPr spcFirstLastPara="1" wrap="square" lIns="25400" tIns="25400" rIns="25400" bIns="25400" anchor="ctr" anchorCtr="0">
            <a:noAutofit/>
          </a:bodyPr>
          <a:lstStyle/>
          <a:p>
            <a:pPr marL="0" marR="0" lvl="0" indent="0" algn="ctr" rtl="0">
              <a:lnSpc>
                <a:spcPct val="100000"/>
              </a:lnSpc>
              <a:spcBef>
                <a:spcPts val="0"/>
              </a:spcBef>
              <a:spcAft>
                <a:spcPts val="0"/>
              </a:spcAft>
              <a:buClr>
                <a:srgbClr val="519BF7"/>
              </a:buClr>
              <a:buSzPts val="1200"/>
              <a:buFont typeface="Helvetica Neue Light"/>
              <a:buNone/>
            </a:pPr>
            <a:endParaRPr sz="1600" b="0" i="0" u="none" strike="noStrike" cap="none">
              <a:solidFill>
                <a:srgbClr val="1D8E3E"/>
              </a:solidFill>
              <a:latin typeface="Helvetica Neue Light"/>
              <a:ea typeface="Helvetica Neue Light"/>
              <a:cs typeface="Helvetica Neue Light"/>
              <a:sym typeface="Helvetica Neue Light"/>
            </a:endParaRPr>
          </a:p>
        </p:txBody>
      </p:sp>
      <p:sp>
        <p:nvSpPr>
          <p:cNvPr id="1132" name="Google Shape;1132;p127"/>
          <p:cNvSpPr txBox="1">
            <a:spLocks noGrp="1"/>
          </p:cNvSpPr>
          <p:nvPr>
            <p:ph type="body" idx="1"/>
          </p:nvPr>
        </p:nvSpPr>
        <p:spPr>
          <a:xfrm>
            <a:off x="459335" y="2901200"/>
            <a:ext cx="3968800" cy="2728400"/>
          </a:xfrm>
          <a:prstGeom prst="rect">
            <a:avLst/>
          </a:prstGeom>
          <a:noFill/>
          <a:ln>
            <a:noFill/>
          </a:ln>
        </p:spPr>
        <p:txBody>
          <a:bodyPr spcFirstLastPara="1" wrap="square" lIns="91425" tIns="91425" rIns="91425" bIns="91425" anchor="t" anchorCtr="0">
            <a:noAutofit/>
          </a:bodyPr>
          <a:lstStyle>
            <a:lvl1pPr marL="609585" marR="0" lvl="0" indent="-380990" algn="l" rtl="0">
              <a:lnSpc>
                <a:spcPct val="260000"/>
              </a:lnSpc>
              <a:spcBef>
                <a:spcPts val="0"/>
              </a:spcBef>
              <a:spcAft>
                <a:spcPts val="0"/>
              </a:spcAft>
              <a:buClr>
                <a:srgbClr val="80868B"/>
              </a:buClr>
              <a:buSzPts val="900"/>
              <a:buFont typeface="Roboto"/>
              <a:buChar char="●"/>
              <a:defRPr sz="1467" b="0" i="0" u="none" strike="noStrike" cap="none">
                <a:solidFill>
                  <a:srgbClr val="5F6368"/>
                </a:solidFill>
                <a:latin typeface="Roboto"/>
                <a:ea typeface="Roboto"/>
                <a:cs typeface="Roboto"/>
                <a:sym typeface="Roboto"/>
              </a:defRPr>
            </a:lvl1pPr>
            <a:lvl2pPr marL="1219170" marR="0" lvl="1" indent="-380990" algn="l" rtl="0">
              <a:lnSpc>
                <a:spcPct val="260000"/>
              </a:lnSpc>
              <a:spcBef>
                <a:spcPts val="0"/>
              </a:spcBef>
              <a:spcAft>
                <a:spcPts val="0"/>
              </a:spcAft>
              <a:buClr>
                <a:srgbClr val="80868B"/>
              </a:buClr>
              <a:buSzPts val="900"/>
              <a:buFont typeface="Roboto"/>
              <a:buChar char="○"/>
              <a:defRPr sz="1467" b="0" i="0" u="none" strike="noStrike" cap="none">
                <a:solidFill>
                  <a:srgbClr val="5F6368"/>
                </a:solidFill>
                <a:latin typeface="Roboto"/>
                <a:ea typeface="Roboto"/>
                <a:cs typeface="Roboto"/>
                <a:sym typeface="Roboto"/>
              </a:defRPr>
            </a:lvl2pPr>
            <a:lvl3pPr marL="1828754" marR="0" lvl="2" indent="-397923" algn="l" rtl="0">
              <a:lnSpc>
                <a:spcPct val="260000"/>
              </a:lnSpc>
              <a:spcBef>
                <a:spcPts val="0"/>
              </a:spcBef>
              <a:spcAft>
                <a:spcPts val="0"/>
              </a:spcAft>
              <a:buClr>
                <a:srgbClr val="5F6368"/>
              </a:buClr>
              <a:buSzPts val="1100"/>
              <a:buFont typeface="Roboto"/>
              <a:buChar char="■"/>
              <a:defRPr sz="1467" b="0" i="0" u="none" strike="noStrike" cap="none">
                <a:solidFill>
                  <a:srgbClr val="5F6368"/>
                </a:solidFill>
                <a:latin typeface="Roboto"/>
                <a:ea typeface="Roboto"/>
                <a:cs typeface="Roboto"/>
                <a:sym typeface="Roboto"/>
              </a:defRPr>
            </a:lvl3pPr>
            <a:lvl4pPr marL="2438339" marR="0" lvl="3" indent="-397923" algn="l" rtl="0">
              <a:lnSpc>
                <a:spcPct val="260000"/>
              </a:lnSpc>
              <a:spcBef>
                <a:spcPts val="0"/>
              </a:spcBef>
              <a:spcAft>
                <a:spcPts val="0"/>
              </a:spcAft>
              <a:buClr>
                <a:srgbClr val="5F6368"/>
              </a:buClr>
              <a:buSzPts val="1100"/>
              <a:buFont typeface="Roboto"/>
              <a:buChar char="●"/>
              <a:defRPr sz="1467" b="0" i="0" u="none" strike="noStrike" cap="none">
                <a:solidFill>
                  <a:srgbClr val="5F6368"/>
                </a:solidFill>
                <a:latin typeface="Roboto"/>
                <a:ea typeface="Roboto"/>
                <a:cs typeface="Roboto"/>
                <a:sym typeface="Roboto"/>
              </a:defRPr>
            </a:lvl4pPr>
            <a:lvl5pPr marL="3047924" marR="0" lvl="4" indent="-397923" algn="l" rtl="0">
              <a:lnSpc>
                <a:spcPct val="260000"/>
              </a:lnSpc>
              <a:spcBef>
                <a:spcPts val="0"/>
              </a:spcBef>
              <a:spcAft>
                <a:spcPts val="0"/>
              </a:spcAft>
              <a:buClr>
                <a:srgbClr val="5F6368"/>
              </a:buClr>
              <a:buSzPts val="1100"/>
              <a:buFont typeface="Roboto"/>
              <a:buChar char="○"/>
              <a:defRPr sz="1467" b="0" i="0" u="none" strike="noStrike" cap="none">
                <a:solidFill>
                  <a:srgbClr val="5F6368"/>
                </a:solidFill>
                <a:latin typeface="Roboto"/>
                <a:ea typeface="Roboto"/>
                <a:cs typeface="Roboto"/>
                <a:sym typeface="Roboto"/>
              </a:defRPr>
            </a:lvl5pPr>
            <a:lvl6pPr marL="3657509" marR="0" lvl="5" indent="-397923" algn="l" rtl="0">
              <a:lnSpc>
                <a:spcPct val="260000"/>
              </a:lnSpc>
              <a:spcBef>
                <a:spcPts val="0"/>
              </a:spcBef>
              <a:spcAft>
                <a:spcPts val="0"/>
              </a:spcAft>
              <a:buClr>
                <a:srgbClr val="5F6368"/>
              </a:buClr>
              <a:buSzPts val="1100"/>
              <a:buFont typeface="Roboto"/>
              <a:buChar char="■"/>
              <a:defRPr sz="1467" b="0" i="0" u="none" strike="noStrike" cap="none">
                <a:solidFill>
                  <a:srgbClr val="5F6368"/>
                </a:solidFill>
                <a:latin typeface="Roboto"/>
                <a:ea typeface="Roboto"/>
                <a:cs typeface="Roboto"/>
                <a:sym typeface="Roboto"/>
              </a:defRPr>
            </a:lvl6pPr>
            <a:lvl7pPr marL="4267093" marR="0" lvl="6" indent="-397923" algn="l" rtl="0">
              <a:lnSpc>
                <a:spcPct val="260000"/>
              </a:lnSpc>
              <a:spcBef>
                <a:spcPts val="0"/>
              </a:spcBef>
              <a:spcAft>
                <a:spcPts val="0"/>
              </a:spcAft>
              <a:buClr>
                <a:srgbClr val="5F6368"/>
              </a:buClr>
              <a:buSzPts val="1100"/>
              <a:buFont typeface="Roboto"/>
              <a:buChar char="●"/>
              <a:defRPr sz="1467" b="0" i="0" u="none" strike="noStrike" cap="none">
                <a:solidFill>
                  <a:srgbClr val="5F6368"/>
                </a:solidFill>
                <a:latin typeface="Roboto"/>
                <a:ea typeface="Roboto"/>
                <a:cs typeface="Roboto"/>
                <a:sym typeface="Roboto"/>
              </a:defRPr>
            </a:lvl7pPr>
            <a:lvl8pPr marL="4876678" marR="0" lvl="7" indent="-397923" algn="l" rtl="0">
              <a:lnSpc>
                <a:spcPct val="260000"/>
              </a:lnSpc>
              <a:spcBef>
                <a:spcPts val="0"/>
              </a:spcBef>
              <a:spcAft>
                <a:spcPts val="0"/>
              </a:spcAft>
              <a:buClr>
                <a:srgbClr val="5F6368"/>
              </a:buClr>
              <a:buSzPts val="1100"/>
              <a:buFont typeface="Roboto"/>
              <a:buChar char="○"/>
              <a:defRPr sz="1467" b="0" i="0" u="none" strike="noStrike" cap="none">
                <a:solidFill>
                  <a:srgbClr val="5F6368"/>
                </a:solidFill>
                <a:latin typeface="Roboto"/>
                <a:ea typeface="Roboto"/>
                <a:cs typeface="Roboto"/>
                <a:sym typeface="Roboto"/>
              </a:defRPr>
            </a:lvl8pPr>
            <a:lvl9pPr marL="5486263" marR="0" lvl="8" indent="-397923" algn="l" rtl="0">
              <a:lnSpc>
                <a:spcPct val="260000"/>
              </a:lnSpc>
              <a:spcBef>
                <a:spcPts val="0"/>
              </a:spcBef>
              <a:spcAft>
                <a:spcPts val="0"/>
              </a:spcAft>
              <a:buClr>
                <a:srgbClr val="5F6368"/>
              </a:buClr>
              <a:buSzPts val="1100"/>
              <a:buFont typeface="Roboto"/>
              <a:buChar char="■"/>
              <a:defRPr sz="1467" b="0" i="0" u="none" strike="noStrike" cap="none">
                <a:solidFill>
                  <a:srgbClr val="5F6368"/>
                </a:solidFill>
                <a:latin typeface="Roboto"/>
                <a:ea typeface="Roboto"/>
                <a:cs typeface="Roboto"/>
                <a:sym typeface="Roboto"/>
              </a:defRPr>
            </a:lvl9pPr>
          </a:lstStyle>
          <a:p>
            <a:endParaRPr/>
          </a:p>
        </p:txBody>
      </p:sp>
      <p:sp>
        <p:nvSpPr>
          <p:cNvPr id="1133" name="Google Shape;1133;p127"/>
          <p:cNvSpPr txBox="1">
            <a:spLocks noGrp="1"/>
          </p:cNvSpPr>
          <p:nvPr>
            <p:ph type="title"/>
          </p:nvPr>
        </p:nvSpPr>
        <p:spPr>
          <a:xfrm>
            <a:off x="459335" y="1821200"/>
            <a:ext cx="5152800" cy="552400"/>
          </a:xfrm>
          <a:prstGeom prst="rect">
            <a:avLst/>
          </a:prstGeom>
          <a:noFill/>
          <a:ln>
            <a:noFill/>
          </a:ln>
        </p:spPr>
        <p:txBody>
          <a:bodyPr spcFirstLastPara="1" wrap="square" lIns="91425" tIns="91425" rIns="91425" bIns="91425" anchor="t" anchorCtr="0">
            <a:noAutofit/>
          </a:bodyPr>
          <a:lstStyle>
            <a:lvl1pPr marR="0" lvl="0" algn="l" rtl="0">
              <a:lnSpc>
                <a:spcPct val="90000"/>
              </a:lnSpc>
              <a:spcBef>
                <a:spcPts val="0"/>
              </a:spcBef>
              <a:spcAft>
                <a:spcPts val="0"/>
              </a:spcAft>
              <a:buClr>
                <a:schemeClr val="dk1"/>
              </a:buClr>
              <a:buSzPts val="1100"/>
              <a:buFont typeface="Arial"/>
              <a:buNone/>
              <a:defRPr sz="3200" b="0" i="0" u="none" strike="noStrike" cap="none">
                <a:solidFill>
                  <a:srgbClr val="3C4043"/>
                </a:solidFill>
                <a:latin typeface="Google Sans"/>
                <a:ea typeface="Google Sans"/>
                <a:cs typeface="Google Sans"/>
                <a:sym typeface="Google Sans"/>
              </a:defRPr>
            </a:lvl1pPr>
            <a:lvl2pPr marR="0" lvl="1" algn="ctr" rtl="0">
              <a:lnSpc>
                <a:spcPct val="100000"/>
              </a:lnSpc>
              <a:spcBef>
                <a:spcPts val="0"/>
              </a:spcBef>
              <a:spcAft>
                <a:spcPts val="0"/>
              </a:spcAft>
              <a:buClr>
                <a:srgbClr val="000000"/>
              </a:buClr>
              <a:buSzPts val="4200"/>
              <a:buFont typeface="Helvetica Neue Light"/>
              <a:buNone/>
              <a:defRPr sz="5600" b="0" i="0" u="none" strike="noStrike" cap="none">
                <a:solidFill>
                  <a:srgbClr val="000000"/>
                </a:solidFill>
                <a:latin typeface="Helvetica Neue Light"/>
                <a:ea typeface="Helvetica Neue Light"/>
                <a:cs typeface="Helvetica Neue Light"/>
                <a:sym typeface="Helvetica Neue Light"/>
              </a:defRPr>
            </a:lvl2pPr>
            <a:lvl3pPr marR="0" lvl="2" algn="ctr" rtl="0">
              <a:lnSpc>
                <a:spcPct val="100000"/>
              </a:lnSpc>
              <a:spcBef>
                <a:spcPts val="0"/>
              </a:spcBef>
              <a:spcAft>
                <a:spcPts val="0"/>
              </a:spcAft>
              <a:buClr>
                <a:srgbClr val="000000"/>
              </a:buClr>
              <a:buSzPts val="4200"/>
              <a:buFont typeface="Helvetica Neue Light"/>
              <a:buNone/>
              <a:defRPr sz="5600" b="0" i="0" u="none" strike="noStrike" cap="none">
                <a:solidFill>
                  <a:srgbClr val="000000"/>
                </a:solidFill>
                <a:latin typeface="Helvetica Neue Light"/>
                <a:ea typeface="Helvetica Neue Light"/>
                <a:cs typeface="Helvetica Neue Light"/>
                <a:sym typeface="Helvetica Neue Light"/>
              </a:defRPr>
            </a:lvl3pPr>
            <a:lvl4pPr marR="0" lvl="3" algn="ctr" rtl="0">
              <a:lnSpc>
                <a:spcPct val="100000"/>
              </a:lnSpc>
              <a:spcBef>
                <a:spcPts val="0"/>
              </a:spcBef>
              <a:spcAft>
                <a:spcPts val="0"/>
              </a:spcAft>
              <a:buClr>
                <a:srgbClr val="000000"/>
              </a:buClr>
              <a:buSzPts val="4200"/>
              <a:buFont typeface="Helvetica Neue Light"/>
              <a:buNone/>
              <a:defRPr sz="5600" b="0" i="0" u="none" strike="noStrike" cap="none">
                <a:solidFill>
                  <a:srgbClr val="000000"/>
                </a:solidFill>
                <a:latin typeface="Helvetica Neue Light"/>
                <a:ea typeface="Helvetica Neue Light"/>
                <a:cs typeface="Helvetica Neue Light"/>
                <a:sym typeface="Helvetica Neue Light"/>
              </a:defRPr>
            </a:lvl4pPr>
            <a:lvl5pPr marR="0" lvl="4" algn="ctr" rtl="0">
              <a:lnSpc>
                <a:spcPct val="100000"/>
              </a:lnSpc>
              <a:spcBef>
                <a:spcPts val="0"/>
              </a:spcBef>
              <a:spcAft>
                <a:spcPts val="0"/>
              </a:spcAft>
              <a:buClr>
                <a:srgbClr val="000000"/>
              </a:buClr>
              <a:buSzPts val="4200"/>
              <a:buFont typeface="Helvetica Neue Light"/>
              <a:buNone/>
              <a:defRPr sz="5600" b="0" i="0" u="none" strike="noStrike" cap="none">
                <a:solidFill>
                  <a:srgbClr val="000000"/>
                </a:solidFill>
                <a:latin typeface="Helvetica Neue Light"/>
                <a:ea typeface="Helvetica Neue Light"/>
                <a:cs typeface="Helvetica Neue Light"/>
                <a:sym typeface="Helvetica Neue Light"/>
              </a:defRPr>
            </a:lvl5pPr>
            <a:lvl6pPr marR="0" lvl="5" algn="ctr" rtl="0">
              <a:lnSpc>
                <a:spcPct val="100000"/>
              </a:lnSpc>
              <a:spcBef>
                <a:spcPts val="0"/>
              </a:spcBef>
              <a:spcAft>
                <a:spcPts val="0"/>
              </a:spcAft>
              <a:buClr>
                <a:srgbClr val="000000"/>
              </a:buClr>
              <a:buSzPts val="4200"/>
              <a:buFont typeface="Helvetica Neue Light"/>
              <a:buNone/>
              <a:defRPr sz="5600" b="0" i="0" u="none" strike="noStrike" cap="none">
                <a:solidFill>
                  <a:srgbClr val="000000"/>
                </a:solidFill>
                <a:latin typeface="Helvetica Neue Light"/>
                <a:ea typeface="Helvetica Neue Light"/>
                <a:cs typeface="Helvetica Neue Light"/>
                <a:sym typeface="Helvetica Neue Light"/>
              </a:defRPr>
            </a:lvl6pPr>
            <a:lvl7pPr marR="0" lvl="6" algn="ctr" rtl="0">
              <a:lnSpc>
                <a:spcPct val="100000"/>
              </a:lnSpc>
              <a:spcBef>
                <a:spcPts val="0"/>
              </a:spcBef>
              <a:spcAft>
                <a:spcPts val="0"/>
              </a:spcAft>
              <a:buClr>
                <a:srgbClr val="000000"/>
              </a:buClr>
              <a:buSzPts val="4200"/>
              <a:buFont typeface="Helvetica Neue Light"/>
              <a:buNone/>
              <a:defRPr sz="5600" b="0" i="0" u="none" strike="noStrike" cap="none">
                <a:solidFill>
                  <a:srgbClr val="000000"/>
                </a:solidFill>
                <a:latin typeface="Helvetica Neue Light"/>
                <a:ea typeface="Helvetica Neue Light"/>
                <a:cs typeface="Helvetica Neue Light"/>
                <a:sym typeface="Helvetica Neue Light"/>
              </a:defRPr>
            </a:lvl7pPr>
            <a:lvl8pPr marR="0" lvl="7" algn="ctr" rtl="0">
              <a:lnSpc>
                <a:spcPct val="100000"/>
              </a:lnSpc>
              <a:spcBef>
                <a:spcPts val="0"/>
              </a:spcBef>
              <a:spcAft>
                <a:spcPts val="0"/>
              </a:spcAft>
              <a:buClr>
                <a:srgbClr val="000000"/>
              </a:buClr>
              <a:buSzPts val="4200"/>
              <a:buFont typeface="Helvetica Neue Light"/>
              <a:buNone/>
              <a:defRPr sz="5600" b="0" i="0" u="none" strike="noStrike" cap="none">
                <a:solidFill>
                  <a:srgbClr val="000000"/>
                </a:solidFill>
                <a:latin typeface="Helvetica Neue Light"/>
                <a:ea typeface="Helvetica Neue Light"/>
                <a:cs typeface="Helvetica Neue Light"/>
                <a:sym typeface="Helvetica Neue Light"/>
              </a:defRPr>
            </a:lvl8pPr>
            <a:lvl9pPr marR="0" lvl="8" algn="ctr" rtl="0">
              <a:lnSpc>
                <a:spcPct val="100000"/>
              </a:lnSpc>
              <a:spcBef>
                <a:spcPts val="0"/>
              </a:spcBef>
              <a:spcAft>
                <a:spcPts val="0"/>
              </a:spcAft>
              <a:buClr>
                <a:srgbClr val="000000"/>
              </a:buClr>
              <a:buSzPts val="4200"/>
              <a:buFont typeface="Helvetica Neue Light"/>
              <a:buNone/>
              <a:defRPr sz="5600" b="0" i="0" u="none" strike="noStrike" cap="none">
                <a:solidFill>
                  <a:srgbClr val="000000"/>
                </a:solidFill>
                <a:latin typeface="Helvetica Neue Light"/>
                <a:ea typeface="Helvetica Neue Light"/>
                <a:cs typeface="Helvetica Neue Light"/>
                <a:sym typeface="Helvetica Neue Light"/>
              </a:defRPr>
            </a:lvl9pPr>
          </a:lstStyle>
          <a:p>
            <a:endParaRPr/>
          </a:p>
        </p:txBody>
      </p:sp>
      <p:sp>
        <p:nvSpPr>
          <p:cNvPr id="1134" name="Google Shape;1134;p127"/>
          <p:cNvSpPr txBox="1">
            <a:spLocks noGrp="1"/>
          </p:cNvSpPr>
          <p:nvPr>
            <p:ph type="body" idx="2"/>
          </p:nvPr>
        </p:nvSpPr>
        <p:spPr>
          <a:xfrm>
            <a:off x="459335" y="6324833"/>
            <a:ext cx="5794400" cy="500800"/>
          </a:xfrm>
          <a:prstGeom prst="rect">
            <a:avLst/>
          </a:prstGeom>
          <a:noFill/>
          <a:ln>
            <a:noFill/>
          </a:ln>
        </p:spPr>
        <p:txBody>
          <a:bodyPr spcFirstLastPara="1" wrap="square" lIns="91425" tIns="91425" rIns="91425" bIns="91425" anchor="t" anchorCtr="0">
            <a:noAutofit/>
          </a:bodyPr>
          <a:lstStyle>
            <a:lvl1pPr marL="609585" marR="0" lvl="0" indent="-304792" algn="l" rtl="0">
              <a:lnSpc>
                <a:spcPct val="100000"/>
              </a:lnSpc>
              <a:spcBef>
                <a:spcPts val="0"/>
              </a:spcBef>
              <a:spcAft>
                <a:spcPts val="0"/>
              </a:spcAft>
              <a:buClr>
                <a:srgbClr val="000000"/>
              </a:buClr>
              <a:buSzPts val="1100"/>
              <a:buFont typeface="Arial"/>
              <a:buNone/>
              <a:defRPr sz="800" b="0" i="0" u="none" strike="noStrike" cap="none">
                <a:solidFill>
                  <a:srgbClr val="D5D5D5"/>
                </a:solidFill>
                <a:latin typeface="Roboto"/>
                <a:ea typeface="Roboto"/>
                <a:cs typeface="Roboto"/>
                <a:sym typeface="Roboto"/>
              </a:defRPr>
            </a:lvl1pPr>
            <a:lvl2pPr marL="1219170" marR="0" lvl="1" indent="-304792" algn="l" rtl="0">
              <a:lnSpc>
                <a:spcPct val="100000"/>
              </a:lnSpc>
              <a:spcBef>
                <a:spcPts val="0"/>
              </a:spcBef>
              <a:spcAft>
                <a:spcPts val="0"/>
              </a:spcAft>
              <a:buClr>
                <a:srgbClr val="000000"/>
              </a:buClr>
              <a:buSzPts val="1100"/>
              <a:buFont typeface="Arial"/>
              <a:buNone/>
              <a:defRPr sz="800" b="0" i="0" u="none" strike="noStrike" cap="none">
                <a:solidFill>
                  <a:srgbClr val="D5D5D5"/>
                </a:solidFill>
                <a:latin typeface="Roboto"/>
                <a:ea typeface="Roboto"/>
                <a:cs typeface="Roboto"/>
                <a:sym typeface="Roboto"/>
              </a:defRPr>
            </a:lvl2pPr>
            <a:lvl3pPr marL="1828754" marR="0" lvl="2" indent="-304792" algn="l" rtl="0">
              <a:lnSpc>
                <a:spcPct val="100000"/>
              </a:lnSpc>
              <a:spcBef>
                <a:spcPts val="0"/>
              </a:spcBef>
              <a:spcAft>
                <a:spcPts val="0"/>
              </a:spcAft>
              <a:buClr>
                <a:srgbClr val="000000"/>
              </a:buClr>
              <a:buSzPts val="1100"/>
              <a:buFont typeface="Arial"/>
              <a:buNone/>
              <a:defRPr sz="800" b="0" i="0" u="none" strike="noStrike" cap="none">
                <a:solidFill>
                  <a:srgbClr val="D5D5D5"/>
                </a:solidFill>
                <a:latin typeface="Roboto"/>
                <a:ea typeface="Roboto"/>
                <a:cs typeface="Roboto"/>
                <a:sym typeface="Roboto"/>
              </a:defRPr>
            </a:lvl3pPr>
            <a:lvl4pPr marL="2438339" marR="0" lvl="3" indent="-304792" algn="l" rtl="0">
              <a:lnSpc>
                <a:spcPct val="100000"/>
              </a:lnSpc>
              <a:spcBef>
                <a:spcPts val="0"/>
              </a:spcBef>
              <a:spcAft>
                <a:spcPts val="0"/>
              </a:spcAft>
              <a:buClr>
                <a:srgbClr val="000000"/>
              </a:buClr>
              <a:buSzPts val="1100"/>
              <a:buFont typeface="Arial"/>
              <a:buNone/>
              <a:defRPr sz="800" b="0" i="0" u="none" strike="noStrike" cap="none">
                <a:solidFill>
                  <a:srgbClr val="D5D5D5"/>
                </a:solidFill>
                <a:latin typeface="Roboto"/>
                <a:ea typeface="Roboto"/>
                <a:cs typeface="Roboto"/>
                <a:sym typeface="Roboto"/>
              </a:defRPr>
            </a:lvl4pPr>
            <a:lvl5pPr marL="3047924" marR="0" lvl="4" indent="-304792" algn="l" rtl="0">
              <a:lnSpc>
                <a:spcPct val="100000"/>
              </a:lnSpc>
              <a:spcBef>
                <a:spcPts val="0"/>
              </a:spcBef>
              <a:spcAft>
                <a:spcPts val="0"/>
              </a:spcAft>
              <a:buClr>
                <a:srgbClr val="000000"/>
              </a:buClr>
              <a:buSzPts val="1100"/>
              <a:buFont typeface="Arial"/>
              <a:buNone/>
              <a:defRPr sz="800" b="0" i="0" u="none" strike="noStrike" cap="none">
                <a:solidFill>
                  <a:srgbClr val="D5D5D5"/>
                </a:solidFill>
                <a:latin typeface="Roboto"/>
                <a:ea typeface="Roboto"/>
                <a:cs typeface="Roboto"/>
                <a:sym typeface="Roboto"/>
              </a:defRPr>
            </a:lvl5pPr>
            <a:lvl6pPr marL="3657509" marR="0" lvl="5" indent="-304792" algn="l" rtl="0">
              <a:lnSpc>
                <a:spcPct val="100000"/>
              </a:lnSpc>
              <a:spcBef>
                <a:spcPts val="0"/>
              </a:spcBef>
              <a:spcAft>
                <a:spcPts val="0"/>
              </a:spcAft>
              <a:buClr>
                <a:srgbClr val="000000"/>
              </a:buClr>
              <a:buSzPts val="1100"/>
              <a:buFont typeface="Arial"/>
              <a:buNone/>
              <a:defRPr sz="800" b="0" i="0" u="none" strike="noStrike" cap="none">
                <a:solidFill>
                  <a:srgbClr val="D5D5D5"/>
                </a:solidFill>
                <a:latin typeface="Roboto"/>
                <a:ea typeface="Roboto"/>
                <a:cs typeface="Roboto"/>
                <a:sym typeface="Roboto"/>
              </a:defRPr>
            </a:lvl6pPr>
            <a:lvl7pPr marL="4267093" marR="0" lvl="6" indent="-304792" algn="l" rtl="0">
              <a:lnSpc>
                <a:spcPct val="100000"/>
              </a:lnSpc>
              <a:spcBef>
                <a:spcPts val="0"/>
              </a:spcBef>
              <a:spcAft>
                <a:spcPts val="0"/>
              </a:spcAft>
              <a:buClr>
                <a:srgbClr val="000000"/>
              </a:buClr>
              <a:buSzPts val="1100"/>
              <a:buFont typeface="Arial"/>
              <a:buNone/>
              <a:defRPr sz="800" b="0" i="0" u="none" strike="noStrike" cap="none">
                <a:solidFill>
                  <a:srgbClr val="D5D5D5"/>
                </a:solidFill>
                <a:latin typeface="Roboto"/>
                <a:ea typeface="Roboto"/>
                <a:cs typeface="Roboto"/>
                <a:sym typeface="Roboto"/>
              </a:defRPr>
            </a:lvl7pPr>
            <a:lvl8pPr marL="4876678" marR="0" lvl="7" indent="-304792" algn="l" rtl="0">
              <a:lnSpc>
                <a:spcPct val="100000"/>
              </a:lnSpc>
              <a:spcBef>
                <a:spcPts val="0"/>
              </a:spcBef>
              <a:spcAft>
                <a:spcPts val="0"/>
              </a:spcAft>
              <a:buClr>
                <a:srgbClr val="000000"/>
              </a:buClr>
              <a:buSzPts val="1100"/>
              <a:buFont typeface="Arial"/>
              <a:buNone/>
              <a:defRPr sz="800" b="0" i="0" u="none" strike="noStrike" cap="none">
                <a:solidFill>
                  <a:srgbClr val="D5D5D5"/>
                </a:solidFill>
                <a:latin typeface="Roboto"/>
                <a:ea typeface="Roboto"/>
                <a:cs typeface="Roboto"/>
                <a:sym typeface="Roboto"/>
              </a:defRPr>
            </a:lvl8pPr>
            <a:lvl9pPr marL="5486263" marR="0" lvl="8" indent="-304792" algn="l" rtl="0">
              <a:lnSpc>
                <a:spcPct val="100000"/>
              </a:lnSpc>
              <a:spcBef>
                <a:spcPts val="0"/>
              </a:spcBef>
              <a:spcAft>
                <a:spcPts val="0"/>
              </a:spcAft>
              <a:buClr>
                <a:srgbClr val="000000"/>
              </a:buClr>
              <a:buSzPts val="1100"/>
              <a:buFont typeface="Arial"/>
              <a:buNone/>
              <a:defRPr sz="800" b="0" i="0" u="none" strike="noStrike" cap="none">
                <a:solidFill>
                  <a:srgbClr val="D5D5D5"/>
                </a:solidFill>
                <a:latin typeface="Roboto"/>
                <a:ea typeface="Roboto"/>
                <a:cs typeface="Roboto"/>
                <a:sym typeface="Roboto"/>
              </a:defRPr>
            </a:lvl9pPr>
          </a:lstStyle>
          <a:p>
            <a:endParaRPr/>
          </a:p>
        </p:txBody>
      </p:sp>
      <p:grpSp>
        <p:nvGrpSpPr>
          <p:cNvPr id="1135" name="Google Shape;1135;p127"/>
          <p:cNvGrpSpPr/>
          <p:nvPr/>
        </p:nvGrpSpPr>
        <p:grpSpPr>
          <a:xfrm>
            <a:off x="11292163" y="6405041"/>
            <a:ext cx="560655" cy="182680"/>
            <a:chOff x="0" y="0"/>
            <a:chExt cx="2077525" cy="676925"/>
          </a:xfrm>
        </p:grpSpPr>
        <p:sp>
          <p:nvSpPr>
            <p:cNvPr id="1136" name="Google Shape;1136;p127"/>
            <p:cNvSpPr/>
            <p:nvPr/>
          </p:nvSpPr>
          <p:spPr>
            <a:xfrm>
              <a:off x="0" y="0"/>
              <a:ext cx="511375" cy="524800"/>
            </a:xfrm>
            <a:custGeom>
              <a:avLst/>
              <a:gdLst/>
              <a:ahLst/>
              <a:cxnLst/>
              <a:rect l="l" t="t" r="r" b="b"/>
              <a:pathLst>
                <a:path w="20455" h="20992" extrusionOk="0">
                  <a:moveTo>
                    <a:pt x="10700" y="12450"/>
                  </a:moveTo>
                  <a:lnTo>
                    <a:pt x="10700" y="9583"/>
                  </a:lnTo>
                  <a:lnTo>
                    <a:pt x="20300" y="9583"/>
                  </a:lnTo>
                  <a:cubicBezTo>
                    <a:pt x="20398" y="10088"/>
                    <a:pt x="20455" y="10690"/>
                    <a:pt x="20455" y="11341"/>
                  </a:cubicBezTo>
                  <a:cubicBezTo>
                    <a:pt x="20455" y="13491"/>
                    <a:pt x="19866" y="16154"/>
                    <a:pt x="17972" y="18048"/>
                  </a:cubicBezTo>
                  <a:cubicBezTo>
                    <a:pt x="16129" y="19968"/>
                    <a:pt x="13773" y="20992"/>
                    <a:pt x="10650" y="20992"/>
                  </a:cubicBezTo>
                  <a:cubicBezTo>
                    <a:pt x="4864" y="20993"/>
                    <a:pt x="0" y="16282"/>
                    <a:pt x="0" y="10496"/>
                  </a:cubicBezTo>
                  <a:cubicBezTo>
                    <a:pt x="0" y="4710"/>
                    <a:pt x="4864" y="0"/>
                    <a:pt x="10650" y="0"/>
                  </a:cubicBezTo>
                  <a:cubicBezTo>
                    <a:pt x="13850" y="0"/>
                    <a:pt x="16129" y="1254"/>
                    <a:pt x="17844" y="2893"/>
                  </a:cubicBezTo>
                  <a:lnTo>
                    <a:pt x="15822" y="4915"/>
                  </a:lnTo>
                  <a:cubicBezTo>
                    <a:pt x="14593" y="3763"/>
                    <a:pt x="12929" y="2867"/>
                    <a:pt x="10651" y="2867"/>
                  </a:cubicBezTo>
                  <a:cubicBezTo>
                    <a:pt x="6427" y="2867"/>
                    <a:pt x="3124" y="6272"/>
                    <a:pt x="3124" y="10496"/>
                  </a:cubicBezTo>
                  <a:cubicBezTo>
                    <a:pt x="3124" y="14720"/>
                    <a:pt x="6427" y="18125"/>
                    <a:pt x="10651" y="18125"/>
                  </a:cubicBezTo>
                  <a:cubicBezTo>
                    <a:pt x="13390" y="18125"/>
                    <a:pt x="14952" y="17024"/>
                    <a:pt x="15950" y="16026"/>
                  </a:cubicBezTo>
                  <a:cubicBezTo>
                    <a:pt x="16764" y="15213"/>
                    <a:pt x="17299" y="14046"/>
                    <a:pt x="17507" y="12450"/>
                  </a:cubicBezTo>
                  <a:lnTo>
                    <a:pt x="10700" y="12450"/>
                  </a:lnTo>
                  <a:close/>
                </a:path>
              </a:pathLst>
            </a:custGeom>
            <a:solidFill>
              <a:srgbClr val="AEB3B7"/>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595959"/>
                </a:solidFill>
                <a:latin typeface="Arial"/>
                <a:ea typeface="Arial"/>
                <a:cs typeface="Arial"/>
                <a:sym typeface="Arial"/>
              </a:endParaRPr>
            </a:p>
          </p:txBody>
        </p:sp>
        <p:sp>
          <p:nvSpPr>
            <p:cNvPr id="1137" name="Google Shape;1137;p127"/>
            <p:cNvSpPr/>
            <p:nvPr/>
          </p:nvSpPr>
          <p:spPr>
            <a:xfrm>
              <a:off x="540400" y="187300"/>
              <a:ext cx="339200" cy="337950"/>
            </a:xfrm>
            <a:custGeom>
              <a:avLst/>
              <a:gdLst/>
              <a:ahLst/>
              <a:cxnLst/>
              <a:rect l="l" t="t" r="r" b="b"/>
              <a:pathLst>
                <a:path w="13568" h="13518" extrusionOk="0">
                  <a:moveTo>
                    <a:pt x="13568" y="6759"/>
                  </a:moveTo>
                  <a:cubicBezTo>
                    <a:pt x="13568" y="10650"/>
                    <a:pt x="10522" y="13518"/>
                    <a:pt x="6784" y="13518"/>
                  </a:cubicBezTo>
                  <a:cubicBezTo>
                    <a:pt x="3046" y="13518"/>
                    <a:pt x="0" y="10651"/>
                    <a:pt x="0" y="6759"/>
                  </a:cubicBezTo>
                  <a:cubicBezTo>
                    <a:pt x="0" y="2842"/>
                    <a:pt x="3046" y="0"/>
                    <a:pt x="6784" y="0"/>
                  </a:cubicBezTo>
                  <a:cubicBezTo>
                    <a:pt x="10522" y="0"/>
                    <a:pt x="13568" y="2842"/>
                    <a:pt x="13568" y="6759"/>
                  </a:cubicBezTo>
                  <a:close/>
                  <a:moveTo>
                    <a:pt x="10599" y="6759"/>
                  </a:moveTo>
                  <a:cubicBezTo>
                    <a:pt x="10599" y="4327"/>
                    <a:pt x="8833" y="2663"/>
                    <a:pt x="6785" y="2663"/>
                  </a:cubicBezTo>
                  <a:cubicBezTo>
                    <a:pt x="4737" y="2663"/>
                    <a:pt x="2970" y="4327"/>
                    <a:pt x="2970" y="6759"/>
                  </a:cubicBezTo>
                  <a:cubicBezTo>
                    <a:pt x="2970" y="9165"/>
                    <a:pt x="4736" y="10855"/>
                    <a:pt x="6785" y="10855"/>
                  </a:cubicBezTo>
                  <a:cubicBezTo>
                    <a:pt x="8832" y="10855"/>
                    <a:pt x="10599" y="9165"/>
                    <a:pt x="10599" y="6759"/>
                  </a:cubicBezTo>
                  <a:close/>
                </a:path>
              </a:pathLst>
            </a:custGeom>
            <a:solidFill>
              <a:srgbClr val="AEB3B7"/>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595959"/>
                </a:solidFill>
                <a:latin typeface="Arial"/>
                <a:ea typeface="Arial"/>
                <a:cs typeface="Arial"/>
                <a:sym typeface="Arial"/>
              </a:endParaRPr>
            </a:p>
          </p:txBody>
        </p:sp>
        <p:sp>
          <p:nvSpPr>
            <p:cNvPr id="1138" name="Google Shape;1138;p127"/>
            <p:cNvSpPr/>
            <p:nvPr/>
          </p:nvSpPr>
          <p:spPr>
            <a:xfrm>
              <a:off x="910400" y="187300"/>
              <a:ext cx="339200" cy="337950"/>
            </a:xfrm>
            <a:custGeom>
              <a:avLst/>
              <a:gdLst/>
              <a:ahLst/>
              <a:cxnLst/>
              <a:rect l="l" t="t" r="r" b="b"/>
              <a:pathLst>
                <a:path w="13568" h="13518" extrusionOk="0">
                  <a:moveTo>
                    <a:pt x="13568" y="6759"/>
                  </a:moveTo>
                  <a:cubicBezTo>
                    <a:pt x="13568" y="10650"/>
                    <a:pt x="10522" y="13518"/>
                    <a:pt x="6784" y="13518"/>
                  </a:cubicBezTo>
                  <a:cubicBezTo>
                    <a:pt x="3046" y="13518"/>
                    <a:pt x="0" y="10651"/>
                    <a:pt x="0" y="6759"/>
                  </a:cubicBezTo>
                  <a:cubicBezTo>
                    <a:pt x="0" y="2842"/>
                    <a:pt x="3046" y="0"/>
                    <a:pt x="6784" y="0"/>
                  </a:cubicBezTo>
                  <a:cubicBezTo>
                    <a:pt x="10522" y="0"/>
                    <a:pt x="13568" y="2842"/>
                    <a:pt x="13568" y="6759"/>
                  </a:cubicBezTo>
                  <a:close/>
                  <a:moveTo>
                    <a:pt x="10599" y="6759"/>
                  </a:moveTo>
                  <a:cubicBezTo>
                    <a:pt x="10599" y="4327"/>
                    <a:pt x="8833" y="2663"/>
                    <a:pt x="6785" y="2663"/>
                  </a:cubicBezTo>
                  <a:cubicBezTo>
                    <a:pt x="4737" y="2663"/>
                    <a:pt x="2970" y="4327"/>
                    <a:pt x="2970" y="6759"/>
                  </a:cubicBezTo>
                  <a:cubicBezTo>
                    <a:pt x="2970" y="9165"/>
                    <a:pt x="4736" y="10855"/>
                    <a:pt x="6785" y="10855"/>
                  </a:cubicBezTo>
                  <a:cubicBezTo>
                    <a:pt x="8832" y="10855"/>
                    <a:pt x="10599" y="9165"/>
                    <a:pt x="10599" y="6759"/>
                  </a:cubicBezTo>
                  <a:close/>
                </a:path>
              </a:pathLst>
            </a:custGeom>
            <a:solidFill>
              <a:srgbClr val="AEB3B7"/>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595959"/>
                </a:solidFill>
                <a:latin typeface="Arial"/>
                <a:ea typeface="Arial"/>
                <a:cs typeface="Arial"/>
                <a:sym typeface="Arial"/>
              </a:endParaRPr>
            </a:p>
          </p:txBody>
        </p:sp>
        <p:sp>
          <p:nvSpPr>
            <p:cNvPr id="1139" name="Google Shape;1139;p127"/>
            <p:cNvSpPr/>
            <p:nvPr/>
          </p:nvSpPr>
          <p:spPr>
            <a:xfrm>
              <a:off x="1280400" y="187325"/>
              <a:ext cx="323850" cy="489600"/>
            </a:xfrm>
            <a:custGeom>
              <a:avLst/>
              <a:gdLst/>
              <a:ahLst/>
              <a:cxnLst/>
              <a:rect l="l" t="t" r="r" b="b"/>
              <a:pathLst>
                <a:path w="12954" h="19584" extrusionOk="0">
                  <a:moveTo>
                    <a:pt x="12954" y="409"/>
                  </a:moveTo>
                  <a:lnTo>
                    <a:pt x="12954" y="12544"/>
                  </a:lnTo>
                  <a:cubicBezTo>
                    <a:pt x="12954" y="17536"/>
                    <a:pt x="10010" y="19584"/>
                    <a:pt x="6528" y="19584"/>
                  </a:cubicBezTo>
                  <a:cubicBezTo>
                    <a:pt x="3251" y="19584"/>
                    <a:pt x="1280" y="17382"/>
                    <a:pt x="537" y="15590"/>
                  </a:cubicBezTo>
                  <a:lnTo>
                    <a:pt x="3123" y="14515"/>
                  </a:lnTo>
                  <a:cubicBezTo>
                    <a:pt x="3584" y="15616"/>
                    <a:pt x="4710" y="16922"/>
                    <a:pt x="6528" y="16922"/>
                  </a:cubicBezTo>
                  <a:cubicBezTo>
                    <a:pt x="8755" y="16922"/>
                    <a:pt x="10138" y="15539"/>
                    <a:pt x="10138" y="12954"/>
                  </a:cubicBezTo>
                  <a:lnTo>
                    <a:pt x="10138" y="11981"/>
                  </a:lnTo>
                  <a:lnTo>
                    <a:pt x="10036" y="11981"/>
                  </a:lnTo>
                  <a:cubicBezTo>
                    <a:pt x="9370" y="12800"/>
                    <a:pt x="8090" y="13517"/>
                    <a:pt x="6477" y="13517"/>
                  </a:cubicBezTo>
                  <a:cubicBezTo>
                    <a:pt x="3098" y="13517"/>
                    <a:pt x="0" y="10573"/>
                    <a:pt x="0" y="6784"/>
                  </a:cubicBezTo>
                  <a:cubicBezTo>
                    <a:pt x="0" y="2969"/>
                    <a:pt x="3098" y="0"/>
                    <a:pt x="6477" y="0"/>
                  </a:cubicBezTo>
                  <a:cubicBezTo>
                    <a:pt x="8090" y="0"/>
                    <a:pt x="9370" y="717"/>
                    <a:pt x="10036" y="1511"/>
                  </a:cubicBezTo>
                  <a:lnTo>
                    <a:pt x="10138" y="1511"/>
                  </a:lnTo>
                  <a:lnTo>
                    <a:pt x="10138" y="409"/>
                  </a:lnTo>
                  <a:lnTo>
                    <a:pt x="12954" y="409"/>
                  </a:lnTo>
                  <a:close/>
                  <a:moveTo>
                    <a:pt x="10343" y="6784"/>
                  </a:moveTo>
                  <a:cubicBezTo>
                    <a:pt x="10343" y="4403"/>
                    <a:pt x="8756" y="2662"/>
                    <a:pt x="6733" y="2662"/>
                  </a:cubicBezTo>
                  <a:cubicBezTo>
                    <a:pt x="4685" y="2662"/>
                    <a:pt x="2970" y="4403"/>
                    <a:pt x="2970" y="6784"/>
                  </a:cubicBezTo>
                  <a:cubicBezTo>
                    <a:pt x="2970" y="9139"/>
                    <a:pt x="4685" y="10855"/>
                    <a:pt x="6733" y="10855"/>
                  </a:cubicBezTo>
                  <a:cubicBezTo>
                    <a:pt x="8755" y="10854"/>
                    <a:pt x="10343" y="9139"/>
                    <a:pt x="10343" y="6784"/>
                  </a:cubicBezTo>
                  <a:close/>
                </a:path>
              </a:pathLst>
            </a:custGeom>
            <a:solidFill>
              <a:srgbClr val="AEB3B7"/>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595959"/>
                </a:solidFill>
                <a:latin typeface="Arial"/>
                <a:ea typeface="Arial"/>
                <a:cs typeface="Arial"/>
                <a:sym typeface="Arial"/>
              </a:endParaRPr>
            </a:p>
          </p:txBody>
        </p:sp>
        <p:sp>
          <p:nvSpPr>
            <p:cNvPr id="1140" name="Google Shape;1140;p127"/>
            <p:cNvSpPr/>
            <p:nvPr/>
          </p:nvSpPr>
          <p:spPr>
            <a:xfrm>
              <a:off x="1655750" y="20000"/>
              <a:ext cx="74250" cy="495000"/>
            </a:xfrm>
            <a:custGeom>
              <a:avLst/>
              <a:gdLst/>
              <a:ahLst/>
              <a:cxnLst/>
              <a:rect l="l" t="t" r="r" b="b"/>
              <a:pathLst>
                <a:path w="2970" h="19800" extrusionOk="0">
                  <a:moveTo>
                    <a:pt x="2970" y="0"/>
                  </a:moveTo>
                  <a:lnTo>
                    <a:pt x="2970" y="19800"/>
                  </a:lnTo>
                  <a:lnTo>
                    <a:pt x="0" y="19800"/>
                  </a:lnTo>
                  <a:lnTo>
                    <a:pt x="0" y="0"/>
                  </a:lnTo>
                  <a:lnTo>
                    <a:pt x="2970" y="0"/>
                  </a:lnTo>
                  <a:close/>
                </a:path>
              </a:pathLst>
            </a:custGeom>
            <a:solidFill>
              <a:srgbClr val="AEB3B7"/>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595959"/>
                </a:solidFill>
                <a:latin typeface="Arial"/>
                <a:ea typeface="Arial"/>
                <a:cs typeface="Arial"/>
                <a:sym typeface="Arial"/>
              </a:endParaRPr>
            </a:p>
          </p:txBody>
        </p:sp>
        <p:sp>
          <p:nvSpPr>
            <p:cNvPr id="1141" name="Google Shape;1141;p127"/>
            <p:cNvSpPr/>
            <p:nvPr/>
          </p:nvSpPr>
          <p:spPr>
            <a:xfrm>
              <a:off x="1765825" y="187275"/>
              <a:ext cx="311700" cy="337950"/>
            </a:xfrm>
            <a:custGeom>
              <a:avLst/>
              <a:gdLst/>
              <a:ahLst/>
              <a:cxnLst/>
              <a:rect l="l" t="t" r="r" b="b"/>
              <a:pathLst>
                <a:path w="12468" h="13518" extrusionOk="0">
                  <a:moveTo>
                    <a:pt x="10035" y="8987"/>
                  </a:moveTo>
                  <a:lnTo>
                    <a:pt x="12339" y="10523"/>
                  </a:lnTo>
                  <a:cubicBezTo>
                    <a:pt x="11596" y="11624"/>
                    <a:pt x="9804" y="13518"/>
                    <a:pt x="6707" y="13518"/>
                  </a:cubicBezTo>
                  <a:cubicBezTo>
                    <a:pt x="2867" y="13518"/>
                    <a:pt x="0" y="10548"/>
                    <a:pt x="0" y="6759"/>
                  </a:cubicBezTo>
                  <a:cubicBezTo>
                    <a:pt x="0" y="2739"/>
                    <a:pt x="2893" y="0"/>
                    <a:pt x="6375" y="0"/>
                  </a:cubicBezTo>
                  <a:cubicBezTo>
                    <a:pt x="9882" y="0"/>
                    <a:pt x="11598" y="2791"/>
                    <a:pt x="12161" y="4301"/>
                  </a:cubicBezTo>
                  <a:lnTo>
                    <a:pt x="12468" y="5069"/>
                  </a:lnTo>
                  <a:lnTo>
                    <a:pt x="3431" y="8807"/>
                  </a:lnTo>
                  <a:cubicBezTo>
                    <a:pt x="4122" y="10164"/>
                    <a:pt x="5198" y="10855"/>
                    <a:pt x="6708" y="10855"/>
                  </a:cubicBezTo>
                  <a:cubicBezTo>
                    <a:pt x="8217" y="10856"/>
                    <a:pt x="9267" y="10114"/>
                    <a:pt x="10035" y="8987"/>
                  </a:cubicBezTo>
                  <a:close/>
                  <a:moveTo>
                    <a:pt x="2943" y="6555"/>
                  </a:moveTo>
                  <a:lnTo>
                    <a:pt x="8985" y="4046"/>
                  </a:lnTo>
                  <a:cubicBezTo>
                    <a:pt x="8652" y="3201"/>
                    <a:pt x="7654" y="2612"/>
                    <a:pt x="6476" y="2612"/>
                  </a:cubicBezTo>
                  <a:cubicBezTo>
                    <a:pt x="4966" y="2613"/>
                    <a:pt x="2867" y="3944"/>
                    <a:pt x="2943" y="6555"/>
                  </a:cubicBezTo>
                  <a:close/>
                </a:path>
              </a:pathLst>
            </a:custGeom>
            <a:solidFill>
              <a:srgbClr val="AEB3B7"/>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595959"/>
                </a:solidFill>
                <a:latin typeface="Arial"/>
                <a:ea typeface="Arial"/>
                <a:cs typeface="Arial"/>
                <a:sym typeface="Arial"/>
              </a:endParaRPr>
            </a:p>
          </p:txBody>
        </p:sp>
      </p:grpSp>
      <p:pic>
        <p:nvPicPr>
          <p:cNvPr id="2" name="Picture 1">
            <a:extLst>
              <a:ext uri="{FF2B5EF4-FFF2-40B4-BE49-F238E27FC236}">
                <a16:creationId xmlns:a16="http://schemas.microsoft.com/office/drawing/2014/main" id="{AF06BB6A-AF3D-1BF3-D019-79EF42035FE7}"/>
              </a:ext>
            </a:extLst>
          </p:cNvPr>
          <p:cNvPicPr>
            <a:picLocks noChangeAspect="1"/>
          </p:cNvPicPr>
          <p:nvPr userDrawn="1"/>
        </p:nvPicPr>
        <p:blipFill>
          <a:blip r:embed="rId2"/>
          <a:stretch>
            <a:fillRect/>
          </a:stretch>
        </p:blipFill>
        <p:spPr>
          <a:xfrm>
            <a:off x="9547051" y="114516"/>
            <a:ext cx="2497667" cy="635000"/>
          </a:xfrm>
          <a:prstGeom prst="rect">
            <a:avLst/>
          </a:prstGeom>
        </p:spPr>
      </p:pic>
    </p:spTree>
    <p:extLst>
      <p:ext uri="{BB962C8B-B14F-4D97-AF65-F5344CB8AC3E}">
        <p14:creationId xmlns:p14="http://schemas.microsoft.com/office/powerpoint/2010/main" val="280520772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Half Color Grey - Core Red" preserve="1">
  <p:cSld name="Half Color Grey - Core Red">
    <p:spTree>
      <p:nvGrpSpPr>
        <p:cNvPr id="1" name="Shape 1142"/>
        <p:cNvGrpSpPr/>
        <p:nvPr/>
      </p:nvGrpSpPr>
      <p:grpSpPr>
        <a:xfrm>
          <a:off x="0" y="0"/>
          <a:ext cx="0" cy="0"/>
          <a:chOff x="0" y="0"/>
          <a:chExt cx="0" cy="0"/>
        </a:xfrm>
      </p:grpSpPr>
      <p:sp>
        <p:nvSpPr>
          <p:cNvPr id="1143" name="Google Shape;1143;p128"/>
          <p:cNvSpPr/>
          <p:nvPr/>
        </p:nvSpPr>
        <p:spPr>
          <a:xfrm>
            <a:off x="6072400" y="0"/>
            <a:ext cx="6119600" cy="6858000"/>
          </a:xfrm>
          <a:prstGeom prst="rect">
            <a:avLst/>
          </a:prstGeom>
          <a:solidFill>
            <a:srgbClr val="F1F3F4"/>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1145" name="Google Shape;1145;p128"/>
          <p:cNvSpPr/>
          <p:nvPr/>
        </p:nvSpPr>
        <p:spPr>
          <a:xfrm>
            <a:off x="-29957" y="313820"/>
            <a:ext cx="77200" cy="6230400"/>
          </a:xfrm>
          <a:prstGeom prst="rect">
            <a:avLst/>
          </a:prstGeom>
          <a:solidFill>
            <a:srgbClr val="EA4335"/>
          </a:solidFill>
          <a:ln>
            <a:noFill/>
          </a:ln>
        </p:spPr>
        <p:txBody>
          <a:bodyPr spcFirstLastPara="1" wrap="square" lIns="25400" tIns="25400" rIns="25400" bIns="25400" anchor="ctr" anchorCtr="0">
            <a:noAutofit/>
          </a:bodyPr>
          <a:lstStyle/>
          <a:p>
            <a:pPr marL="0" marR="0" lvl="0" indent="0" algn="ctr" rtl="0">
              <a:lnSpc>
                <a:spcPct val="100000"/>
              </a:lnSpc>
              <a:spcBef>
                <a:spcPts val="0"/>
              </a:spcBef>
              <a:spcAft>
                <a:spcPts val="0"/>
              </a:spcAft>
              <a:buClr>
                <a:srgbClr val="519BF7"/>
              </a:buClr>
              <a:buSzPts val="1200"/>
              <a:buFont typeface="Helvetica Neue Light"/>
              <a:buNone/>
            </a:pPr>
            <a:endParaRPr sz="1600" b="0" i="0" u="none" strike="noStrike" cap="none">
              <a:solidFill>
                <a:srgbClr val="1D8E3E"/>
              </a:solidFill>
              <a:latin typeface="Helvetica Neue Light"/>
              <a:ea typeface="Helvetica Neue Light"/>
              <a:cs typeface="Helvetica Neue Light"/>
              <a:sym typeface="Helvetica Neue Light"/>
            </a:endParaRPr>
          </a:p>
        </p:txBody>
      </p:sp>
      <p:sp>
        <p:nvSpPr>
          <p:cNvPr id="1146" name="Google Shape;1146;p128"/>
          <p:cNvSpPr txBox="1">
            <a:spLocks noGrp="1"/>
          </p:cNvSpPr>
          <p:nvPr>
            <p:ph type="body" idx="1"/>
          </p:nvPr>
        </p:nvSpPr>
        <p:spPr>
          <a:xfrm>
            <a:off x="459335" y="2901200"/>
            <a:ext cx="3968800" cy="2728400"/>
          </a:xfrm>
          <a:prstGeom prst="rect">
            <a:avLst/>
          </a:prstGeom>
          <a:noFill/>
          <a:ln>
            <a:noFill/>
          </a:ln>
        </p:spPr>
        <p:txBody>
          <a:bodyPr spcFirstLastPara="1" wrap="square" lIns="91425" tIns="91425" rIns="91425" bIns="91425" anchor="t" anchorCtr="0">
            <a:noAutofit/>
          </a:bodyPr>
          <a:lstStyle>
            <a:lvl1pPr marL="609585" marR="0" lvl="0" indent="-380990" algn="l" rtl="0">
              <a:lnSpc>
                <a:spcPct val="260000"/>
              </a:lnSpc>
              <a:spcBef>
                <a:spcPts val="0"/>
              </a:spcBef>
              <a:spcAft>
                <a:spcPts val="0"/>
              </a:spcAft>
              <a:buClr>
                <a:srgbClr val="80868B"/>
              </a:buClr>
              <a:buSzPts val="900"/>
              <a:buFont typeface="Roboto"/>
              <a:buChar char="●"/>
              <a:defRPr sz="1467" b="0" i="0" u="none" strike="noStrike" cap="none">
                <a:solidFill>
                  <a:srgbClr val="5F6368"/>
                </a:solidFill>
                <a:latin typeface="Roboto"/>
                <a:ea typeface="Roboto"/>
                <a:cs typeface="Roboto"/>
                <a:sym typeface="Roboto"/>
              </a:defRPr>
            </a:lvl1pPr>
            <a:lvl2pPr marL="1219170" marR="0" lvl="1" indent="-380990" algn="l" rtl="0">
              <a:lnSpc>
                <a:spcPct val="260000"/>
              </a:lnSpc>
              <a:spcBef>
                <a:spcPts val="0"/>
              </a:spcBef>
              <a:spcAft>
                <a:spcPts val="0"/>
              </a:spcAft>
              <a:buClr>
                <a:srgbClr val="80868B"/>
              </a:buClr>
              <a:buSzPts val="900"/>
              <a:buFont typeface="Roboto"/>
              <a:buChar char="○"/>
              <a:defRPr sz="1467" b="0" i="0" u="none" strike="noStrike" cap="none">
                <a:solidFill>
                  <a:srgbClr val="5F6368"/>
                </a:solidFill>
                <a:latin typeface="Roboto"/>
                <a:ea typeface="Roboto"/>
                <a:cs typeface="Roboto"/>
                <a:sym typeface="Roboto"/>
              </a:defRPr>
            </a:lvl2pPr>
            <a:lvl3pPr marL="1828754" marR="0" lvl="2" indent="-397923" algn="l" rtl="0">
              <a:lnSpc>
                <a:spcPct val="260000"/>
              </a:lnSpc>
              <a:spcBef>
                <a:spcPts val="0"/>
              </a:spcBef>
              <a:spcAft>
                <a:spcPts val="0"/>
              </a:spcAft>
              <a:buClr>
                <a:srgbClr val="5F6368"/>
              </a:buClr>
              <a:buSzPts val="1100"/>
              <a:buFont typeface="Roboto"/>
              <a:buChar char="■"/>
              <a:defRPr sz="1467" b="0" i="0" u="none" strike="noStrike" cap="none">
                <a:solidFill>
                  <a:srgbClr val="5F6368"/>
                </a:solidFill>
                <a:latin typeface="Roboto"/>
                <a:ea typeface="Roboto"/>
                <a:cs typeface="Roboto"/>
                <a:sym typeface="Roboto"/>
              </a:defRPr>
            </a:lvl3pPr>
            <a:lvl4pPr marL="2438339" marR="0" lvl="3" indent="-397923" algn="l" rtl="0">
              <a:lnSpc>
                <a:spcPct val="260000"/>
              </a:lnSpc>
              <a:spcBef>
                <a:spcPts val="0"/>
              </a:spcBef>
              <a:spcAft>
                <a:spcPts val="0"/>
              </a:spcAft>
              <a:buClr>
                <a:srgbClr val="5F6368"/>
              </a:buClr>
              <a:buSzPts val="1100"/>
              <a:buFont typeface="Roboto"/>
              <a:buChar char="●"/>
              <a:defRPr sz="1467" b="0" i="0" u="none" strike="noStrike" cap="none">
                <a:solidFill>
                  <a:srgbClr val="5F6368"/>
                </a:solidFill>
                <a:latin typeface="Roboto"/>
                <a:ea typeface="Roboto"/>
                <a:cs typeface="Roboto"/>
                <a:sym typeface="Roboto"/>
              </a:defRPr>
            </a:lvl4pPr>
            <a:lvl5pPr marL="3047924" marR="0" lvl="4" indent="-397923" algn="l" rtl="0">
              <a:lnSpc>
                <a:spcPct val="260000"/>
              </a:lnSpc>
              <a:spcBef>
                <a:spcPts val="0"/>
              </a:spcBef>
              <a:spcAft>
                <a:spcPts val="0"/>
              </a:spcAft>
              <a:buClr>
                <a:srgbClr val="5F6368"/>
              </a:buClr>
              <a:buSzPts val="1100"/>
              <a:buFont typeface="Roboto"/>
              <a:buChar char="○"/>
              <a:defRPr sz="1467" b="0" i="0" u="none" strike="noStrike" cap="none">
                <a:solidFill>
                  <a:srgbClr val="5F6368"/>
                </a:solidFill>
                <a:latin typeface="Roboto"/>
                <a:ea typeface="Roboto"/>
                <a:cs typeface="Roboto"/>
                <a:sym typeface="Roboto"/>
              </a:defRPr>
            </a:lvl5pPr>
            <a:lvl6pPr marL="3657509" marR="0" lvl="5" indent="-397923" algn="l" rtl="0">
              <a:lnSpc>
                <a:spcPct val="260000"/>
              </a:lnSpc>
              <a:spcBef>
                <a:spcPts val="0"/>
              </a:spcBef>
              <a:spcAft>
                <a:spcPts val="0"/>
              </a:spcAft>
              <a:buClr>
                <a:srgbClr val="5F6368"/>
              </a:buClr>
              <a:buSzPts val="1100"/>
              <a:buFont typeface="Roboto"/>
              <a:buChar char="■"/>
              <a:defRPr sz="1467" b="0" i="0" u="none" strike="noStrike" cap="none">
                <a:solidFill>
                  <a:srgbClr val="5F6368"/>
                </a:solidFill>
                <a:latin typeface="Roboto"/>
                <a:ea typeface="Roboto"/>
                <a:cs typeface="Roboto"/>
                <a:sym typeface="Roboto"/>
              </a:defRPr>
            </a:lvl6pPr>
            <a:lvl7pPr marL="4267093" marR="0" lvl="6" indent="-397923" algn="l" rtl="0">
              <a:lnSpc>
                <a:spcPct val="260000"/>
              </a:lnSpc>
              <a:spcBef>
                <a:spcPts val="0"/>
              </a:spcBef>
              <a:spcAft>
                <a:spcPts val="0"/>
              </a:spcAft>
              <a:buClr>
                <a:srgbClr val="5F6368"/>
              </a:buClr>
              <a:buSzPts val="1100"/>
              <a:buFont typeface="Roboto"/>
              <a:buChar char="●"/>
              <a:defRPr sz="1467" b="0" i="0" u="none" strike="noStrike" cap="none">
                <a:solidFill>
                  <a:srgbClr val="5F6368"/>
                </a:solidFill>
                <a:latin typeface="Roboto"/>
                <a:ea typeface="Roboto"/>
                <a:cs typeface="Roboto"/>
                <a:sym typeface="Roboto"/>
              </a:defRPr>
            </a:lvl7pPr>
            <a:lvl8pPr marL="4876678" marR="0" lvl="7" indent="-397923" algn="l" rtl="0">
              <a:lnSpc>
                <a:spcPct val="260000"/>
              </a:lnSpc>
              <a:spcBef>
                <a:spcPts val="0"/>
              </a:spcBef>
              <a:spcAft>
                <a:spcPts val="0"/>
              </a:spcAft>
              <a:buClr>
                <a:srgbClr val="5F6368"/>
              </a:buClr>
              <a:buSzPts val="1100"/>
              <a:buFont typeface="Roboto"/>
              <a:buChar char="○"/>
              <a:defRPr sz="1467" b="0" i="0" u="none" strike="noStrike" cap="none">
                <a:solidFill>
                  <a:srgbClr val="5F6368"/>
                </a:solidFill>
                <a:latin typeface="Roboto"/>
                <a:ea typeface="Roboto"/>
                <a:cs typeface="Roboto"/>
                <a:sym typeface="Roboto"/>
              </a:defRPr>
            </a:lvl8pPr>
            <a:lvl9pPr marL="5486263" marR="0" lvl="8" indent="-397923" algn="l" rtl="0">
              <a:lnSpc>
                <a:spcPct val="260000"/>
              </a:lnSpc>
              <a:spcBef>
                <a:spcPts val="0"/>
              </a:spcBef>
              <a:spcAft>
                <a:spcPts val="0"/>
              </a:spcAft>
              <a:buClr>
                <a:srgbClr val="5F6368"/>
              </a:buClr>
              <a:buSzPts val="1100"/>
              <a:buFont typeface="Roboto"/>
              <a:buChar char="■"/>
              <a:defRPr sz="1467" b="0" i="0" u="none" strike="noStrike" cap="none">
                <a:solidFill>
                  <a:srgbClr val="5F6368"/>
                </a:solidFill>
                <a:latin typeface="Roboto"/>
                <a:ea typeface="Roboto"/>
                <a:cs typeface="Roboto"/>
                <a:sym typeface="Roboto"/>
              </a:defRPr>
            </a:lvl9pPr>
          </a:lstStyle>
          <a:p>
            <a:endParaRPr/>
          </a:p>
        </p:txBody>
      </p:sp>
      <p:sp>
        <p:nvSpPr>
          <p:cNvPr id="1147" name="Google Shape;1147;p128"/>
          <p:cNvSpPr txBox="1">
            <a:spLocks noGrp="1"/>
          </p:cNvSpPr>
          <p:nvPr>
            <p:ph type="title"/>
          </p:nvPr>
        </p:nvSpPr>
        <p:spPr>
          <a:xfrm>
            <a:off x="459335" y="1821200"/>
            <a:ext cx="5152800" cy="552400"/>
          </a:xfrm>
          <a:prstGeom prst="rect">
            <a:avLst/>
          </a:prstGeom>
          <a:noFill/>
          <a:ln>
            <a:noFill/>
          </a:ln>
        </p:spPr>
        <p:txBody>
          <a:bodyPr spcFirstLastPara="1" wrap="square" lIns="91425" tIns="91425" rIns="91425" bIns="91425" anchor="t" anchorCtr="0">
            <a:noAutofit/>
          </a:bodyPr>
          <a:lstStyle>
            <a:lvl1pPr marR="0" lvl="0" algn="l" rtl="0">
              <a:lnSpc>
                <a:spcPct val="90000"/>
              </a:lnSpc>
              <a:spcBef>
                <a:spcPts val="0"/>
              </a:spcBef>
              <a:spcAft>
                <a:spcPts val="0"/>
              </a:spcAft>
              <a:buClr>
                <a:schemeClr val="dk1"/>
              </a:buClr>
              <a:buSzPts val="1100"/>
              <a:buFont typeface="Arial"/>
              <a:buNone/>
              <a:defRPr sz="3200" b="0" i="0" u="none" strike="noStrike" cap="none">
                <a:solidFill>
                  <a:srgbClr val="3C4043"/>
                </a:solidFill>
                <a:latin typeface="Google Sans"/>
                <a:ea typeface="Google Sans"/>
                <a:cs typeface="Google Sans"/>
                <a:sym typeface="Google Sans"/>
              </a:defRPr>
            </a:lvl1pPr>
            <a:lvl2pPr marR="0" lvl="1" algn="ctr" rtl="0">
              <a:lnSpc>
                <a:spcPct val="100000"/>
              </a:lnSpc>
              <a:spcBef>
                <a:spcPts val="0"/>
              </a:spcBef>
              <a:spcAft>
                <a:spcPts val="0"/>
              </a:spcAft>
              <a:buClr>
                <a:srgbClr val="000000"/>
              </a:buClr>
              <a:buSzPts val="4200"/>
              <a:buFont typeface="Helvetica Neue Light"/>
              <a:buNone/>
              <a:defRPr sz="5600" b="0" i="0" u="none" strike="noStrike" cap="none">
                <a:solidFill>
                  <a:srgbClr val="000000"/>
                </a:solidFill>
                <a:latin typeface="Helvetica Neue Light"/>
                <a:ea typeface="Helvetica Neue Light"/>
                <a:cs typeface="Helvetica Neue Light"/>
                <a:sym typeface="Helvetica Neue Light"/>
              </a:defRPr>
            </a:lvl2pPr>
            <a:lvl3pPr marR="0" lvl="2" algn="ctr" rtl="0">
              <a:lnSpc>
                <a:spcPct val="100000"/>
              </a:lnSpc>
              <a:spcBef>
                <a:spcPts val="0"/>
              </a:spcBef>
              <a:spcAft>
                <a:spcPts val="0"/>
              </a:spcAft>
              <a:buClr>
                <a:srgbClr val="000000"/>
              </a:buClr>
              <a:buSzPts val="4200"/>
              <a:buFont typeface="Helvetica Neue Light"/>
              <a:buNone/>
              <a:defRPr sz="5600" b="0" i="0" u="none" strike="noStrike" cap="none">
                <a:solidFill>
                  <a:srgbClr val="000000"/>
                </a:solidFill>
                <a:latin typeface="Helvetica Neue Light"/>
                <a:ea typeface="Helvetica Neue Light"/>
                <a:cs typeface="Helvetica Neue Light"/>
                <a:sym typeface="Helvetica Neue Light"/>
              </a:defRPr>
            </a:lvl3pPr>
            <a:lvl4pPr marR="0" lvl="3" algn="ctr" rtl="0">
              <a:lnSpc>
                <a:spcPct val="100000"/>
              </a:lnSpc>
              <a:spcBef>
                <a:spcPts val="0"/>
              </a:spcBef>
              <a:spcAft>
                <a:spcPts val="0"/>
              </a:spcAft>
              <a:buClr>
                <a:srgbClr val="000000"/>
              </a:buClr>
              <a:buSzPts val="4200"/>
              <a:buFont typeface="Helvetica Neue Light"/>
              <a:buNone/>
              <a:defRPr sz="5600" b="0" i="0" u="none" strike="noStrike" cap="none">
                <a:solidFill>
                  <a:srgbClr val="000000"/>
                </a:solidFill>
                <a:latin typeface="Helvetica Neue Light"/>
                <a:ea typeface="Helvetica Neue Light"/>
                <a:cs typeface="Helvetica Neue Light"/>
                <a:sym typeface="Helvetica Neue Light"/>
              </a:defRPr>
            </a:lvl4pPr>
            <a:lvl5pPr marR="0" lvl="4" algn="ctr" rtl="0">
              <a:lnSpc>
                <a:spcPct val="100000"/>
              </a:lnSpc>
              <a:spcBef>
                <a:spcPts val="0"/>
              </a:spcBef>
              <a:spcAft>
                <a:spcPts val="0"/>
              </a:spcAft>
              <a:buClr>
                <a:srgbClr val="000000"/>
              </a:buClr>
              <a:buSzPts val="4200"/>
              <a:buFont typeface="Helvetica Neue Light"/>
              <a:buNone/>
              <a:defRPr sz="5600" b="0" i="0" u="none" strike="noStrike" cap="none">
                <a:solidFill>
                  <a:srgbClr val="000000"/>
                </a:solidFill>
                <a:latin typeface="Helvetica Neue Light"/>
                <a:ea typeface="Helvetica Neue Light"/>
                <a:cs typeface="Helvetica Neue Light"/>
                <a:sym typeface="Helvetica Neue Light"/>
              </a:defRPr>
            </a:lvl5pPr>
            <a:lvl6pPr marR="0" lvl="5" algn="ctr" rtl="0">
              <a:lnSpc>
                <a:spcPct val="100000"/>
              </a:lnSpc>
              <a:spcBef>
                <a:spcPts val="0"/>
              </a:spcBef>
              <a:spcAft>
                <a:spcPts val="0"/>
              </a:spcAft>
              <a:buClr>
                <a:srgbClr val="000000"/>
              </a:buClr>
              <a:buSzPts val="4200"/>
              <a:buFont typeface="Helvetica Neue Light"/>
              <a:buNone/>
              <a:defRPr sz="5600" b="0" i="0" u="none" strike="noStrike" cap="none">
                <a:solidFill>
                  <a:srgbClr val="000000"/>
                </a:solidFill>
                <a:latin typeface="Helvetica Neue Light"/>
                <a:ea typeface="Helvetica Neue Light"/>
                <a:cs typeface="Helvetica Neue Light"/>
                <a:sym typeface="Helvetica Neue Light"/>
              </a:defRPr>
            </a:lvl6pPr>
            <a:lvl7pPr marR="0" lvl="6" algn="ctr" rtl="0">
              <a:lnSpc>
                <a:spcPct val="100000"/>
              </a:lnSpc>
              <a:spcBef>
                <a:spcPts val="0"/>
              </a:spcBef>
              <a:spcAft>
                <a:spcPts val="0"/>
              </a:spcAft>
              <a:buClr>
                <a:srgbClr val="000000"/>
              </a:buClr>
              <a:buSzPts val="4200"/>
              <a:buFont typeface="Helvetica Neue Light"/>
              <a:buNone/>
              <a:defRPr sz="5600" b="0" i="0" u="none" strike="noStrike" cap="none">
                <a:solidFill>
                  <a:srgbClr val="000000"/>
                </a:solidFill>
                <a:latin typeface="Helvetica Neue Light"/>
                <a:ea typeface="Helvetica Neue Light"/>
                <a:cs typeface="Helvetica Neue Light"/>
                <a:sym typeface="Helvetica Neue Light"/>
              </a:defRPr>
            </a:lvl7pPr>
            <a:lvl8pPr marR="0" lvl="7" algn="ctr" rtl="0">
              <a:lnSpc>
                <a:spcPct val="100000"/>
              </a:lnSpc>
              <a:spcBef>
                <a:spcPts val="0"/>
              </a:spcBef>
              <a:spcAft>
                <a:spcPts val="0"/>
              </a:spcAft>
              <a:buClr>
                <a:srgbClr val="000000"/>
              </a:buClr>
              <a:buSzPts val="4200"/>
              <a:buFont typeface="Helvetica Neue Light"/>
              <a:buNone/>
              <a:defRPr sz="5600" b="0" i="0" u="none" strike="noStrike" cap="none">
                <a:solidFill>
                  <a:srgbClr val="000000"/>
                </a:solidFill>
                <a:latin typeface="Helvetica Neue Light"/>
                <a:ea typeface="Helvetica Neue Light"/>
                <a:cs typeface="Helvetica Neue Light"/>
                <a:sym typeface="Helvetica Neue Light"/>
              </a:defRPr>
            </a:lvl8pPr>
            <a:lvl9pPr marR="0" lvl="8" algn="ctr" rtl="0">
              <a:lnSpc>
                <a:spcPct val="100000"/>
              </a:lnSpc>
              <a:spcBef>
                <a:spcPts val="0"/>
              </a:spcBef>
              <a:spcAft>
                <a:spcPts val="0"/>
              </a:spcAft>
              <a:buClr>
                <a:srgbClr val="000000"/>
              </a:buClr>
              <a:buSzPts val="4200"/>
              <a:buFont typeface="Helvetica Neue Light"/>
              <a:buNone/>
              <a:defRPr sz="5600" b="0" i="0" u="none" strike="noStrike" cap="none">
                <a:solidFill>
                  <a:srgbClr val="000000"/>
                </a:solidFill>
                <a:latin typeface="Helvetica Neue Light"/>
                <a:ea typeface="Helvetica Neue Light"/>
                <a:cs typeface="Helvetica Neue Light"/>
                <a:sym typeface="Helvetica Neue Light"/>
              </a:defRPr>
            </a:lvl9pPr>
          </a:lstStyle>
          <a:p>
            <a:endParaRPr/>
          </a:p>
        </p:txBody>
      </p:sp>
      <p:sp>
        <p:nvSpPr>
          <p:cNvPr id="1148" name="Google Shape;1148;p128"/>
          <p:cNvSpPr txBox="1">
            <a:spLocks noGrp="1"/>
          </p:cNvSpPr>
          <p:nvPr>
            <p:ph type="body" idx="2"/>
          </p:nvPr>
        </p:nvSpPr>
        <p:spPr>
          <a:xfrm>
            <a:off x="459335" y="6324833"/>
            <a:ext cx="5794400" cy="500800"/>
          </a:xfrm>
          <a:prstGeom prst="rect">
            <a:avLst/>
          </a:prstGeom>
          <a:noFill/>
          <a:ln>
            <a:noFill/>
          </a:ln>
        </p:spPr>
        <p:txBody>
          <a:bodyPr spcFirstLastPara="1" wrap="square" lIns="91425" tIns="91425" rIns="91425" bIns="91425" anchor="t" anchorCtr="0">
            <a:noAutofit/>
          </a:bodyPr>
          <a:lstStyle>
            <a:lvl1pPr marL="609585" marR="0" lvl="0" indent="-304792" algn="l" rtl="0">
              <a:lnSpc>
                <a:spcPct val="100000"/>
              </a:lnSpc>
              <a:spcBef>
                <a:spcPts val="0"/>
              </a:spcBef>
              <a:spcAft>
                <a:spcPts val="0"/>
              </a:spcAft>
              <a:buClr>
                <a:srgbClr val="000000"/>
              </a:buClr>
              <a:buSzPts val="1100"/>
              <a:buFont typeface="Arial"/>
              <a:buNone/>
              <a:defRPr sz="800" b="0" i="0" u="none" strike="noStrike" cap="none">
                <a:solidFill>
                  <a:srgbClr val="D5D5D5"/>
                </a:solidFill>
                <a:latin typeface="Roboto"/>
                <a:ea typeface="Roboto"/>
                <a:cs typeface="Roboto"/>
                <a:sym typeface="Roboto"/>
              </a:defRPr>
            </a:lvl1pPr>
            <a:lvl2pPr marL="1219170" marR="0" lvl="1" indent="-304792" algn="l" rtl="0">
              <a:lnSpc>
                <a:spcPct val="100000"/>
              </a:lnSpc>
              <a:spcBef>
                <a:spcPts val="0"/>
              </a:spcBef>
              <a:spcAft>
                <a:spcPts val="0"/>
              </a:spcAft>
              <a:buClr>
                <a:srgbClr val="000000"/>
              </a:buClr>
              <a:buSzPts val="1100"/>
              <a:buFont typeface="Arial"/>
              <a:buNone/>
              <a:defRPr sz="800" b="0" i="0" u="none" strike="noStrike" cap="none">
                <a:solidFill>
                  <a:srgbClr val="D5D5D5"/>
                </a:solidFill>
                <a:latin typeface="Roboto"/>
                <a:ea typeface="Roboto"/>
                <a:cs typeface="Roboto"/>
                <a:sym typeface="Roboto"/>
              </a:defRPr>
            </a:lvl2pPr>
            <a:lvl3pPr marL="1828754" marR="0" lvl="2" indent="-304792" algn="l" rtl="0">
              <a:lnSpc>
                <a:spcPct val="100000"/>
              </a:lnSpc>
              <a:spcBef>
                <a:spcPts val="0"/>
              </a:spcBef>
              <a:spcAft>
                <a:spcPts val="0"/>
              </a:spcAft>
              <a:buClr>
                <a:srgbClr val="000000"/>
              </a:buClr>
              <a:buSzPts val="1100"/>
              <a:buFont typeface="Arial"/>
              <a:buNone/>
              <a:defRPr sz="800" b="0" i="0" u="none" strike="noStrike" cap="none">
                <a:solidFill>
                  <a:srgbClr val="D5D5D5"/>
                </a:solidFill>
                <a:latin typeface="Roboto"/>
                <a:ea typeface="Roboto"/>
                <a:cs typeface="Roboto"/>
                <a:sym typeface="Roboto"/>
              </a:defRPr>
            </a:lvl3pPr>
            <a:lvl4pPr marL="2438339" marR="0" lvl="3" indent="-304792" algn="l" rtl="0">
              <a:lnSpc>
                <a:spcPct val="100000"/>
              </a:lnSpc>
              <a:spcBef>
                <a:spcPts val="0"/>
              </a:spcBef>
              <a:spcAft>
                <a:spcPts val="0"/>
              </a:spcAft>
              <a:buClr>
                <a:srgbClr val="000000"/>
              </a:buClr>
              <a:buSzPts val="1100"/>
              <a:buFont typeface="Arial"/>
              <a:buNone/>
              <a:defRPr sz="800" b="0" i="0" u="none" strike="noStrike" cap="none">
                <a:solidFill>
                  <a:srgbClr val="D5D5D5"/>
                </a:solidFill>
                <a:latin typeface="Roboto"/>
                <a:ea typeface="Roboto"/>
                <a:cs typeface="Roboto"/>
                <a:sym typeface="Roboto"/>
              </a:defRPr>
            </a:lvl4pPr>
            <a:lvl5pPr marL="3047924" marR="0" lvl="4" indent="-304792" algn="l" rtl="0">
              <a:lnSpc>
                <a:spcPct val="100000"/>
              </a:lnSpc>
              <a:spcBef>
                <a:spcPts val="0"/>
              </a:spcBef>
              <a:spcAft>
                <a:spcPts val="0"/>
              </a:spcAft>
              <a:buClr>
                <a:srgbClr val="000000"/>
              </a:buClr>
              <a:buSzPts val="1100"/>
              <a:buFont typeface="Arial"/>
              <a:buNone/>
              <a:defRPr sz="800" b="0" i="0" u="none" strike="noStrike" cap="none">
                <a:solidFill>
                  <a:srgbClr val="D5D5D5"/>
                </a:solidFill>
                <a:latin typeface="Roboto"/>
                <a:ea typeface="Roboto"/>
                <a:cs typeface="Roboto"/>
                <a:sym typeface="Roboto"/>
              </a:defRPr>
            </a:lvl5pPr>
            <a:lvl6pPr marL="3657509" marR="0" lvl="5" indent="-304792" algn="l" rtl="0">
              <a:lnSpc>
                <a:spcPct val="100000"/>
              </a:lnSpc>
              <a:spcBef>
                <a:spcPts val="0"/>
              </a:spcBef>
              <a:spcAft>
                <a:spcPts val="0"/>
              </a:spcAft>
              <a:buClr>
                <a:srgbClr val="000000"/>
              </a:buClr>
              <a:buSzPts val="1100"/>
              <a:buFont typeface="Arial"/>
              <a:buNone/>
              <a:defRPr sz="800" b="0" i="0" u="none" strike="noStrike" cap="none">
                <a:solidFill>
                  <a:srgbClr val="D5D5D5"/>
                </a:solidFill>
                <a:latin typeface="Roboto"/>
                <a:ea typeface="Roboto"/>
                <a:cs typeface="Roboto"/>
                <a:sym typeface="Roboto"/>
              </a:defRPr>
            </a:lvl6pPr>
            <a:lvl7pPr marL="4267093" marR="0" lvl="6" indent="-304792" algn="l" rtl="0">
              <a:lnSpc>
                <a:spcPct val="100000"/>
              </a:lnSpc>
              <a:spcBef>
                <a:spcPts val="0"/>
              </a:spcBef>
              <a:spcAft>
                <a:spcPts val="0"/>
              </a:spcAft>
              <a:buClr>
                <a:srgbClr val="000000"/>
              </a:buClr>
              <a:buSzPts val="1100"/>
              <a:buFont typeface="Arial"/>
              <a:buNone/>
              <a:defRPr sz="800" b="0" i="0" u="none" strike="noStrike" cap="none">
                <a:solidFill>
                  <a:srgbClr val="D5D5D5"/>
                </a:solidFill>
                <a:latin typeface="Roboto"/>
                <a:ea typeface="Roboto"/>
                <a:cs typeface="Roboto"/>
                <a:sym typeface="Roboto"/>
              </a:defRPr>
            </a:lvl7pPr>
            <a:lvl8pPr marL="4876678" marR="0" lvl="7" indent="-304792" algn="l" rtl="0">
              <a:lnSpc>
                <a:spcPct val="100000"/>
              </a:lnSpc>
              <a:spcBef>
                <a:spcPts val="0"/>
              </a:spcBef>
              <a:spcAft>
                <a:spcPts val="0"/>
              </a:spcAft>
              <a:buClr>
                <a:srgbClr val="000000"/>
              </a:buClr>
              <a:buSzPts val="1100"/>
              <a:buFont typeface="Arial"/>
              <a:buNone/>
              <a:defRPr sz="800" b="0" i="0" u="none" strike="noStrike" cap="none">
                <a:solidFill>
                  <a:srgbClr val="D5D5D5"/>
                </a:solidFill>
                <a:latin typeface="Roboto"/>
                <a:ea typeface="Roboto"/>
                <a:cs typeface="Roboto"/>
                <a:sym typeface="Roboto"/>
              </a:defRPr>
            </a:lvl8pPr>
            <a:lvl9pPr marL="5486263" marR="0" lvl="8" indent="-304792" algn="l" rtl="0">
              <a:lnSpc>
                <a:spcPct val="100000"/>
              </a:lnSpc>
              <a:spcBef>
                <a:spcPts val="0"/>
              </a:spcBef>
              <a:spcAft>
                <a:spcPts val="0"/>
              </a:spcAft>
              <a:buClr>
                <a:srgbClr val="000000"/>
              </a:buClr>
              <a:buSzPts val="1100"/>
              <a:buFont typeface="Arial"/>
              <a:buNone/>
              <a:defRPr sz="800" b="0" i="0" u="none" strike="noStrike" cap="none">
                <a:solidFill>
                  <a:srgbClr val="D5D5D5"/>
                </a:solidFill>
                <a:latin typeface="Roboto"/>
                <a:ea typeface="Roboto"/>
                <a:cs typeface="Roboto"/>
                <a:sym typeface="Roboto"/>
              </a:defRPr>
            </a:lvl9pPr>
          </a:lstStyle>
          <a:p>
            <a:endParaRPr/>
          </a:p>
        </p:txBody>
      </p:sp>
      <p:grpSp>
        <p:nvGrpSpPr>
          <p:cNvPr id="1149" name="Google Shape;1149;p128"/>
          <p:cNvGrpSpPr/>
          <p:nvPr/>
        </p:nvGrpSpPr>
        <p:grpSpPr>
          <a:xfrm>
            <a:off x="11292163" y="6405041"/>
            <a:ext cx="560655" cy="182680"/>
            <a:chOff x="0" y="0"/>
            <a:chExt cx="2077525" cy="676925"/>
          </a:xfrm>
        </p:grpSpPr>
        <p:sp>
          <p:nvSpPr>
            <p:cNvPr id="1150" name="Google Shape;1150;p128"/>
            <p:cNvSpPr/>
            <p:nvPr/>
          </p:nvSpPr>
          <p:spPr>
            <a:xfrm>
              <a:off x="0" y="0"/>
              <a:ext cx="511375" cy="524800"/>
            </a:xfrm>
            <a:custGeom>
              <a:avLst/>
              <a:gdLst/>
              <a:ahLst/>
              <a:cxnLst/>
              <a:rect l="l" t="t" r="r" b="b"/>
              <a:pathLst>
                <a:path w="20455" h="20992" extrusionOk="0">
                  <a:moveTo>
                    <a:pt x="10700" y="12450"/>
                  </a:moveTo>
                  <a:lnTo>
                    <a:pt x="10700" y="9583"/>
                  </a:lnTo>
                  <a:lnTo>
                    <a:pt x="20300" y="9583"/>
                  </a:lnTo>
                  <a:cubicBezTo>
                    <a:pt x="20398" y="10088"/>
                    <a:pt x="20455" y="10690"/>
                    <a:pt x="20455" y="11341"/>
                  </a:cubicBezTo>
                  <a:cubicBezTo>
                    <a:pt x="20455" y="13491"/>
                    <a:pt x="19866" y="16154"/>
                    <a:pt x="17972" y="18048"/>
                  </a:cubicBezTo>
                  <a:cubicBezTo>
                    <a:pt x="16129" y="19968"/>
                    <a:pt x="13773" y="20992"/>
                    <a:pt x="10650" y="20992"/>
                  </a:cubicBezTo>
                  <a:cubicBezTo>
                    <a:pt x="4864" y="20993"/>
                    <a:pt x="0" y="16282"/>
                    <a:pt x="0" y="10496"/>
                  </a:cubicBezTo>
                  <a:cubicBezTo>
                    <a:pt x="0" y="4710"/>
                    <a:pt x="4864" y="0"/>
                    <a:pt x="10650" y="0"/>
                  </a:cubicBezTo>
                  <a:cubicBezTo>
                    <a:pt x="13850" y="0"/>
                    <a:pt x="16129" y="1254"/>
                    <a:pt x="17844" y="2893"/>
                  </a:cubicBezTo>
                  <a:lnTo>
                    <a:pt x="15822" y="4915"/>
                  </a:lnTo>
                  <a:cubicBezTo>
                    <a:pt x="14593" y="3763"/>
                    <a:pt x="12929" y="2867"/>
                    <a:pt x="10651" y="2867"/>
                  </a:cubicBezTo>
                  <a:cubicBezTo>
                    <a:pt x="6427" y="2867"/>
                    <a:pt x="3124" y="6272"/>
                    <a:pt x="3124" y="10496"/>
                  </a:cubicBezTo>
                  <a:cubicBezTo>
                    <a:pt x="3124" y="14720"/>
                    <a:pt x="6427" y="18125"/>
                    <a:pt x="10651" y="18125"/>
                  </a:cubicBezTo>
                  <a:cubicBezTo>
                    <a:pt x="13390" y="18125"/>
                    <a:pt x="14952" y="17024"/>
                    <a:pt x="15950" y="16026"/>
                  </a:cubicBezTo>
                  <a:cubicBezTo>
                    <a:pt x="16764" y="15213"/>
                    <a:pt x="17299" y="14046"/>
                    <a:pt x="17507" y="12450"/>
                  </a:cubicBezTo>
                  <a:lnTo>
                    <a:pt x="10700" y="12450"/>
                  </a:lnTo>
                  <a:close/>
                </a:path>
              </a:pathLst>
            </a:custGeom>
            <a:solidFill>
              <a:srgbClr val="AEB3B7"/>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595959"/>
                </a:solidFill>
                <a:latin typeface="Arial"/>
                <a:ea typeface="Arial"/>
                <a:cs typeface="Arial"/>
                <a:sym typeface="Arial"/>
              </a:endParaRPr>
            </a:p>
          </p:txBody>
        </p:sp>
        <p:sp>
          <p:nvSpPr>
            <p:cNvPr id="1151" name="Google Shape;1151;p128"/>
            <p:cNvSpPr/>
            <p:nvPr/>
          </p:nvSpPr>
          <p:spPr>
            <a:xfrm>
              <a:off x="540400" y="187300"/>
              <a:ext cx="339200" cy="337950"/>
            </a:xfrm>
            <a:custGeom>
              <a:avLst/>
              <a:gdLst/>
              <a:ahLst/>
              <a:cxnLst/>
              <a:rect l="l" t="t" r="r" b="b"/>
              <a:pathLst>
                <a:path w="13568" h="13518" extrusionOk="0">
                  <a:moveTo>
                    <a:pt x="13568" y="6759"/>
                  </a:moveTo>
                  <a:cubicBezTo>
                    <a:pt x="13568" y="10650"/>
                    <a:pt x="10522" y="13518"/>
                    <a:pt x="6784" y="13518"/>
                  </a:cubicBezTo>
                  <a:cubicBezTo>
                    <a:pt x="3046" y="13518"/>
                    <a:pt x="0" y="10651"/>
                    <a:pt x="0" y="6759"/>
                  </a:cubicBezTo>
                  <a:cubicBezTo>
                    <a:pt x="0" y="2842"/>
                    <a:pt x="3046" y="0"/>
                    <a:pt x="6784" y="0"/>
                  </a:cubicBezTo>
                  <a:cubicBezTo>
                    <a:pt x="10522" y="0"/>
                    <a:pt x="13568" y="2842"/>
                    <a:pt x="13568" y="6759"/>
                  </a:cubicBezTo>
                  <a:close/>
                  <a:moveTo>
                    <a:pt x="10599" y="6759"/>
                  </a:moveTo>
                  <a:cubicBezTo>
                    <a:pt x="10599" y="4327"/>
                    <a:pt x="8833" y="2663"/>
                    <a:pt x="6785" y="2663"/>
                  </a:cubicBezTo>
                  <a:cubicBezTo>
                    <a:pt x="4737" y="2663"/>
                    <a:pt x="2970" y="4327"/>
                    <a:pt x="2970" y="6759"/>
                  </a:cubicBezTo>
                  <a:cubicBezTo>
                    <a:pt x="2970" y="9165"/>
                    <a:pt x="4736" y="10855"/>
                    <a:pt x="6785" y="10855"/>
                  </a:cubicBezTo>
                  <a:cubicBezTo>
                    <a:pt x="8832" y="10855"/>
                    <a:pt x="10599" y="9165"/>
                    <a:pt x="10599" y="6759"/>
                  </a:cubicBezTo>
                  <a:close/>
                </a:path>
              </a:pathLst>
            </a:custGeom>
            <a:solidFill>
              <a:srgbClr val="AEB3B7"/>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595959"/>
                </a:solidFill>
                <a:latin typeface="Arial"/>
                <a:ea typeface="Arial"/>
                <a:cs typeface="Arial"/>
                <a:sym typeface="Arial"/>
              </a:endParaRPr>
            </a:p>
          </p:txBody>
        </p:sp>
        <p:sp>
          <p:nvSpPr>
            <p:cNvPr id="1152" name="Google Shape;1152;p128"/>
            <p:cNvSpPr/>
            <p:nvPr/>
          </p:nvSpPr>
          <p:spPr>
            <a:xfrm>
              <a:off x="910400" y="187300"/>
              <a:ext cx="339200" cy="337950"/>
            </a:xfrm>
            <a:custGeom>
              <a:avLst/>
              <a:gdLst/>
              <a:ahLst/>
              <a:cxnLst/>
              <a:rect l="l" t="t" r="r" b="b"/>
              <a:pathLst>
                <a:path w="13568" h="13518" extrusionOk="0">
                  <a:moveTo>
                    <a:pt x="13568" y="6759"/>
                  </a:moveTo>
                  <a:cubicBezTo>
                    <a:pt x="13568" y="10650"/>
                    <a:pt x="10522" y="13518"/>
                    <a:pt x="6784" y="13518"/>
                  </a:cubicBezTo>
                  <a:cubicBezTo>
                    <a:pt x="3046" y="13518"/>
                    <a:pt x="0" y="10651"/>
                    <a:pt x="0" y="6759"/>
                  </a:cubicBezTo>
                  <a:cubicBezTo>
                    <a:pt x="0" y="2842"/>
                    <a:pt x="3046" y="0"/>
                    <a:pt x="6784" y="0"/>
                  </a:cubicBezTo>
                  <a:cubicBezTo>
                    <a:pt x="10522" y="0"/>
                    <a:pt x="13568" y="2842"/>
                    <a:pt x="13568" y="6759"/>
                  </a:cubicBezTo>
                  <a:close/>
                  <a:moveTo>
                    <a:pt x="10599" y="6759"/>
                  </a:moveTo>
                  <a:cubicBezTo>
                    <a:pt x="10599" y="4327"/>
                    <a:pt x="8833" y="2663"/>
                    <a:pt x="6785" y="2663"/>
                  </a:cubicBezTo>
                  <a:cubicBezTo>
                    <a:pt x="4737" y="2663"/>
                    <a:pt x="2970" y="4327"/>
                    <a:pt x="2970" y="6759"/>
                  </a:cubicBezTo>
                  <a:cubicBezTo>
                    <a:pt x="2970" y="9165"/>
                    <a:pt x="4736" y="10855"/>
                    <a:pt x="6785" y="10855"/>
                  </a:cubicBezTo>
                  <a:cubicBezTo>
                    <a:pt x="8832" y="10855"/>
                    <a:pt x="10599" y="9165"/>
                    <a:pt x="10599" y="6759"/>
                  </a:cubicBezTo>
                  <a:close/>
                </a:path>
              </a:pathLst>
            </a:custGeom>
            <a:solidFill>
              <a:srgbClr val="AEB3B7"/>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595959"/>
                </a:solidFill>
                <a:latin typeface="Arial"/>
                <a:ea typeface="Arial"/>
                <a:cs typeface="Arial"/>
                <a:sym typeface="Arial"/>
              </a:endParaRPr>
            </a:p>
          </p:txBody>
        </p:sp>
        <p:sp>
          <p:nvSpPr>
            <p:cNvPr id="1153" name="Google Shape;1153;p128"/>
            <p:cNvSpPr/>
            <p:nvPr/>
          </p:nvSpPr>
          <p:spPr>
            <a:xfrm>
              <a:off x="1280400" y="187325"/>
              <a:ext cx="323850" cy="489600"/>
            </a:xfrm>
            <a:custGeom>
              <a:avLst/>
              <a:gdLst/>
              <a:ahLst/>
              <a:cxnLst/>
              <a:rect l="l" t="t" r="r" b="b"/>
              <a:pathLst>
                <a:path w="12954" h="19584" extrusionOk="0">
                  <a:moveTo>
                    <a:pt x="12954" y="409"/>
                  </a:moveTo>
                  <a:lnTo>
                    <a:pt x="12954" y="12544"/>
                  </a:lnTo>
                  <a:cubicBezTo>
                    <a:pt x="12954" y="17536"/>
                    <a:pt x="10010" y="19584"/>
                    <a:pt x="6528" y="19584"/>
                  </a:cubicBezTo>
                  <a:cubicBezTo>
                    <a:pt x="3251" y="19584"/>
                    <a:pt x="1280" y="17382"/>
                    <a:pt x="537" y="15590"/>
                  </a:cubicBezTo>
                  <a:lnTo>
                    <a:pt x="3123" y="14515"/>
                  </a:lnTo>
                  <a:cubicBezTo>
                    <a:pt x="3584" y="15616"/>
                    <a:pt x="4710" y="16922"/>
                    <a:pt x="6528" y="16922"/>
                  </a:cubicBezTo>
                  <a:cubicBezTo>
                    <a:pt x="8755" y="16922"/>
                    <a:pt x="10138" y="15539"/>
                    <a:pt x="10138" y="12954"/>
                  </a:cubicBezTo>
                  <a:lnTo>
                    <a:pt x="10138" y="11981"/>
                  </a:lnTo>
                  <a:lnTo>
                    <a:pt x="10036" y="11981"/>
                  </a:lnTo>
                  <a:cubicBezTo>
                    <a:pt x="9370" y="12800"/>
                    <a:pt x="8090" y="13517"/>
                    <a:pt x="6477" y="13517"/>
                  </a:cubicBezTo>
                  <a:cubicBezTo>
                    <a:pt x="3098" y="13517"/>
                    <a:pt x="0" y="10573"/>
                    <a:pt x="0" y="6784"/>
                  </a:cubicBezTo>
                  <a:cubicBezTo>
                    <a:pt x="0" y="2969"/>
                    <a:pt x="3098" y="0"/>
                    <a:pt x="6477" y="0"/>
                  </a:cubicBezTo>
                  <a:cubicBezTo>
                    <a:pt x="8090" y="0"/>
                    <a:pt x="9370" y="717"/>
                    <a:pt x="10036" y="1511"/>
                  </a:cubicBezTo>
                  <a:lnTo>
                    <a:pt x="10138" y="1511"/>
                  </a:lnTo>
                  <a:lnTo>
                    <a:pt x="10138" y="409"/>
                  </a:lnTo>
                  <a:lnTo>
                    <a:pt x="12954" y="409"/>
                  </a:lnTo>
                  <a:close/>
                  <a:moveTo>
                    <a:pt x="10343" y="6784"/>
                  </a:moveTo>
                  <a:cubicBezTo>
                    <a:pt x="10343" y="4403"/>
                    <a:pt x="8756" y="2662"/>
                    <a:pt x="6733" y="2662"/>
                  </a:cubicBezTo>
                  <a:cubicBezTo>
                    <a:pt x="4685" y="2662"/>
                    <a:pt x="2970" y="4403"/>
                    <a:pt x="2970" y="6784"/>
                  </a:cubicBezTo>
                  <a:cubicBezTo>
                    <a:pt x="2970" y="9139"/>
                    <a:pt x="4685" y="10855"/>
                    <a:pt x="6733" y="10855"/>
                  </a:cubicBezTo>
                  <a:cubicBezTo>
                    <a:pt x="8755" y="10854"/>
                    <a:pt x="10343" y="9139"/>
                    <a:pt x="10343" y="6784"/>
                  </a:cubicBezTo>
                  <a:close/>
                </a:path>
              </a:pathLst>
            </a:custGeom>
            <a:solidFill>
              <a:srgbClr val="AEB3B7"/>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595959"/>
                </a:solidFill>
                <a:latin typeface="Arial"/>
                <a:ea typeface="Arial"/>
                <a:cs typeface="Arial"/>
                <a:sym typeface="Arial"/>
              </a:endParaRPr>
            </a:p>
          </p:txBody>
        </p:sp>
        <p:sp>
          <p:nvSpPr>
            <p:cNvPr id="1154" name="Google Shape;1154;p128"/>
            <p:cNvSpPr/>
            <p:nvPr/>
          </p:nvSpPr>
          <p:spPr>
            <a:xfrm>
              <a:off x="1655750" y="20000"/>
              <a:ext cx="74250" cy="495000"/>
            </a:xfrm>
            <a:custGeom>
              <a:avLst/>
              <a:gdLst/>
              <a:ahLst/>
              <a:cxnLst/>
              <a:rect l="l" t="t" r="r" b="b"/>
              <a:pathLst>
                <a:path w="2970" h="19800" extrusionOk="0">
                  <a:moveTo>
                    <a:pt x="2970" y="0"/>
                  </a:moveTo>
                  <a:lnTo>
                    <a:pt x="2970" y="19800"/>
                  </a:lnTo>
                  <a:lnTo>
                    <a:pt x="0" y="19800"/>
                  </a:lnTo>
                  <a:lnTo>
                    <a:pt x="0" y="0"/>
                  </a:lnTo>
                  <a:lnTo>
                    <a:pt x="2970" y="0"/>
                  </a:lnTo>
                  <a:close/>
                </a:path>
              </a:pathLst>
            </a:custGeom>
            <a:solidFill>
              <a:srgbClr val="AEB3B7"/>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595959"/>
                </a:solidFill>
                <a:latin typeface="Arial"/>
                <a:ea typeface="Arial"/>
                <a:cs typeface="Arial"/>
                <a:sym typeface="Arial"/>
              </a:endParaRPr>
            </a:p>
          </p:txBody>
        </p:sp>
        <p:sp>
          <p:nvSpPr>
            <p:cNvPr id="1155" name="Google Shape;1155;p128"/>
            <p:cNvSpPr/>
            <p:nvPr/>
          </p:nvSpPr>
          <p:spPr>
            <a:xfrm>
              <a:off x="1765825" y="187275"/>
              <a:ext cx="311700" cy="337950"/>
            </a:xfrm>
            <a:custGeom>
              <a:avLst/>
              <a:gdLst/>
              <a:ahLst/>
              <a:cxnLst/>
              <a:rect l="l" t="t" r="r" b="b"/>
              <a:pathLst>
                <a:path w="12468" h="13518" extrusionOk="0">
                  <a:moveTo>
                    <a:pt x="10035" y="8987"/>
                  </a:moveTo>
                  <a:lnTo>
                    <a:pt x="12339" y="10523"/>
                  </a:lnTo>
                  <a:cubicBezTo>
                    <a:pt x="11596" y="11624"/>
                    <a:pt x="9804" y="13518"/>
                    <a:pt x="6707" y="13518"/>
                  </a:cubicBezTo>
                  <a:cubicBezTo>
                    <a:pt x="2867" y="13518"/>
                    <a:pt x="0" y="10548"/>
                    <a:pt x="0" y="6759"/>
                  </a:cubicBezTo>
                  <a:cubicBezTo>
                    <a:pt x="0" y="2739"/>
                    <a:pt x="2893" y="0"/>
                    <a:pt x="6375" y="0"/>
                  </a:cubicBezTo>
                  <a:cubicBezTo>
                    <a:pt x="9882" y="0"/>
                    <a:pt x="11598" y="2791"/>
                    <a:pt x="12161" y="4301"/>
                  </a:cubicBezTo>
                  <a:lnTo>
                    <a:pt x="12468" y="5069"/>
                  </a:lnTo>
                  <a:lnTo>
                    <a:pt x="3431" y="8807"/>
                  </a:lnTo>
                  <a:cubicBezTo>
                    <a:pt x="4122" y="10164"/>
                    <a:pt x="5198" y="10855"/>
                    <a:pt x="6708" y="10855"/>
                  </a:cubicBezTo>
                  <a:cubicBezTo>
                    <a:pt x="8217" y="10856"/>
                    <a:pt x="9267" y="10114"/>
                    <a:pt x="10035" y="8987"/>
                  </a:cubicBezTo>
                  <a:close/>
                  <a:moveTo>
                    <a:pt x="2943" y="6555"/>
                  </a:moveTo>
                  <a:lnTo>
                    <a:pt x="8985" y="4046"/>
                  </a:lnTo>
                  <a:cubicBezTo>
                    <a:pt x="8652" y="3201"/>
                    <a:pt x="7654" y="2612"/>
                    <a:pt x="6476" y="2612"/>
                  </a:cubicBezTo>
                  <a:cubicBezTo>
                    <a:pt x="4966" y="2613"/>
                    <a:pt x="2867" y="3944"/>
                    <a:pt x="2943" y="6555"/>
                  </a:cubicBezTo>
                  <a:close/>
                </a:path>
              </a:pathLst>
            </a:custGeom>
            <a:solidFill>
              <a:srgbClr val="AEB3B7"/>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595959"/>
                </a:solidFill>
                <a:latin typeface="Arial"/>
                <a:ea typeface="Arial"/>
                <a:cs typeface="Arial"/>
                <a:sym typeface="Arial"/>
              </a:endParaRPr>
            </a:p>
          </p:txBody>
        </p:sp>
      </p:grpSp>
      <p:pic>
        <p:nvPicPr>
          <p:cNvPr id="2" name="Picture 1">
            <a:extLst>
              <a:ext uri="{FF2B5EF4-FFF2-40B4-BE49-F238E27FC236}">
                <a16:creationId xmlns:a16="http://schemas.microsoft.com/office/drawing/2014/main" id="{8D8F8D79-5A64-E9C7-B1F9-40DC07D4BF3E}"/>
              </a:ext>
            </a:extLst>
          </p:cNvPr>
          <p:cNvPicPr>
            <a:picLocks noChangeAspect="1"/>
          </p:cNvPicPr>
          <p:nvPr userDrawn="1"/>
        </p:nvPicPr>
        <p:blipFill>
          <a:blip r:embed="rId2"/>
          <a:stretch>
            <a:fillRect/>
          </a:stretch>
        </p:blipFill>
        <p:spPr>
          <a:xfrm>
            <a:off x="9547051" y="114516"/>
            <a:ext cx="2497667" cy="635000"/>
          </a:xfrm>
          <a:prstGeom prst="rect">
            <a:avLst/>
          </a:prstGeom>
        </p:spPr>
      </p:pic>
    </p:spTree>
    <p:extLst>
      <p:ext uri="{BB962C8B-B14F-4D97-AF65-F5344CB8AC3E}">
        <p14:creationId xmlns:p14="http://schemas.microsoft.com/office/powerpoint/2010/main" val="110711762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Divider - Dark Blue 900" preserve="1">
  <p:cSld name="Divider - Dark Blue 900">
    <p:spTree>
      <p:nvGrpSpPr>
        <p:cNvPr id="1" name="Shape 1156"/>
        <p:cNvGrpSpPr/>
        <p:nvPr/>
      </p:nvGrpSpPr>
      <p:grpSpPr>
        <a:xfrm>
          <a:off x="0" y="0"/>
          <a:ext cx="0" cy="0"/>
          <a:chOff x="0" y="0"/>
          <a:chExt cx="0" cy="0"/>
        </a:xfrm>
      </p:grpSpPr>
      <p:sp>
        <p:nvSpPr>
          <p:cNvPr id="1157" name="Google Shape;1157;p129"/>
          <p:cNvSpPr/>
          <p:nvPr/>
        </p:nvSpPr>
        <p:spPr>
          <a:xfrm>
            <a:off x="67" y="0"/>
            <a:ext cx="12192000" cy="6032000"/>
          </a:xfrm>
          <a:prstGeom prst="rect">
            <a:avLst/>
          </a:prstGeom>
          <a:solidFill>
            <a:srgbClr val="185ABC"/>
          </a:solidFill>
          <a:ln>
            <a:noFill/>
          </a:ln>
        </p:spPr>
        <p:txBody>
          <a:bodyPr spcFirstLastPara="1" wrap="square" lIns="25400" tIns="25400" rIns="25400" bIns="25400" anchor="ctr" anchorCtr="0">
            <a:noAutofit/>
          </a:bodyPr>
          <a:lstStyle/>
          <a:p>
            <a:pPr marL="0" marR="0" lvl="0" indent="0" algn="ctr" rtl="0">
              <a:lnSpc>
                <a:spcPct val="100000"/>
              </a:lnSpc>
              <a:spcBef>
                <a:spcPts val="0"/>
              </a:spcBef>
              <a:spcAft>
                <a:spcPts val="0"/>
              </a:spcAft>
              <a:buClr>
                <a:srgbClr val="FFFFFF"/>
              </a:buClr>
              <a:buSzPts val="1200"/>
              <a:buFont typeface="Helvetica Neue Light"/>
              <a:buNone/>
            </a:pPr>
            <a:endParaRPr sz="1600" b="0" i="0" u="none" strike="noStrike" cap="none">
              <a:solidFill>
                <a:srgbClr val="FFFFFF"/>
              </a:solidFill>
              <a:latin typeface="Helvetica Neue Light"/>
              <a:ea typeface="Helvetica Neue Light"/>
              <a:cs typeface="Helvetica Neue Light"/>
              <a:sym typeface="Helvetica Neue Light"/>
            </a:endParaRPr>
          </a:p>
        </p:txBody>
      </p:sp>
      <p:sp>
        <p:nvSpPr>
          <p:cNvPr id="1158" name="Google Shape;1158;p129"/>
          <p:cNvSpPr txBox="1">
            <a:spLocks noGrp="1"/>
          </p:cNvSpPr>
          <p:nvPr>
            <p:ph type="title"/>
          </p:nvPr>
        </p:nvSpPr>
        <p:spPr>
          <a:xfrm>
            <a:off x="1282917" y="2731717"/>
            <a:ext cx="10502800" cy="1143200"/>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FFFFFF"/>
              </a:buClr>
              <a:buSzPts val="2400"/>
              <a:buFont typeface="Google Sans"/>
              <a:buNone/>
              <a:defRPr sz="4800" b="0" i="0" u="none" strike="noStrike" cap="none">
                <a:solidFill>
                  <a:srgbClr val="FFFFFF"/>
                </a:solidFill>
                <a:latin typeface="Google Sans"/>
                <a:ea typeface="Google Sans"/>
                <a:cs typeface="Google Sans"/>
                <a:sym typeface="Google Sans"/>
              </a:defRPr>
            </a:lvl1pPr>
            <a:lvl2pPr marR="0" lvl="1" algn="ctr" rtl="0">
              <a:lnSpc>
                <a:spcPct val="100000"/>
              </a:lnSpc>
              <a:spcBef>
                <a:spcPts val="0"/>
              </a:spcBef>
              <a:spcAft>
                <a:spcPts val="0"/>
              </a:spcAft>
              <a:buClr>
                <a:srgbClr val="000000"/>
              </a:buClr>
              <a:buSzPts val="4200"/>
              <a:buFont typeface="Helvetica Neue Light"/>
              <a:buNone/>
              <a:defRPr sz="4800" b="0" i="0" u="none" strike="noStrike" cap="none">
                <a:solidFill>
                  <a:schemeClr val="lt1"/>
                </a:solidFill>
                <a:latin typeface="Helvetica Neue Light"/>
                <a:ea typeface="Helvetica Neue Light"/>
                <a:cs typeface="Helvetica Neue Light"/>
                <a:sym typeface="Helvetica Neue Light"/>
              </a:defRPr>
            </a:lvl2pPr>
            <a:lvl3pPr marR="0" lvl="2" algn="ctr" rtl="0">
              <a:lnSpc>
                <a:spcPct val="100000"/>
              </a:lnSpc>
              <a:spcBef>
                <a:spcPts val="0"/>
              </a:spcBef>
              <a:spcAft>
                <a:spcPts val="0"/>
              </a:spcAft>
              <a:buClr>
                <a:srgbClr val="000000"/>
              </a:buClr>
              <a:buSzPts val="4200"/>
              <a:buFont typeface="Helvetica Neue Light"/>
              <a:buNone/>
              <a:defRPr sz="4800" b="0" i="0" u="none" strike="noStrike" cap="none">
                <a:solidFill>
                  <a:schemeClr val="lt1"/>
                </a:solidFill>
                <a:latin typeface="Helvetica Neue Light"/>
                <a:ea typeface="Helvetica Neue Light"/>
                <a:cs typeface="Helvetica Neue Light"/>
                <a:sym typeface="Helvetica Neue Light"/>
              </a:defRPr>
            </a:lvl3pPr>
            <a:lvl4pPr marR="0" lvl="3" algn="ctr" rtl="0">
              <a:lnSpc>
                <a:spcPct val="100000"/>
              </a:lnSpc>
              <a:spcBef>
                <a:spcPts val="0"/>
              </a:spcBef>
              <a:spcAft>
                <a:spcPts val="0"/>
              </a:spcAft>
              <a:buClr>
                <a:srgbClr val="000000"/>
              </a:buClr>
              <a:buSzPts val="4200"/>
              <a:buFont typeface="Helvetica Neue Light"/>
              <a:buNone/>
              <a:defRPr sz="4800" b="0" i="0" u="none" strike="noStrike" cap="none">
                <a:solidFill>
                  <a:schemeClr val="lt1"/>
                </a:solidFill>
                <a:latin typeface="Helvetica Neue Light"/>
                <a:ea typeface="Helvetica Neue Light"/>
                <a:cs typeface="Helvetica Neue Light"/>
                <a:sym typeface="Helvetica Neue Light"/>
              </a:defRPr>
            </a:lvl4pPr>
            <a:lvl5pPr marR="0" lvl="4" algn="ctr" rtl="0">
              <a:lnSpc>
                <a:spcPct val="100000"/>
              </a:lnSpc>
              <a:spcBef>
                <a:spcPts val="0"/>
              </a:spcBef>
              <a:spcAft>
                <a:spcPts val="0"/>
              </a:spcAft>
              <a:buClr>
                <a:srgbClr val="000000"/>
              </a:buClr>
              <a:buSzPts val="4200"/>
              <a:buFont typeface="Helvetica Neue Light"/>
              <a:buNone/>
              <a:defRPr sz="4800" b="0" i="0" u="none" strike="noStrike" cap="none">
                <a:solidFill>
                  <a:schemeClr val="lt1"/>
                </a:solidFill>
                <a:latin typeface="Helvetica Neue Light"/>
                <a:ea typeface="Helvetica Neue Light"/>
                <a:cs typeface="Helvetica Neue Light"/>
                <a:sym typeface="Helvetica Neue Light"/>
              </a:defRPr>
            </a:lvl5pPr>
            <a:lvl6pPr marR="0" lvl="5" algn="ctr" rtl="0">
              <a:lnSpc>
                <a:spcPct val="100000"/>
              </a:lnSpc>
              <a:spcBef>
                <a:spcPts val="0"/>
              </a:spcBef>
              <a:spcAft>
                <a:spcPts val="0"/>
              </a:spcAft>
              <a:buClr>
                <a:srgbClr val="000000"/>
              </a:buClr>
              <a:buSzPts val="4200"/>
              <a:buFont typeface="Helvetica Neue Light"/>
              <a:buNone/>
              <a:defRPr sz="4800" b="0" i="0" u="none" strike="noStrike" cap="none">
                <a:solidFill>
                  <a:schemeClr val="lt1"/>
                </a:solidFill>
                <a:latin typeface="Helvetica Neue Light"/>
                <a:ea typeface="Helvetica Neue Light"/>
                <a:cs typeface="Helvetica Neue Light"/>
                <a:sym typeface="Helvetica Neue Light"/>
              </a:defRPr>
            </a:lvl6pPr>
            <a:lvl7pPr marR="0" lvl="6" algn="ctr" rtl="0">
              <a:lnSpc>
                <a:spcPct val="100000"/>
              </a:lnSpc>
              <a:spcBef>
                <a:spcPts val="0"/>
              </a:spcBef>
              <a:spcAft>
                <a:spcPts val="0"/>
              </a:spcAft>
              <a:buClr>
                <a:srgbClr val="000000"/>
              </a:buClr>
              <a:buSzPts val="4200"/>
              <a:buFont typeface="Helvetica Neue Light"/>
              <a:buNone/>
              <a:defRPr sz="4800" b="0" i="0" u="none" strike="noStrike" cap="none">
                <a:solidFill>
                  <a:schemeClr val="lt1"/>
                </a:solidFill>
                <a:latin typeface="Helvetica Neue Light"/>
                <a:ea typeface="Helvetica Neue Light"/>
                <a:cs typeface="Helvetica Neue Light"/>
                <a:sym typeface="Helvetica Neue Light"/>
              </a:defRPr>
            </a:lvl7pPr>
            <a:lvl8pPr marR="0" lvl="7" algn="ctr" rtl="0">
              <a:lnSpc>
                <a:spcPct val="100000"/>
              </a:lnSpc>
              <a:spcBef>
                <a:spcPts val="0"/>
              </a:spcBef>
              <a:spcAft>
                <a:spcPts val="0"/>
              </a:spcAft>
              <a:buClr>
                <a:srgbClr val="000000"/>
              </a:buClr>
              <a:buSzPts val="4200"/>
              <a:buFont typeface="Helvetica Neue Light"/>
              <a:buNone/>
              <a:defRPr sz="4800" b="0" i="0" u="none" strike="noStrike" cap="none">
                <a:solidFill>
                  <a:schemeClr val="lt1"/>
                </a:solidFill>
                <a:latin typeface="Helvetica Neue Light"/>
                <a:ea typeface="Helvetica Neue Light"/>
                <a:cs typeface="Helvetica Neue Light"/>
                <a:sym typeface="Helvetica Neue Light"/>
              </a:defRPr>
            </a:lvl8pPr>
            <a:lvl9pPr marR="0" lvl="8" algn="ctr" rtl="0">
              <a:lnSpc>
                <a:spcPct val="100000"/>
              </a:lnSpc>
              <a:spcBef>
                <a:spcPts val="0"/>
              </a:spcBef>
              <a:spcAft>
                <a:spcPts val="0"/>
              </a:spcAft>
              <a:buClr>
                <a:srgbClr val="000000"/>
              </a:buClr>
              <a:buSzPts val="4200"/>
              <a:buFont typeface="Helvetica Neue Light"/>
              <a:buNone/>
              <a:defRPr sz="4800" b="0" i="0" u="none" strike="noStrike" cap="none">
                <a:solidFill>
                  <a:schemeClr val="lt1"/>
                </a:solidFill>
                <a:latin typeface="Helvetica Neue Light"/>
                <a:ea typeface="Helvetica Neue Light"/>
                <a:cs typeface="Helvetica Neue Light"/>
                <a:sym typeface="Helvetica Neue Light"/>
              </a:defRPr>
            </a:lvl9pPr>
          </a:lstStyle>
          <a:p>
            <a:endParaRPr/>
          </a:p>
        </p:txBody>
      </p:sp>
      <p:cxnSp>
        <p:nvCxnSpPr>
          <p:cNvPr id="1160" name="Google Shape;1160;p129"/>
          <p:cNvCxnSpPr/>
          <p:nvPr/>
        </p:nvCxnSpPr>
        <p:spPr>
          <a:xfrm rot="10800000">
            <a:off x="568405" y="1968211"/>
            <a:ext cx="0" cy="2493200"/>
          </a:xfrm>
          <a:prstGeom prst="straightConnector1">
            <a:avLst/>
          </a:prstGeom>
          <a:noFill/>
          <a:ln w="25400" cap="flat" cmpd="sng">
            <a:solidFill>
              <a:srgbClr val="FFFFFF"/>
            </a:solidFill>
            <a:prstDash val="solid"/>
            <a:miter lim="400000"/>
            <a:headEnd type="none" w="sm" len="sm"/>
            <a:tailEnd type="none" w="sm" len="sm"/>
          </a:ln>
        </p:spPr>
      </p:cxnSp>
      <p:pic>
        <p:nvPicPr>
          <p:cNvPr id="1161" name="Google Shape;1161;p129"/>
          <p:cNvPicPr preferRelativeResize="0"/>
          <p:nvPr/>
        </p:nvPicPr>
        <p:blipFill>
          <a:blip r:embed="rId2">
            <a:alphaModFix/>
          </a:blip>
          <a:stretch>
            <a:fillRect/>
          </a:stretch>
        </p:blipFill>
        <p:spPr>
          <a:xfrm>
            <a:off x="11287604" y="6399346"/>
            <a:ext cx="585216" cy="190831"/>
          </a:xfrm>
          <a:prstGeom prst="rect">
            <a:avLst/>
          </a:prstGeom>
          <a:noFill/>
          <a:ln>
            <a:noFill/>
          </a:ln>
        </p:spPr>
      </p:pic>
      <p:pic>
        <p:nvPicPr>
          <p:cNvPr id="2" name="Picture 1">
            <a:extLst>
              <a:ext uri="{FF2B5EF4-FFF2-40B4-BE49-F238E27FC236}">
                <a16:creationId xmlns:a16="http://schemas.microsoft.com/office/drawing/2014/main" id="{2D860160-D310-F0C7-C70B-3BC48F3FE002}"/>
              </a:ext>
            </a:extLst>
          </p:cNvPr>
          <p:cNvPicPr>
            <a:picLocks noChangeAspect="1"/>
          </p:cNvPicPr>
          <p:nvPr userDrawn="1"/>
        </p:nvPicPr>
        <p:blipFill>
          <a:blip r:embed="rId3"/>
          <a:stretch>
            <a:fillRect/>
          </a:stretch>
        </p:blipFill>
        <p:spPr>
          <a:xfrm>
            <a:off x="9547051" y="114516"/>
            <a:ext cx="2497667" cy="635000"/>
          </a:xfrm>
          <a:prstGeom prst="rect">
            <a:avLst/>
          </a:prstGeom>
        </p:spPr>
      </p:pic>
    </p:spTree>
    <p:extLst>
      <p:ext uri="{BB962C8B-B14F-4D97-AF65-F5344CB8AC3E}">
        <p14:creationId xmlns:p14="http://schemas.microsoft.com/office/powerpoint/2010/main" val="218214221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Body Slide - Basic Text - Yellow" preserve="1">
  <p:cSld name="Body Slide - Basic Text - Yellow">
    <p:spTree>
      <p:nvGrpSpPr>
        <p:cNvPr id="1" name="Shape 1218"/>
        <p:cNvGrpSpPr/>
        <p:nvPr/>
      </p:nvGrpSpPr>
      <p:grpSpPr>
        <a:xfrm>
          <a:off x="0" y="0"/>
          <a:ext cx="0" cy="0"/>
          <a:chOff x="0" y="0"/>
          <a:chExt cx="0" cy="0"/>
        </a:xfrm>
      </p:grpSpPr>
      <p:sp>
        <p:nvSpPr>
          <p:cNvPr id="1219" name="Google Shape;1219;p136"/>
          <p:cNvSpPr txBox="1">
            <a:spLocks noGrp="1"/>
          </p:cNvSpPr>
          <p:nvPr>
            <p:ph type="body" idx="1"/>
          </p:nvPr>
        </p:nvSpPr>
        <p:spPr>
          <a:xfrm>
            <a:off x="459333" y="2610267"/>
            <a:ext cx="5261600" cy="2142400"/>
          </a:xfrm>
          <a:prstGeom prst="rect">
            <a:avLst/>
          </a:prstGeom>
          <a:noFill/>
          <a:ln>
            <a:noFill/>
          </a:ln>
        </p:spPr>
        <p:txBody>
          <a:bodyPr spcFirstLastPara="1" wrap="square" lIns="91425" tIns="91425" rIns="91425" bIns="91425" anchor="t" anchorCtr="0">
            <a:noAutofit/>
          </a:bodyPr>
          <a:lstStyle>
            <a:lvl1pPr marL="609585" marR="0" lvl="0" indent="-380990" algn="l" rtl="0">
              <a:lnSpc>
                <a:spcPct val="130000"/>
              </a:lnSpc>
              <a:spcBef>
                <a:spcPts val="0"/>
              </a:spcBef>
              <a:spcAft>
                <a:spcPts val="0"/>
              </a:spcAft>
              <a:buClr>
                <a:srgbClr val="80868B"/>
              </a:buClr>
              <a:buSzPts val="900"/>
              <a:buFont typeface="Roboto"/>
              <a:buChar char="●"/>
              <a:defRPr sz="1467" b="0" i="0" u="none" strike="noStrike" cap="none">
                <a:solidFill>
                  <a:srgbClr val="5F6368"/>
                </a:solidFill>
                <a:latin typeface="Roboto"/>
                <a:ea typeface="Roboto"/>
                <a:cs typeface="Roboto"/>
                <a:sym typeface="Roboto"/>
              </a:defRPr>
            </a:lvl1pPr>
            <a:lvl2pPr marL="1219170" marR="0" lvl="1" indent="-380990" algn="l" rtl="0">
              <a:lnSpc>
                <a:spcPct val="130000"/>
              </a:lnSpc>
              <a:spcBef>
                <a:spcPts val="0"/>
              </a:spcBef>
              <a:spcAft>
                <a:spcPts val="0"/>
              </a:spcAft>
              <a:buClr>
                <a:srgbClr val="80868B"/>
              </a:buClr>
              <a:buSzPts val="900"/>
              <a:buFont typeface="Roboto"/>
              <a:buChar char="○"/>
              <a:defRPr sz="1467" b="0" i="0" u="none" strike="noStrike" cap="none">
                <a:solidFill>
                  <a:srgbClr val="5F6368"/>
                </a:solidFill>
                <a:latin typeface="Roboto"/>
                <a:ea typeface="Roboto"/>
                <a:cs typeface="Roboto"/>
                <a:sym typeface="Roboto"/>
              </a:defRPr>
            </a:lvl2pPr>
            <a:lvl3pPr marL="1828754" marR="0" lvl="2" indent="-397923" algn="l" rtl="0">
              <a:lnSpc>
                <a:spcPct val="130000"/>
              </a:lnSpc>
              <a:spcBef>
                <a:spcPts val="0"/>
              </a:spcBef>
              <a:spcAft>
                <a:spcPts val="0"/>
              </a:spcAft>
              <a:buClr>
                <a:srgbClr val="5F6368"/>
              </a:buClr>
              <a:buSzPts val="1100"/>
              <a:buFont typeface="Roboto"/>
              <a:buChar char="■"/>
              <a:defRPr sz="1467" b="0" i="0" u="none" strike="noStrike" cap="none">
                <a:solidFill>
                  <a:srgbClr val="5F6368"/>
                </a:solidFill>
                <a:latin typeface="Roboto"/>
                <a:ea typeface="Roboto"/>
                <a:cs typeface="Roboto"/>
                <a:sym typeface="Roboto"/>
              </a:defRPr>
            </a:lvl3pPr>
            <a:lvl4pPr marL="2438339" marR="0" lvl="3" indent="-397923" algn="l" rtl="0">
              <a:lnSpc>
                <a:spcPct val="130000"/>
              </a:lnSpc>
              <a:spcBef>
                <a:spcPts val="0"/>
              </a:spcBef>
              <a:spcAft>
                <a:spcPts val="0"/>
              </a:spcAft>
              <a:buClr>
                <a:srgbClr val="5F6368"/>
              </a:buClr>
              <a:buSzPts val="1100"/>
              <a:buFont typeface="Roboto"/>
              <a:buChar char="●"/>
              <a:defRPr sz="1467" b="0" i="0" u="none" strike="noStrike" cap="none">
                <a:solidFill>
                  <a:srgbClr val="5F6368"/>
                </a:solidFill>
                <a:latin typeface="Roboto"/>
                <a:ea typeface="Roboto"/>
                <a:cs typeface="Roboto"/>
                <a:sym typeface="Roboto"/>
              </a:defRPr>
            </a:lvl4pPr>
            <a:lvl5pPr marL="3047924" marR="0" lvl="4" indent="-397923" algn="l" rtl="0">
              <a:lnSpc>
                <a:spcPct val="130000"/>
              </a:lnSpc>
              <a:spcBef>
                <a:spcPts val="0"/>
              </a:spcBef>
              <a:spcAft>
                <a:spcPts val="0"/>
              </a:spcAft>
              <a:buClr>
                <a:srgbClr val="5F6368"/>
              </a:buClr>
              <a:buSzPts val="1100"/>
              <a:buFont typeface="Roboto"/>
              <a:buChar char="○"/>
              <a:defRPr sz="1467" b="0" i="0" u="none" strike="noStrike" cap="none">
                <a:solidFill>
                  <a:srgbClr val="5F6368"/>
                </a:solidFill>
                <a:latin typeface="Roboto"/>
                <a:ea typeface="Roboto"/>
                <a:cs typeface="Roboto"/>
                <a:sym typeface="Roboto"/>
              </a:defRPr>
            </a:lvl5pPr>
            <a:lvl6pPr marL="3657509" marR="0" lvl="5" indent="-397923" algn="l" rtl="0">
              <a:lnSpc>
                <a:spcPct val="130000"/>
              </a:lnSpc>
              <a:spcBef>
                <a:spcPts val="0"/>
              </a:spcBef>
              <a:spcAft>
                <a:spcPts val="0"/>
              </a:spcAft>
              <a:buClr>
                <a:srgbClr val="5F6368"/>
              </a:buClr>
              <a:buSzPts val="1100"/>
              <a:buFont typeface="Roboto"/>
              <a:buChar char="■"/>
              <a:defRPr sz="1467" b="0" i="0" u="none" strike="noStrike" cap="none">
                <a:solidFill>
                  <a:srgbClr val="5F6368"/>
                </a:solidFill>
                <a:latin typeface="Roboto"/>
                <a:ea typeface="Roboto"/>
                <a:cs typeface="Roboto"/>
                <a:sym typeface="Roboto"/>
              </a:defRPr>
            </a:lvl6pPr>
            <a:lvl7pPr marL="4267093" marR="0" lvl="6" indent="-397923" algn="l" rtl="0">
              <a:lnSpc>
                <a:spcPct val="130000"/>
              </a:lnSpc>
              <a:spcBef>
                <a:spcPts val="0"/>
              </a:spcBef>
              <a:spcAft>
                <a:spcPts val="0"/>
              </a:spcAft>
              <a:buClr>
                <a:srgbClr val="5F6368"/>
              </a:buClr>
              <a:buSzPts val="1100"/>
              <a:buFont typeface="Roboto"/>
              <a:buChar char="●"/>
              <a:defRPr sz="1467" b="0" i="0" u="none" strike="noStrike" cap="none">
                <a:solidFill>
                  <a:srgbClr val="5F6368"/>
                </a:solidFill>
                <a:latin typeface="Roboto"/>
                <a:ea typeface="Roboto"/>
                <a:cs typeface="Roboto"/>
                <a:sym typeface="Roboto"/>
              </a:defRPr>
            </a:lvl7pPr>
            <a:lvl8pPr marL="4876678" marR="0" lvl="7" indent="-397923" algn="l" rtl="0">
              <a:lnSpc>
                <a:spcPct val="130000"/>
              </a:lnSpc>
              <a:spcBef>
                <a:spcPts val="0"/>
              </a:spcBef>
              <a:spcAft>
                <a:spcPts val="0"/>
              </a:spcAft>
              <a:buClr>
                <a:srgbClr val="5F6368"/>
              </a:buClr>
              <a:buSzPts val="1100"/>
              <a:buFont typeface="Roboto"/>
              <a:buChar char="○"/>
              <a:defRPr sz="1467" b="0" i="0" u="none" strike="noStrike" cap="none">
                <a:solidFill>
                  <a:srgbClr val="5F6368"/>
                </a:solidFill>
                <a:latin typeface="Roboto"/>
                <a:ea typeface="Roboto"/>
                <a:cs typeface="Roboto"/>
                <a:sym typeface="Roboto"/>
              </a:defRPr>
            </a:lvl8pPr>
            <a:lvl9pPr marL="5486263" marR="0" lvl="8" indent="-397923" algn="l" rtl="0">
              <a:lnSpc>
                <a:spcPct val="130000"/>
              </a:lnSpc>
              <a:spcBef>
                <a:spcPts val="0"/>
              </a:spcBef>
              <a:spcAft>
                <a:spcPts val="0"/>
              </a:spcAft>
              <a:buClr>
                <a:srgbClr val="5F6368"/>
              </a:buClr>
              <a:buSzPts val="1100"/>
              <a:buFont typeface="Roboto"/>
              <a:buChar char="■"/>
              <a:defRPr sz="1467" b="0" i="0" u="none" strike="noStrike" cap="none">
                <a:solidFill>
                  <a:srgbClr val="5F6368"/>
                </a:solidFill>
                <a:latin typeface="Roboto"/>
                <a:ea typeface="Roboto"/>
                <a:cs typeface="Roboto"/>
                <a:sym typeface="Roboto"/>
              </a:defRPr>
            </a:lvl9pPr>
          </a:lstStyle>
          <a:p>
            <a:endParaRPr/>
          </a:p>
        </p:txBody>
      </p:sp>
      <p:sp>
        <p:nvSpPr>
          <p:cNvPr id="1220" name="Google Shape;1220;p136"/>
          <p:cNvSpPr/>
          <p:nvPr/>
        </p:nvSpPr>
        <p:spPr>
          <a:xfrm>
            <a:off x="459335" y="555700"/>
            <a:ext cx="10396000" cy="552400"/>
          </a:xfrm>
          <a:prstGeom prst="rect">
            <a:avLst/>
          </a:prstGeom>
          <a:noFill/>
          <a:ln>
            <a:noFill/>
          </a:ln>
        </p:spPr>
        <p:txBody>
          <a:bodyPr spcFirstLastPara="1" wrap="square" lIns="25400" tIns="25400" rIns="25400" bIns="25400" anchor="t" anchorCtr="0">
            <a:noAutofit/>
          </a:bodyPr>
          <a:lstStyle/>
          <a:p>
            <a:pPr marL="0" marR="0" lvl="0" indent="0" algn="l" rtl="0">
              <a:lnSpc>
                <a:spcPct val="90000"/>
              </a:lnSpc>
              <a:spcBef>
                <a:spcPts val="0"/>
              </a:spcBef>
              <a:spcAft>
                <a:spcPts val="0"/>
              </a:spcAft>
              <a:buClr>
                <a:schemeClr val="dk1"/>
              </a:buClr>
              <a:buSzPts val="1100"/>
              <a:buFont typeface="Arial"/>
              <a:buNone/>
            </a:pPr>
            <a:endParaRPr sz="3200" b="0" i="0" u="none" strike="noStrike" cap="none">
              <a:solidFill>
                <a:srgbClr val="3C4043"/>
              </a:solidFill>
              <a:latin typeface="Google Sans"/>
              <a:ea typeface="Google Sans"/>
              <a:cs typeface="Google Sans"/>
              <a:sym typeface="Google Sans"/>
            </a:endParaRPr>
          </a:p>
        </p:txBody>
      </p:sp>
      <p:sp>
        <p:nvSpPr>
          <p:cNvPr id="1221" name="Google Shape;1221;p136"/>
          <p:cNvSpPr txBox="1"/>
          <p:nvPr/>
        </p:nvSpPr>
        <p:spPr>
          <a:xfrm>
            <a:off x="10579600" y="291700"/>
            <a:ext cx="1612400" cy="404800"/>
          </a:xfrm>
          <a:prstGeom prst="rect">
            <a:avLst/>
          </a:prstGeom>
          <a:noFill/>
          <a:ln>
            <a:noFill/>
          </a:ln>
        </p:spPr>
        <p:txBody>
          <a:bodyPr spcFirstLastPara="1" wrap="square" lIns="121900" tIns="121900" rIns="121900" bIns="121900" anchor="t" anchorCtr="0">
            <a:noAutofit/>
          </a:bodyPr>
          <a:lstStyle/>
          <a:p>
            <a:pPr marL="0" marR="0" lvl="0" indent="0" algn="l" rtl="0">
              <a:lnSpc>
                <a:spcPct val="100000"/>
              </a:lnSpc>
              <a:spcBef>
                <a:spcPts val="0"/>
              </a:spcBef>
              <a:spcAft>
                <a:spcPts val="0"/>
              </a:spcAft>
              <a:buClr>
                <a:srgbClr val="000000"/>
              </a:buClr>
              <a:buSzPts val="600"/>
              <a:buFont typeface="Arial"/>
              <a:buNone/>
            </a:pPr>
            <a:r>
              <a:rPr lang="en" sz="800" b="0" i="0" u="none" strike="noStrike" cap="none">
                <a:solidFill>
                  <a:srgbClr val="D9D9D9"/>
                </a:solidFill>
                <a:latin typeface="Roboto"/>
                <a:ea typeface="Roboto"/>
                <a:cs typeface="Roboto"/>
                <a:sym typeface="Roboto"/>
              </a:rPr>
              <a:t>Proprietary + Confidential</a:t>
            </a:r>
            <a:endParaRPr sz="800" b="0" i="0" u="none" strike="noStrike" cap="none">
              <a:solidFill>
                <a:srgbClr val="D9D9D9"/>
              </a:solidFill>
              <a:latin typeface="Roboto"/>
              <a:ea typeface="Roboto"/>
              <a:cs typeface="Roboto"/>
              <a:sym typeface="Roboto"/>
            </a:endParaRPr>
          </a:p>
        </p:txBody>
      </p:sp>
      <p:sp>
        <p:nvSpPr>
          <p:cNvPr id="1222" name="Google Shape;1222;p136"/>
          <p:cNvSpPr/>
          <p:nvPr/>
        </p:nvSpPr>
        <p:spPr>
          <a:xfrm>
            <a:off x="-29957" y="313820"/>
            <a:ext cx="77200" cy="6230400"/>
          </a:xfrm>
          <a:prstGeom prst="rect">
            <a:avLst/>
          </a:prstGeom>
          <a:solidFill>
            <a:srgbClr val="FBBC05"/>
          </a:solidFill>
          <a:ln>
            <a:noFill/>
          </a:ln>
        </p:spPr>
        <p:txBody>
          <a:bodyPr spcFirstLastPara="1" wrap="square" lIns="25400" tIns="25400" rIns="25400" bIns="25400" anchor="ctr" anchorCtr="0">
            <a:noAutofit/>
          </a:bodyPr>
          <a:lstStyle/>
          <a:p>
            <a:pPr marL="0" marR="0" lvl="0" indent="0" algn="ctr" rtl="0">
              <a:lnSpc>
                <a:spcPct val="100000"/>
              </a:lnSpc>
              <a:spcBef>
                <a:spcPts val="0"/>
              </a:spcBef>
              <a:spcAft>
                <a:spcPts val="0"/>
              </a:spcAft>
              <a:buClr>
                <a:srgbClr val="519BF7"/>
              </a:buClr>
              <a:buSzPts val="1200"/>
              <a:buFont typeface="Helvetica Neue Light"/>
              <a:buNone/>
            </a:pPr>
            <a:endParaRPr sz="1600" b="0" i="0" u="none" strike="noStrike" cap="none">
              <a:solidFill>
                <a:srgbClr val="1D8E3E"/>
              </a:solidFill>
              <a:latin typeface="Helvetica Neue Light"/>
              <a:ea typeface="Helvetica Neue Light"/>
              <a:cs typeface="Helvetica Neue Light"/>
              <a:sym typeface="Helvetica Neue Light"/>
            </a:endParaRPr>
          </a:p>
        </p:txBody>
      </p:sp>
      <p:sp>
        <p:nvSpPr>
          <p:cNvPr id="1223" name="Google Shape;1223;p136"/>
          <p:cNvSpPr txBox="1">
            <a:spLocks noGrp="1"/>
          </p:cNvSpPr>
          <p:nvPr>
            <p:ph type="title"/>
          </p:nvPr>
        </p:nvSpPr>
        <p:spPr>
          <a:xfrm>
            <a:off x="459335" y="352500"/>
            <a:ext cx="10396000" cy="552400"/>
          </a:xfrm>
          <a:prstGeom prst="rect">
            <a:avLst/>
          </a:prstGeom>
          <a:noFill/>
          <a:ln>
            <a:noFill/>
          </a:ln>
        </p:spPr>
        <p:txBody>
          <a:bodyPr spcFirstLastPara="1" wrap="square" lIns="91425" tIns="91425" rIns="91425" bIns="91425" anchor="t" anchorCtr="0">
            <a:noAutofit/>
          </a:bodyPr>
          <a:lstStyle>
            <a:lvl1pPr marR="0" lvl="0" algn="l" rtl="0">
              <a:lnSpc>
                <a:spcPct val="90000"/>
              </a:lnSpc>
              <a:spcBef>
                <a:spcPts val="0"/>
              </a:spcBef>
              <a:spcAft>
                <a:spcPts val="0"/>
              </a:spcAft>
              <a:buClr>
                <a:schemeClr val="dk1"/>
              </a:buClr>
              <a:buSzPts val="1100"/>
              <a:buFont typeface="Arial"/>
              <a:buNone/>
              <a:defRPr sz="3200" b="0" i="0" u="none" strike="noStrike" cap="none">
                <a:solidFill>
                  <a:srgbClr val="3C4043"/>
                </a:solidFill>
                <a:latin typeface="Google Sans"/>
                <a:ea typeface="Google Sans"/>
                <a:cs typeface="Google Sans"/>
                <a:sym typeface="Google Sans"/>
              </a:defRPr>
            </a:lvl1pPr>
            <a:lvl2pPr marR="0" lvl="1" algn="ctr" rtl="0">
              <a:lnSpc>
                <a:spcPct val="100000"/>
              </a:lnSpc>
              <a:spcBef>
                <a:spcPts val="0"/>
              </a:spcBef>
              <a:spcAft>
                <a:spcPts val="0"/>
              </a:spcAft>
              <a:buClr>
                <a:srgbClr val="000000"/>
              </a:buClr>
              <a:buSzPts val="4200"/>
              <a:buFont typeface="Helvetica Neue Light"/>
              <a:buNone/>
              <a:defRPr sz="5600" b="0" i="0" u="none" strike="noStrike" cap="none">
                <a:solidFill>
                  <a:srgbClr val="000000"/>
                </a:solidFill>
                <a:latin typeface="Helvetica Neue Light"/>
                <a:ea typeface="Helvetica Neue Light"/>
                <a:cs typeface="Helvetica Neue Light"/>
                <a:sym typeface="Helvetica Neue Light"/>
              </a:defRPr>
            </a:lvl2pPr>
            <a:lvl3pPr marR="0" lvl="2" algn="ctr" rtl="0">
              <a:lnSpc>
                <a:spcPct val="100000"/>
              </a:lnSpc>
              <a:spcBef>
                <a:spcPts val="0"/>
              </a:spcBef>
              <a:spcAft>
                <a:spcPts val="0"/>
              </a:spcAft>
              <a:buClr>
                <a:srgbClr val="000000"/>
              </a:buClr>
              <a:buSzPts val="4200"/>
              <a:buFont typeface="Helvetica Neue Light"/>
              <a:buNone/>
              <a:defRPr sz="5600" b="0" i="0" u="none" strike="noStrike" cap="none">
                <a:solidFill>
                  <a:srgbClr val="000000"/>
                </a:solidFill>
                <a:latin typeface="Helvetica Neue Light"/>
                <a:ea typeface="Helvetica Neue Light"/>
                <a:cs typeface="Helvetica Neue Light"/>
                <a:sym typeface="Helvetica Neue Light"/>
              </a:defRPr>
            </a:lvl3pPr>
            <a:lvl4pPr marR="0" lvl="3" algn="ctr" rtl="0">
              <a:lnSpc>
                <a:spcPct val="100000"/>
              </a:lnSpc>
              <a:spcBef>
                <a:spcPts val="0"/>
              </a:spcBef>
              <a:spcAft>
                <a:spcPts val="0"/>
              </a:spcAft>
              <a:buClr>
                <a:srgbClr val="000000"/>
              </a:buClr>
              <a:buSzPts val="4200"/>
              <a:buFont typeface="Helvetica Neue Light"/>
              <a:buNone/>
              <a:defRPr sz="5600" b="0" i="0" u="none" strike="noStrike" cap="none">
                <a:solidFill>
                  <a:srgbClr val="000000"/>
                </a:solidFill>
                <a:latin typeface="Helvetica Neue Light"/>
                <a:ea typeface="Helvetica Neue Light"/>
                <a:cs typeface="Helvetica Neue Light"/>
                <a:sym typeface="Helvetica Neue Light"/>
              </a:defRPr>
            </a:lvl4pPr>
            <a:lvl5pPr marR="0" lvl="4" algn="ctr" rtl="0">
              <a:lnSpc>
                <a:spcPct val="100000"/>
              </a:lnSpc>
              <a:spcBef>
                <a:spcPts val="0"/>
              </a:spcBef>
              <a:spcAft>
                <a:spcPts val="0"/>
              </a:spcAft>
              <a:buClr>
                <a:srgbClr val="000000"/>
              </a:buClr>
              <a:buSzPts val="4200"/>
              <a:buFont typeface="Helvetica Neue Light"/>
              <a:buNone/>
              <a:defRPr sz="5600" b="0" i="0" u="none" strike="noStrike" cap="none">
                <a:solidFill>
                  <a:srgbClr val="000000"/>
                </a:solidFill>
                <a:latin typeface="Helvetica Neue Light"/>
                <a:ea typeface="Helvetica Neue Light"/>
                <a:cs typeface="Helvetica Neue Light"/>
                <a:sym typeface="Helvetica Neue Light"/>
              </a:defRPr>
            </a:lvl5pPr>
            <a:lvl6pPr marR="0" lvl="5" algn="ctr" rtl="0">
              <a:lnSpc>
                <a:spcPct val="100000"/>
              </a:lnSpc>
              <a:spcBef>
                <a:spcPts val="0"/>
              </a:spcBef>
              <a:spcAft>
                <a:spcPts val="0"/>
              </a:spcAft>
              <a:buClr>
                <a:srgbClr val="000000"/>
              </a:buClr>
              <a:buSzPts val="4200"/>
              <a:buFont typeface="Helvetica Neue Light"/>
              <a:buNone/>
              <a:defRPr sz="5600" b="0" i="0" u="none" strike="noStrike" cap="none">
                <a:solidFill>
                  <a:srgbClr val="000000"/>
                </a:solidFill>
                <a:latin typeface="Helvetica Neue Light"/>
                <a:ea typeface="Helvetica Neue Light"/>
                <a:cs typeface="Helvetica Neue Light"/>
                <a:sym typeface="Helvetica Neue Light"/>
              </a:defRPr>
            </a:lvl6pPr>
            <a:lvl7pPr marR="0" lvl="6" algn="ctr" rtl="0">
              <a:lnSpc>
                <a:spcPct val="100000"/>
              </a:lnSpc>
              <a:spcBef>
                <a:spcPts val="0"/>
              </a:spcBef>
              <a:spcAft>
                <a:spcPts val="0"/>
              </a:spcAft>
              <a:buClr>
                <a:srgbClr val="000000"/>
              </a:buClr>
              <a:buSzPts val="4200"/>
              <a:buFont typeface="Helvetica Neue Light"/>
              <a:buNone/>
              <a:defRPr sz="5600" b="0" i="0" u="none" strike="noStrike" cap="none">
                <a:solidFill>
                  <a:srgbClr val="000000"/>
                </a:solidFill>
                <a:latin typeface="Helvetica Neue Light"/>
                <a:ea typeface="Helvetica Neue Light"/>
                <a:cs typeface="Helvetica Neue Light"/>
                <a:sym typeface="Helvetica Neue Light"/>
              </a:defRPr>
            </a:lvl7pPr>
            <a:lvl8pPr marR="0" lvl="7" algn="ctr" rtl="0">
              <a:lnSpc>
                <a:spcPct val="100000"/>
              </a:lnSpc>
              <a:spcBef>
                <a:spcPts val="0"/>
              </a:spcBef>
              <a:spcAft>
                <a:spcPts val="0"/>
              </a:spcAft>
              <a:buClr>
                <a:srgbClr val="000000"/>
              </a:buClr>
              <a:buSzPts val="4200"/>
              <a:buFont typeface="Helvetica Neue Light"/>
              <a:buNone/>
              <a:defRPr sz="5600" b="0" i="0" u="none" strike="noStrike" cap="none">
                <a:solidFill>
                  <a:srgbClr val="000000"/>
                </a:solidFill>
                <a:latin typeface="Helvetica Neue Light"/>
                <a:ea typeface="Helvetica Neue Light"/>
                <a:cs typeface="Helvetica Neue Light"/>
                <a:sym typeface="Helvetica Neue Light"/>
              </a:defRPr>
            </a:lvl8pPr>
            <a:lvl9pPr marR="0" lvl="8" algn="ctr" rtl="0">
              <a:lnSpc>
                <a:spcPct val="100000"/>
              </a:lnSpc>
              <a:spcBef>
                <a:spcPts val="0"/>
              </a:spcBef>
              <a:spcAft>
                <a:spcPts val="0"/>
              </a:spcAft>
              <a:buClr>
                <a:srgbClr val="000000"/>
              </a:buClr>
              <a:buSzPts val="4200"/>
              <a:buFont typeface="Helvetica Neue Light"/>
              <a:buNone/>
              <a:defRPr sz="5600" b="0" i="0" u="none" strike="noStrike" cap="none">
                <a:solidFill>
                  <a:srgbClr val="000000"/>
                </a:solidFill>
                <a:latin typeface="Helvetica Neue Light"/>
                <a:ea typeface="Helvetica Neue Light"/>
                <a:cs typeface="Helvetica Neue Light"/>
                <a:sym typeface="Helvetica Neue Light"/>
              </a:defRPr>
            </a:lvl9pPr>
          </a:lstStyle>
          <a:p>
            <a:endParaRPr/>
          </a:p>
        </p:txBody>
      </p:sp>
      <p:grpSp>
        <p:nvGrpSpPr>
          <p:cNvPr id="1224" name="Google Shape;1224;p136"/>
          <p:cNvGrpSpPr/>
          <p:nvPr/>
        </p:nvGrpSpPr>
        <p:grpSpPr>
          <a:xfrm>
            <a:off x="11292163" y="6405041"/>
            <a:ext cx="560655" cy="182680"/>
            <a:chOff x="0" y="0"/>
            <a:chExt cx="2077525" cy="676925"/>
          </a:xfrm>
        </p:grpSpPr>
        <p:sp>
          <p:nvSpPr>
            <p:cNvPr id="1225" name="Google Shape;1225;p136"/>
            <p:cNvSpPr/>
            <p:nvPr/>
          </p:nvSpPr>
          <p:spPr>
            <a:xfrm>
              <a:off x="0" y="0"/>
              <a:ext cx="511375" cy="524800"/>
            </a:xfrm>
            <a:custGeom>
              <a:avLst/>
              <a:gdLst/>
              <a:ahLst/>
              <a:cxnLst/>
              <a:rect l="l" t="t" r="r" b="b"/>
              <a:pathLst>
                <a:path w="20455" h="20992" extrusionOk="0">
                  <a:moveTo>
                    <a:pt x="10700" y="12450"/>
                  </a:moveTo>
                  <a:lnTo>
                    <a:pt x="10700" y="9583"/>
                  </a:lnTo>
                  <a:lnTo>
                    <a:pt x="20300" y="9583"/>
                  </a:lnTo>
                  <a:cubicBezTo>
                    <a:pt x="20398" y="10088"/>
                    <a:pt x="20455" y="10690"/>
                    <a:pt x="20455" y="11341"/>
                  </a:cubicBezTo>
                  <a:cubicBezTo>
                    <a:pt x="20455" y="13491"/>
                    <a:pt x="19866" y="16154"/>
                    <a:pt x="17972" y="18048"/>
                  </a:cubicBezTo>
                  <a:cubicBezTo>
                    <a:pt x="16129" y="19968"/>
                    <a:pt x="13773" y="20992"/>
                    <a:pt x="10650" y="20992"/>
                  </a:cubicBezTo>
                  <a:cubicBezTo>
                    <a:pt x="4864" y="20993"/>
                    <a:pt x="0" y="16282"/>
                    <a:pt x="0" y="10496"/>
                  </a:cubicBezTo>
                  <a:cubicBezTo>
                    <a:pt x="0" y="4710"/>
                    <a:pt x="4864" y="0"/>
                    <a:pt x="10650" y="0"/>
                  </a:cubicBezTo>
                  <a:cubicBezTo>
                    <a:pt x="13850" y="0"/>
                    <a:pt x="16129" y="1254"/>
                    <a:pt x="17844" y="2893"/>
                  </a:cubicBezTo>
                  <a:lnTo>
                    <a:pt x="15822" y="4915"/>
                  </a:lnTo>
                  <a:cubicBezTo>
                    <a:pt x="14593" y="3763"/>
                    <a:pt x="12929" y="2867"/>
                    <a:pt x="10651" y="2867"/>
                  </a:cubicBezTo>
                  <a:cubicBezTo>
                    <a:pt x="6427" y="2867"/>
                    <a:pt x="3124" y="6272"/>
                    <a:pt x="3124" y="10496"/>
                  </a:cubicBezTo>
                  <a:cubicBezTo>
                    <a:pt x="3124" y="14720"/>
                    <a:pt x="6427" y="18125"/>
                    <a:pt x="10651" y="18125"/>
                  </a:cubicBezTo>
                  <a:cubicBezTo>
                    <a:pt x="13390" y="18125"/>
                    <a:pt x="14952" y="17024"/>
                    <a:pt x="15950" y="16026"/>
                  </a:cubicBezTo>
                  <a:cubicBezTo>
                    <a:pt x="16764" y="15213"/>
                    <a:pt x="17299" y="14046"/>
                    <a:pt x="17507" y="12450"/>
                  </a:cubicBezTo>
                  <a:lnTo>
                    <a:pt x="10700" y="12450"/>
                  </a:lnTo>
                  <a:close/>
                </a:path>
              </a:pathLst>
            </a:custGeom>
            <a:solidFill>
              <a:srgbClr val="AEB3B7"/>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595959"/>
                </a:solidFill>
                <a:latin typeface="Arial"/>
                <a:ea typeface="Arial"/>
                <a:cs typeface="Arial"/>
                <a:sym typeface="Arial"/>
              </a:endParaRPr>
            </a:p>
          </p:txBody>
        </p:sp>
        <p:sp>
          <p:nvSpPr>
            <p:cNvPr id="1226" name="Google Shape;1226;p136"/>
            <p:cNvSpPr/>
            <p:nvPr/>
          </p:nvSpPr>
          <p:spPr>
            <a:xfrm>
              <a:off x="540400" y="187300"/>
              <a:ext cx="339200" cy="337950"/>
            </a:xfrm>
            <a:custGeom>
              <a:avLst/>
              <a:gdLst/>
              <a:ahLst/>
              <a:cxnLst/>
              <a:rect l="l" t="t" r="r" b="b"/>
              <a:pathLst>
                <a:path w="13568" h="13518" extrusionOk="0">
                  <a:moveTo>
                    <a:pt x="13568" y="6759"/>
                  </a:moveTo>
                  <a:cubicBezTo>
                    <a:pt x="13568" y="10650"/>
                    <a:pt x="10522" y="13518"/>
                    <a:pt x="6784" y="13518"/>
                  </a:cubicBezTo>
                  <a:cubicBezTo>
                    <a:pt x="3046" y="13518"/>
                    <a:pt x="0" y="10651"/>
                    <a:pt x="0" y="6759"/>
                  </a:cubicBezTo>
                  <a:cubicBezTo>
                    <a:pt x="0" y="2842"/>
                    <a:pt x="3046" y="0"/>
                    <a:pt x="6784" y="0"/>
                  </a:cubicBezTo>
                  <a:cubicBezTo>
                    <a:pt x="10522" y="0"/>
                    <a:pt x="13568" y="2842"/>
                    <a:pt x="13568" y="6759"/>
                  </a:cubicBezTo>
                  <a:close/>
                  <a:moveTo>
                    <a:pt x="10599" y="6759"/>
                  </a:moveTo>
                  <a:cubicBezTo>
                    <a:pt x="10599" y="4327"/>
                    <a:pt x="8833" y="2663"/>
                    <a:pt x="6785" y="2663"/>
                  </a:cubicBezTo>
                  <a:cubicBezTo>
                    <a:pt x="4737" y="2663"/>
                    <a:pt x="2970" y="4327"/>
                    <a:pt x="2970" y="6759"/>
                  </a:cubicBezTo>
                  <a:cubicBezTo>
                    <a:pt x="2970" y="9165"/>
                    <a:pt x="4736" y="10855"/>
                    <a:pt x="6785" y="10855"/>
                  </a:cubicBezTo>
                  <a:cubicBezTo>
                    <a:pt x="8832" y="10855"/>
                    <a:pt x="10599" y="9165"/>
                    <a:pt x="10599" y="6759"/>
                  </a:cubicBezTo>
                  <a:close/>
                </a:path>
              </a:pathLst>
            </a:custGeom>
            <a:solidFill>
              <a:srgbClr val="AEB3B7"/>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595959"/>
                </a:solidFill>
                <a:latin typeface="Arial"/>
                <a:ea typeface="Arial"/>
                <a:cs typeface="Arial"/>
                <a:sym typeface="Arial"/>
              </a:endParaRPr>
            </a:p>
          </p:txBody>
        </p:sp>
        <p:sp>
          <p:nvSpPr>
            <p:cNvPr id="1227" name="Google Shape;1227;p136"/>
            <p:cNvSpPr/>
            <p:nvPr/>
          </p:nvSpPr>
          <p:spPr>
            <a:xfrm>
              <a:off x="910400" y="187300"/>
              <a:ext cx="339200" cy="337950"/>
            </a:xfrm>
            <a:custGeom>
              <a:avLst/>
              <a:gdLst/>
              <a:ahLst/>
              <a:cxnLst/>
              <a:rect l="l" t="t" r="r" b="b"/>
              <a:pathLst>
                <a:path w="13568" h="13518" extrusionOk="0">
                  <a:moveTo>
                    <a:pt x="13568" y="6759"/>
                  </a:moveTo>
                  <a:cubicBezTo>
                    <a:pt x="13568" y="10650"/>
                    <a:pt x="10522" y="13518"/>
                    <a:pt x="6784" y="13518"/>
                  </a:cubicBezTo>
                  <a:cubicBezTo>
                    <a:pt x="3046" y="13518"/>
                    <a:pt x="0" y="10651"/>
                    <a:pt x="0" y="6759"/>
                  </a:cubicBezTo>
                  <a:cubicBezTo>
                    <a:pt x="0" y="2842"/>
                    <a:pt x="3046" y="0"/>
                    <a:pt x="6784" y="0"/>
                  </a:cubicBezTo>
                  <a:cubicBezTo>
                    <a:pt x="10522" y="0"/>
                    <a:pt x="13568" y="2842"/>
                    <a:pt x="13568" y="6759"/>
                  </a:cubicBezTo>
                  <a:close/>
                  <a:moveTo>
                    <a:pt x="10599" y="6759"/>
                  </a:moveTo>
                  <a:cubicBezTo>
                    <a:pt x="10599" y="4327"/>
                    <a:pt x="8833" y="2663"/>
                    <a:pt x="6785" y="2663"/>
                  </a:cubicBezTo>
                  <a:cubicBezTo>
                    <a:pt x="4737" y="2663"/>
                    <a:pt x="2970" y="4327"/>
                    <a:pt x="2970" y="6759"/>
                  </a:cubicBezTo>
                  <a:cubicBezTo>
                    <a:pt x="2970" y="9165"/>
                    <a:pt x="4736" y="10855"/>
                    <a:pt x="6785" y="10855"/>
                  </a:cubicBezTo>
                  <a:cubicBezTo>
                    <a:pt x="8832" y="10855"/>
                    <a:pt x="10599" y="9165"/>
                    <a:pt x="10599" y="6759"/>
                  </a:cubicBezTo>
                  <a:close/>
                </a:path>
              </a:pathLst>
            </a:custGeom>
            <a:solidFill>
              <a:srgbClr val="AEB3B7"/>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595959"/>
                </a:solidFill>
                <a:latin typeface="Arial"/>
                <a:ea typeface="Arial"/>
                <a:cs typeface="Arial"/>
                <a:sym typeface="Arial"/>
              </a:endParaRPr>
            </a:p>
          </p:txBody>
        </p:sp>
        <p:sp>
          <p:nvSpPr>
            <p:cNvPr id="1228" name="Google Shape;1228;p136"/>
            <p:cNvSpPr/>
            <p:nvPr/>
          </p:nvSpPr>
          <p:spPr>
            <a:xfrm>
              <a:off x="1280400" y="187325"/>
              <a:ext cx="323850" cy="489600"/>
            </a:xfrm>
            <a:custGeom>
              <a:avLst/>
              <a:gdLst/>
              <a:ahLst/>
              <a:cxnLst/>
              <a:rect l="l" t="t" r="r" b="b"/>
              <a:pathLst>
                <a:path w="12954" h="19584" extrusionOk="0">
                  <a:moveTo>
                    <a:pt x="12954" y="409"/>
                  </a:moveTo>
                  <a:lnTo>
                    <a:pt x="12954" y="12544"/>
                  </a:lnTo>
                  <a:cubicBezTo>
                    <a:pt x="12954" y="17536"/>
                    <a:pt x="10010" y="19584"/>
                    <a:pt x="6528" y="19584"/>
                  </a:cubicBezTo>
                  <a:cubicBezTo>
                    <a:pt x="3251" y="19584"/>
                    <a:pt x="1280" y="17382"/>
                    <a:pt x="537" y="15590"/>
                  </a:cubicBezTo>
                  <a:lnTo>
                    <a:pt x="3123" y="14515"/>
                  </a:lnTo>
                  <a:cubicBezTo>
                    <a:pt x="3584" y="15616"/>
                    <a:pt x="4710" y="16922"/>
                    <a:pt x="6528" y="16922"/>
                  </a:cubicBezTo>
                  <a:cubicBezTo>
                    <a:pt x="8755" y="16922"/>
                    <a:pt x="10138" y="15539"/>
                    <a:pt x="10138" y="12954"/>
                  </a:cubicBezTo>
                  <a:lnTo>
                    <a:pt x="10138" y="11981"/>
                  </a:lnTo>
                  <a:lnTo>
                    <a:pt x="10036" y="11981"/>
                  </a:lnTo>
                  <a:cubicBezTo>
                    <a:pt x="9370" y="12800"/>
                    <a:pt x="8090" y="13517"/>
                    <a:pt x="6477" y="13517"/>
                  </a:cubicBezTo>
                  <a:cubicBezTo>
                    <a:pt x="3098" y="13517"/>
                    <a:pt x="0" y="10573"/>
                    <a:pt x="0" y="6784"/>
                  </a:cubicBezTo>
                  <a:cubicBezTo>
                    <a:pt x="0" y="2969"/>
                    <a:pt x="3098" y="0"/>
                    <a:pt x="6477" y="0"/>
                  </a:cubicBezTo>
                  <a:cubicBezTo>
                    <a:pt x="8090" y="0"/>
                    <a:pt x="9370" y="717"/>
                    <a:pt x="10036" y="1511"/>
                  </a:cubicBezTo>
                  <a:lnTo>
                    <a:pt x="10138" y="1511"/>
                  </a:lnTo>
                  <a:lnTo>
                    <a:pt x="10138" y="409"/>
                  </a:lnTo>
                  <a:lnTo>
                    <a:pt x="12954" y="409"/>
                  </a:lnTo>
                  <a:close/>
                  <a:moveTo>
                    <a:pt x="10343" y="6784"/>
                  </a:moveTo>
                  <a:cubicBezTo>
                    <a:pt x="10343" y="4403"/>
                    <a:pt x="8756" y="2662"/>
                    <a:pt x="6733" y="2662"/>
                  </a:cubicBezTo>
                  <a:cubicBezTo>
                    <a:pt x="4685" y="2662"/>
                    <a:pt x="2970" y="4403"/>
                    <a:pt x="2970" y="6784"/>
                  </a:cubicBezTo>
                  <a:cubicBezTo>
                    <a:pt x="2970" y="9139"/>
                    <a:pt x="4685" y="10855"/>
                    <a:pt x="6733" y="10855"/>
                  </a:cubicBezTo>
                  <a:cubicBezTo>
                    <a:pt x="8755" y="10854"/>
                    <a:pt x="10343" y="9139"/>
                    <a:pt x="10343" y="6784"/>
                  </a:cubicBezTo>
                  <a:close/>
                </a:path>
              </a:pathLst>
            </a:custGeom>
            <a:solidFill>
              <a:srgbClr val="AEB3B7"/>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595959"/>
                </a:solidFill>
                <a:latin typeface="Arial"/>
                <a:ea typeface="Arial"/>
                <a:cs typeface="Arial"/>
                <a:sym typeface="Arial"/>
              </a:endParaRPr>
            </a:p>
          </p:txBody>
        </p:sp>
        <p:sp>
          <p:nvSpPr>
            <p:cNvPr id="1229" name="Google Shape;1229;p136"/>
            <p:cNvSpPr/>
            <p:nvPr/>
          </p:nvSpPr>
          <p:spPr>
            <a:xfrm>
              <a:off x="1655750" y="20000"/>
              <a:ext cx="74250" cy="495000"/>
            </a:xfrm>
            <a:custGeom>
              <a:avLst/>
              <a:gdLst/>
              <a:ahLst/>
              <a:cxnLst/>
              <a:rect l="l" t="t" r="r" b="b"/>
              <a:pathLst>
                <a:path w="2970" h="19800" extrusionOk="0">
                  <a:moveTo>
                    <a:pt x="2970" y="0"/>
                  </a:moveTo>
                  <a:lnTo>
                    <a:pt x="2970" y="19800"/>
                  </a:lnTo>
                  <a:lnTo>
                    <a:pt x="0" y="19800"/>
                  </a:lnTo>
                  <a:lnTo>
                    <a:pt x="0" y="0"/>
                  </a:lnTo>
                  <a:lnTo>
                    <a:pt x="2970" y="0"/>
                  </a:lnTo>
                  <a:close/>
                </a:path>
              </a:pathLst>
            </a:custGeom>
            <a:solidFill>
              <a:srgbClr val="AEB3B7"/>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595959"/>
                </a:solidFill>
                <a:latin typeface="Arial"/>
                <a:ea typeface="Arial"/>
                <a:cs typeface="Arial"/>
                <a:sym typeface="Arial"/>
              </a:endParaRPr>
            </a:p>
          </p:txBody>
        </p:sp>
        <p:sp>
          <p:nvSpPr>
            <p:cNvPr id="1230" name="Google Shape;1230;p136"/>
            <p:cNvSpPr/>
            <p:nvPr/>
          </p:nvSpPr>
          <p:spPr>
            <a:xfrm>
              <a:off x="1765825" y="187275"/>
              <a:ext cx="311700" cy="337950"/>
            </a:xfrm>
            <a:custGeom>
              <a:avLst/>
              <a:gdLst/>
              <a:ahLst/>
              <a:cxnLst/>
              <a:rect l="l" t="t" r="r" b="b"/>
              <a:pathLst>
                <a:path w="12468" h="13518" extrusionOk="0">
                  <a:moveTo>
                    <a:pt x="10035" y="8987"/>
                  </a:moveTo>
                  <a:lnTo>
                    <a:pt x="12339" y="10523"/>
                  </a:lnTo>
                  <a:cubicBezTo>
                    <a:pt x="11596" y="11624"/>
                    <a:pt x="9804" y="13518"/>
                    <a:pt x="6707" y="13518"/>
                  </a:cubicBezTo>
                  <a:cubicBezTo>
                    <a:pt x="2867" y="13518"/>
                    <a:pt x="0" y="10548"/>
                    <a:pt x="0" y="6759"/>
                  </a:cubicBezTo>
                  <a:cubicBezTo>
                    <a:pt x="0" y="2739"/>
                    <a:pt x="2893" y="0"/>
                    <a:pt x="6375" y="0"/>
                  </a:cubicBezTo>
                  <a:cubicBezTo>
                    <a:pt x="9882" y="0"/>
                    <a:pt x="11598" y="2791"/>
                    <a:pt x="12161" y="4301"/>
                  </a:cubicBezTo>
                  <a:lnTo>
                    <a:pt x="12468" y="5069"/>
                  </a:lnTo>
                  <a:lnTo>
                    <a:pt x="3431" y="8807"/>
                  </a:lnTo>
                  <a:cubicBezTo>
                    <a:pt x="4122" y="10164"/>
                    <a:pt x="5198" y="10855"/>
                    <a:pt x="6708" y="10855"/>
                  </a:cubicBezTo>
                  <a:cubicBezTo>
                    <a:pt x="8217" y="10856"/>
                    <a:pt x="9267" y="10114"/>
                    <a:pt x="10035" y="8987"/>
                  </a:cubicBezTo>
                  <a:close/>
                  <a:moveTo>
                    <a:pt x="2943" y="6555"/>
                  </a:moveTo>
                  <a:lnTo>
                    <a:pt x="8985" y="4046"/>
                  </a:lnTo>
                  <a:cubicBezTo>
                    <a:pt x="8652" y="3201"/>
                    <a:pt x="7654" y="2612"/>
                    <a:pt x="6476" y="2612"/>
                  </a:cubicBezTo>
                  <a:cubicBezTo>
                    <a:pt x="4966" y="2613"/>
                    <a:pt x="2867" y="3944"/>
                    <a:pt x="2943" y="6555"/>
                  </a:cubicBezTo>
                  <a:close/>
                </a:path>
              </a:pathLst>
            </a:custGeom>
            <a:solidFill>
              <a:srgbClr val="AEB3B7"/>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595959"/>
                </a:solidFill>
                <a:latin typeface="Arial"/>
                <a:ea typeface="Arial"/>
                <a:cs typeface="Arial"/>
                <a:sym typeface="Arial"/>
              </a:endParaRPr>
            </a:p>
          </p:txBody>
        </p:sp>
      </p:grpSp>
    </p:spTree>
    <p:extLst>
      <p:ext uri="{BB962C8B-B14F-4D97-AF65-F5344CB8AC3E}">
        <p14:creationId xmlns:p14="http://schemas.microsoft.com/office/powerpoint/2010/main" val="280130680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Body Slide - Bulleted List - Yellow" preserve="1">
  <p:cSld name="Body Slide - Bulleted List - Yellow">
    <p:spTree>
      <p:nvGrpSpPr>
        <p:cNvPr id="1" name="Shape 1231"/>
        <p:cNvGrpSpPr/>
        <p:nvPr/>
      </p:nvGrpSpPr>
      <p:grpSpPr>
        <a:xfrm>
          <a:off x="0" y="0"/>
          <a:ext cx="0" cy="0"/>
          <a:chOff x="0" y="0"/>
          <a:chExt cx="0" cy="0"/>
        </a:xfrm>
      </p:grpSpPr>
      <p:sp>
        <p:nvSpPr>
          <p:cNvPr id="1232" name="Google Shape;1232;p137"/>
          <p:cNvSpPr txBox="1">
            <a:spLocks noGrp="1"/>
          </p:cNvSpPr>
          <p:nvPr>
            <p:ph type="body" idx="1"/>
          </p:nvPr>
        </p:nvSpPr>
        <p:spPr>
          <a:xfrm>
            <a:off x="1116767" y="2288000"/>
            <a:ext cx="6263200" cy="2728400"/>
          </a:xfrm>
          <a:prstGeom prst="rect">
            <a:avLst/>
          </a:prstGeom>
          <a:noFill/>
          <a:ln>
            <a:noFill/>
          </a:ln>
        </p:spPr>
        <p:txBody>
          <a:bodyPr spcFirstLastPara="1" wrap="square" lIns="91425" tIns="91425" rIns="91425" bIns="91425" anchor="t" anchorCtr="0">
            <a:noAutofit/>
          </a:bodyPr>
          <a:lstStyle>
            <a:lvl1pPr marL="609585" marR="0" lvl="0" indent="-380990" algn="l" rtl="0">
              <a:lnSpc>
                <a:spcPct val="260000"/>
              </a:lnSpc>
              <a:spcBef>
                <a:spcPts val="0"/>
              </a:spcBef>
              <a:spcAft>
                <a:spcPts val="0"/>
              </a:spcAft>
              <a:buClr>
                <a:srgbClr val="80868B"/>
              </a:buClr>
              <a:buSzPts val="900"/>
              <a:buFont typeface="Roboto"/>
              <a:buChar char="●"/>
              <a:defRPr sz="1467" b="0" i="0" u="none" strike="noStrike" cap="none">
                <a:solidFill>
                  <a:srgbClr val="5F6368"/>
                </a:solidFill>
                <a:latin typeface="Roboto"/>
                <a:ea typeface="Roboto"/>
                <a:cs typeface="Roboto"/>
                <a:sym typeface="Roboto"/>
              </a:defRPr>
            </a:lvl1pPr>
            <a:lvl2pPr marL="1219170" marR="0" lvl="1" indent="-380990" algn="l" rtl="0">
              <a:lnSpc>
                <a:spcPct val="260000"/>
              </a:lnSpc>
              <a:spcBef>
                <a:spcPts val="0"/>
              </a:spcBef>
              <a:spcAft>
                <a:spcPts val="0"/>
              </a:spcAft>
              <a:buClr>
                <a:srgbClr val="80868B"/>
              </a:buClr>
              <a:buSzPts val="900"/>
              <a:buFont typeface="Roboto"/>
              <a:buChar char="○"/>
              <a:defRPr sz="1467" b="0" i="0" u="none" strike="noStrike" cap="none">
                <a:solidFill>
                  <a:srgbClr val="5F6368"/>
                </a:solidFill>
                <a:latin typeface="Roboto"/>
                <a:ea typeface="Roboto"/>
                <a:cs typeface="Roboto"/>
                <a:sym typeface="Roboto"/>
              </a:defRPr>
            </a:lvl2pPr>
            <a:lvl3pPr marL="1828754" marR="0" lvl="2" indent="-397923" algn="l" rtl="0">
              <a:lnSpc>
                <a:spcPct val="260000"/>
              </a:lnSpc>
              <a:spcBef>
                <a:spcPts val="0"/>
              </a:spcBef>
              <a:spcAft>
                <a:spcPts val="0"/>
              </a:spcAft>
              <a:buClr>
                <a:srgbClr val="5F6368"/>
              </a:buClr>
              <a:buSzPts val="1100"/>
              <a:buFont typeface="Roboto"/>
              <a:buChar char="■"/>
              <a:defRPr sz="1467" b="0" i="0" u="none" strike="noStrike" cap="none">
                <a:solidFill>
                  <a:srgbClr val="5F6368"/>
                </a:solidFill>
                <a:latin typeface="Roboto"/>
                <a:ea typeface="Roboto"/>
                <a:cs typeface="Roboto"/>
                <a:sym typeface="Roboto"/>
              </a:defRPr>
            </a:lvl3pPr>
            <a:lvl4pPr marL="2438339" marR="0" lvl="3" indent="-397923" algn="l" rtl="0">
              <a:lnSpc>
                <a:spcPct val="260000"/>
              </a:lnSpc>
              <a:spcBef>
                <a:spcPts val="0"/>
              </a:spcBef>
              <a:spcAft>
                <a:spcPts val="0"/>
              </a:spcAft>
              <a:buClr>
                <a:srgbClr val="5F6368"/>
              </a:buClr>
              <a:buSzPts val="1100"/>
              <a:buFont typeface="Roboto"/>
              <a:buChar char="●"/>
              <a:defRPr sz="1467" b="0" i="0" u="none" strike="noStrike" cap="none">
                <a:solidFill>
                  <a:srgbClr val="5F6368"/>
                </a:solidFill>
                <a:latin typeface="Roboto"/>
                <a:ea typeface="Roboto"/>
                <a:cs typeface="Roboto"/>
                <a:sym typeface="Roboto"/>
              </a:defRPr>
            </a:lvl4pPr>
            <a:lvl5pPr marL="3047924" marR="0" lvl="4" indent="-397923" algn="l" rtl="0">
              <a:lnSpc>
                <a:spcPct val="260000"/>
              </a:lnSpc>
              <a:spcBef>
                <a:spcPts val="0"/>
              </a:spcBef>
              <a:spcAft>
                <a:spcPts val="0"/>
              </a:spcAft>
              <a:buClr>
                <a:srgbClr val="5F6368"/>
              </a:buClr>
              <a:buSzPts val="1100"/>
              <a:buFont typeface="Roboto"/>
              <a:buChar char="○"/>
              <a:defRPr sz="1467" b="0" i="0" u="none" strike="noStrike" cap="none">
                <a:solidFill>
                  <a:srgbClr val="5F6368"/>
                </a:solidFill>
                <a:latin typeface="Roboto"/>
                <a:ea typeface="Roboto"/>
                <a:cs typeface="Roboto"/>
                <a:sym typeface="Roboto"/>
              </a:defRPr>
            </a:lvl5pPr>
            <a:lvl6pPr marL="3657509" marR="0" lvl="5" indent="-397923" algn="l" rtl="0">
              <a:lnSpc>
                <a:spcPct val="260000"/>
              </a:lnSpc>
              <a:spcBef>
                <a:spcPts val="0"/>
              </a:spcBef>
              <a:spcAft>
                <a:spcPts val="0"/>
              </a:spcAft>
              <a:buClr>
                <a:srgbClr val="5F6368"/>
              </a:buClr>
              <a:buSzPts val="1100"/>
              <a:buFont typeface="Roboto"/>
              <a:buChar char="■"/>
              <a:defRPr sz="1467" b="0" i="0" u="none" strike="noStrike" cap="none">
                <a:solidFill>
                  <a:srgbClr val="5F6368"/>
                </a:solidFill>
                <a:latin typeface="Roboto"/>
                <a:ea typeface="Roboto"/>
                <a:cs typeface="Roboto"/>
                <a:sym typeface="Roboto"/>
              </a:defRPr>
            </a:lvl6pPr>
            <a:lvl7pPr marL="4267093" marR="0" lvl="6" indent="-397923" algn="l" rtl="0">
              <a:lnSpc>
                <a:spcPct val="260000"/>
              </a:lnSpc>
              <a:spcBef>
                <a:spcPts val="0"/>
              </a:spcBef>
              <a:spcAft>
                <a:spcPts val="0"/>
              </a:spcAft>
              <a:buClr>
                <a:srgbClr val="5F6368"/>
              </a:buClr>
              <a:buSzPts val="1100"/>
              <a:buFont typeface="Roboto"/>
              <a:buChar char="●"/>
              <a:defRPr sz="1467" b="0" i="0" u="none" strike="noStrike" cap="none">
                <a:solidFill>
                  <a:srgbClr val="5F6368"/>
                </a:solidFill>
                <a:latin typeface="Roboto"/>
                <a:ea typeface="Roboto"/>
                <a:cs typeface="Roboto"/>
                <a:sym typeface="Roboto"/>
              </a:defRPr>
            </a:lvl7pPr>
            <a:lvl8pPr marL="4876678" marR="0" lvl="7" indent="-397923" algn="l" rtl="0">
              <a:lnSpc>
                <a:spcPct val="260000"/>
              </a:lnSpc>
              <a:spcBef>
                <a:spcPts val="0"/>
              </a:spcBef>
              <a:spcAft>
                <a:spcPts val="0"/>
              </a:spcAft>
              <a:buClr>
                <a:srgbClr val="5F6368"/>
              </a:buClr>
              <a:buSzPts val="1100"/>
              <a:buFont typeface="Roboto"/>
              <a:buChar char="○"/>
              <a:defRPr sz="1467" b="0" i="0" u="none" strike="noStrike" cap="none">
                <a:solidFill>
                  <a:srgbClr val="5F6368"/>
                </a:solidFill>
                <a:latin typeface="Roboto"/>
                <a:ea typeface="Roboto"/>
                <a:cs typeface="Roboto"/>
                <a:sym typeface="Roboto"/>
              </a:defRPr>
            </a:lvl8pPr>
            <a:lvl9pPr marL="5486263" marR="0" lvl="8" indent="-397923" algn="l" rtl="0">
              <a:lnSpc>
                <a:spcPct val="260000"/>
              </a:lnSpc>
              <a:spcBef>
                <a:spcPts val="0"/>
              </a:spcBef>
              <a:spcAft>
                <a:spcPts val="0"/>
              </a:spcAft>
              <a:buClr>
                <a:srgbClr val="5F6368"/>
              </a:buClr>
              <a:buSzPts val="1100"/>
              <a:buFont typeface="Roboto"/>
              <a:buChar char="■"/>
              <a:defRPr sz="1467" b="0" i="0" u="none" strike="noStrike" cap="none">
                <a:solidFill>
                  <a:srgbClr val="5F6368"/>
                </a:solidFill>
                <a:latin typeface="Roboto"/>
                <a:ea typeface="Roboto"/>
                <a:cs typeface="Roboto"/>
                <a:sym typeface="Roboto"/>
              </a:defRPr>
            </a:lvl9pPr>
          </a:lstStyle>
          <a:p>
            <a:endParaRPr/>
          </a:p>
        </p:txBody>
      </p:sp>
      <p:sp>
        <p:nvSpPr>
          <p:cNvPr id="1233" name="Google Shape;1233;p137"/>
          <p:cNvSpPr/>
          <p:nvPr/>
        </p:nvSpPr>
        <p:spPr>
          <a:xfrm>
            <a:off x="396501" y="541500"/>
            <a:ext cx="10396000" cy="552400"/>
          </a:xfrm>
          <a:prstGeom prst="rect">
            <a:avLst/>
          </a:prstGeom>
          <a:noFill/>
          <a:ln>
            <a:noFill/>
          </a:ln>
        </p:spPr>
        <p:txBody>
          <a:bodyPr spcFirstLastPara="1" wrap="square" lIns="25400" tIns="25400" rIns="25400" bIns="25400" anchor="t" anchorCtr="0">
            <a:noAutofit/>
          </a:bodyPr>
          <a:lstStyle/>
          <a:p>
            <a:pPr marL="0" marR="0" lvl="0" indent="0" algn="l" rtl="0">
              <a:lnSpc>
                <a:spcPct val="90000"/>
              </a:lnSpc>
              <a:spcBef>
                <a:spcPts val="0"/>
              </a:spcBef>
              <a:spcAft>
                <a:spcPts val="0"/>
              </a:spcAft>
              <a:buClr>
                <a:schemeClr val="dk1"/>
              </a:buClr>
              <a:buSzPts val="1100"/>
              <a:buFont typeface="Arial"/>
              <a:buNone/>
            </a:pPr>
            <a:endParaRPr sz="3200" b="0" i="0" u="none" strike="noStrike" cap="none">
              <a:solidFill>
                <a:srgbClr val="3C4043"/>
              </a:solidFill>
              <a:latin typeface="Google Sans"/>
              <a:ea typeface="Google Sans"/>
              <a:cs typeface="Google Sans"/>
              <a:sym typeface="Google Sans"/>
            </a:endParaRPr>
          </a:p>
        </p:txBody>
      </p:sp>
      <p:sp>
        <p:nvSpPr>
          <p:cNvPr id="1234" name="Google Shape;1234;p137"/>
          <p:cNvSpPr txBox="1"/>
          <p:nvPr/>
        </p:nvSpPr>
        <p:spPr>
          <a:xfrm>
            <a:off x="10579600" y="291700"/>
            <a:ext cx="1612400" cy="404800"/>
          </a:xfrm>
          <a:prstGeom prst="rect">
            <a:avLst/>
          </a:prstGeom>
          <a:noFill/>
          <a:ln>
            <a:noFill/>
          </a:ln>
        </p:spPr>
        <p:txBody>
          <a:bodyPr spcFirstLastPara="1" wrap="square" lIns="121900" tIns="121900" rIns="121900" bIns="121900" anchor="t" anchorCtr="0">
            <a:noAutofit/>
          </a:bodyPr>
          <a:lstStyle/>
          <a:p>
            <a:pPr marL="0" marR="0" lvl="0" indent="0" algn="l" rtl="0">
              <a:lnSpc>
                <a:spcPct val="100000"/>
              </a:lnSpc>
              <a:spcBef>
                <a:spcPts val="0"/>
              </a:spcBef>
              <a:spcAft>
                <a:spcPts val="0"/>
              </a:spcAft>
              <a:buClr>
                <a:srgbClr val="000000"/>
              </a:buClr>
              <a:buSzPts val="600"/>
              <a:buFont typeface="Arial"/>
              <a:buNone/>
            </a:pPr>
            <a:r>
              <a:rPr lang="en" sz="800" b="0" i="0" u="none" strike="noStrike" cap="none">
                <a:solidFill>
                  <a:srgbClr val="D9D9D9"/>
                </a:solidFill>
                <a:latin typeface="Roboto"/>
                <a:ea typeface="Roboto"/>
                <a:cs typeface="Roboto"/>
                <a:sym typeface="Roboto"/>
              </a:rPr>
              <a:t>Proprietary + Confidential</a:t>
            </a:r>
            <a:endParaRPr sz="800" b="0" i="0" u="none" strike="noStrike" cap="none">
              <a:solidFill>
                <a:srgbClr val="D9D9D9"/>
              </a:solidFill>
              <a:latin typeface="Roboto"/>
              <a:ea typeface="Roboto"/>
              <a:cs typeface="Roboto"/>
              <a:sym typeface="Roboto"/>
            </a:endParaRPr>
          </a:p>
        </p:txBody>
      </p:sp>
      <p:sp>
        <p:nvSpPr>
          <p:cNvPr id="1235" name="Google Shape;1235;p137"/>
          <p:cNvSpPr/>
          <p:nvPr/>
        </p:nvSpPr>
        <p:spPr>
          <a:xfrm>
            <a:off x="-29957" y="313820"/>
            <a:ext cx="77200" cy="6230400"/>
          </a:xfrm>
          <a:prstGeom prst="rect">
            <a:avLst/>
          </a:prstGeom>
          <a:solidFill>
            <a:srgbClr val="FBBC05"/>
          </a:solidFill>
          <a:ln>
            <a:noFill/>
          </a:ln>
        </p:spPr>
        <p:txBody>
          <a:bodyPr spcFirstLastPara="1" wrap="square" lIns="25400" tIns="25400" rIns="25400" bIns="25400" anchor="ctr" anchorCtr="0">
            <a:noAutofit/>
          </a:bodyPr>
          <a:lstStyle/>
          <a:p>
            <a:pPr marL="0" marR="0" lvl="0" indent="0" algn="ctr" rtl="0">
              <a:lnSpc>
                <a:spcPct val="100000"/>
              </a:lnSpc>
              <a:spcBef>
                <a:spcPts val="0"/>
              </a:spcBef>
              <a:spcAft>
                <a:spcPts val="0"/>
              </a:spcAft>
              <a:buClr>
                <a:srgbClr val="519BF7"/>
              </a:buClr>
              <a:buSzPts val="1200"/>
              <a:buFont typeface="Helvetica Neue Light"/>
              <a:buNone/>
            </a:pPr>
            <a:endParaRPr sz="1600" b="0" i="0" u="none" strike="noStrike" cap="none">
              <a:solidFill>
                <a:srgbClr val="1D8E3E"/>
              </a:solidFill>
              <a:latin typeface="Helvetica Neue Light"/>
              <a:ea typeface="Helvetica Neue Light"/>
              <a:cs typeface="Helvetica Neue Light"/>
              <a:sym typeface="Helvetica Neue Light"/>
            </a:endParaRPr>
          </a:p>
        </p:txBody>
      </p:sp>
      <p:sp>
        <p:nvSpPr>
          <p:cNvPr id="1236" name="Google Shape;1236;p137"/>
          <p:cNvSpPr txBox="1">
            <a:spLocks noGrp="1"/>
          </p:cNvSpPr>
          <p:nvPr>
            <p:ph type="title"/>
          </p:nvPr>
        </p:nvSpPr>
        <p:spPr>
          <a:xfrm>
            <a:off x="459335" y="352500"/>
            <a:ext cx="10396000" cy="552400"/>
          </a:xfrm>
          <a:prstGeom prst="rect">
            <a:avLst/>
          </a:prstGeom>
          <a:noFill/>
          <a:ln>
            <a:noFill/>
          </a:ln>
        </p:spPr>
        <p:txBody>
          <a:bodyPr spcFirstLastPara="1" wrap="square" lIns="91425" tIns="91425" rIns="91425" bIns="91425" anchor="t" anchorCtr="0">
            <a:noAutofit/>
          </a:bodyPr>
          <a:lstStyle>
            <a:lvl1pPr marR="0" lvl="0" algn="l" rtl="0">
              <a:lnSpc>
                <a:spcPct val="90000"/>
              </a:lnSpc>
              <a:spcBef>
                <a:spcPts val="0"/>
              </a:spcBef>
              <a:spcAft>
                <a:spcPts val="0"/>
              </a:spcAft>
              <a:buClr>
                <a:schemeClr val="dk1"/>
              </a:buClr>
              <a:buSzPts val="1100"/>
              <a:buFont typeface="Arial"/>
              <a:buNone/>
              <a:defRPr sz="3200" b="0" i="0" u="none" strike="noStrike" cap="none">
                <a:solidFill>
                  <a:srgbClr val="3C4043"/>
                </a:solidFill>
                <a:latin typeface="Google Sans"/>
                <a:ea typeface="Google Sans"/>
                <a:cs typeface="Google Sans"/>
                <a:sym typeface="Google Sans"/>
              </a:defRPr>
            </a:lvl1pPr>
            <a:lvl2pPr marR="0" lvl="1" algn="ctr" rtl="0">
              <a:lnSpc>
                <a:spcPct val="100000"/>
              </a:lnSpc>
              <a:spcBef>
                <a:spcPts val="0"/>
              </a:spcBef>
              <a:spcAft>
                <a:spcPts val="0"/>
              </a:spcAft>
              <a:buClr>
                <a:srgbClr val="000000"/>
              </a:buClr>
              <a:buSzPts val="4200"/>
              <a:buFont typeface="Helvetica Neue Light"/>
              <a:buNone/>
              <a:defRPr sz="5600" b="0" i="0" u="none" strike="noStrike" cap="none">
                <a:solidFill>
                  <a:srgbClr val="000000"/>
                </a:solidFill>
                <a:latin typeface="Helvetica Neue Light"/>
                <a:ea typeface="Helvetica Neue Light"/>
                <a:cs typeface="Helvetica Neue Light"/>
                <a:sym typeface="Helvetica Neue Light"/>
              </a:defRPr>
            </a:lvl2pPr>
            <a:lvl3pPr marR="0" lvl="2" algn="ctr" rtl="0">
              <a:lnSpc>
                <a:spcPct val="100000"/>
              </a:lnSpc>
              <a:spcBef>
                <a:spcPts val="0"/>
              </a:spcBef>
              <a:spcAft>
                <a:spcPts val="0"/>
              </a:spcAft>
              <a:buClr>
                <a:srgbClr val="000000"/>
              </a:buClr>
              <a:buSzPts val="4200"/>
              <a:buFont typeface="Helvetica Neue Light"/>
              <a:buNone/>
              <a:defRPr sz="5600" b="0" i="0" u="none" strike="noStrike" cap="none">
                <a:solidFill>
                  <a:srgbClr val="000000"/>
                </a:solidFill>
                <a:latin typeface="Helvetica Neue Light"/>
                <a:ea typeface="Helvetica Neue Light"/>
                <a:cs typeface="Helvetica Neue Light"/>
                <a:sym typeface="Helvetica Neue Light"/>
              </a:defRPr>
            </a:lvl3pPr>
            <a:lvl4pPr marR="0" lvl="3" algn="ctr" rtl="0">
              <a:lnSpc>
                <a:spcPct val="100000"/>
              </a:lnSpc>
              <a:spcBef>
                <a:spcPts val="0"/>
              </a:spcBef>
              <a:spcAft>
                <a:spcPts val="0"/>
              </a:spcAft>
              <a:buClr>
                <a:srgbClr val="000000"/>
              </a:buClr>
              <a:buSzPts val="4200"/>
              <a:buFont typeface="Helvetica Neue Light"/>
              <a:buNone/>
              <a:defRPr sz="5600" b="0" i="0" u="none" strike="noStrike" cap="none">
                <a:solidFill>
                  <a:srgbClr val="000000"/>
                </a:solidFill>
                <a:latin typeface="Helvetica Neue Light"/>
                <a:ea typeface="Helvetica Neue Light"/>
                <a:cs typeface="Helvetica Neue Light"/>
                <a:sym typeface="Helvetica Neue Light"/>
              </a:defRPr>
            </a:lvl4pPr>
            <a:lvl5pPr marR="0" lvl="4" algn="ctr" rtl="0">
              <a:lnSpc>
                <a:spcPct val="100000"/>
              </a:lnSpc>
              <a:spcBef>
                <a:spcPts val="0"/>
              </a:spcBef>
              <a:spcAft>
                <a:spcPts val="0"/>
              </a:spcAft>
              <a:buClr>
                <a:srgbClr val="000000"/>
              </a:buClr>
              <a:buSzPts val="4200"/>
              <a:buFont typeface="Helvetica Neue Light"/>
              <a:buNone/>
              <a:defRPr sz="5600" b="0" i="0" u="none" strike="noStrike" cap="none">
                <a:solidFill>
                  <a:srgbClr val="000000"/>
                </a:solidFill>
                <a:latin typeface="Helvetica Neue Light"/>
                <a:ea typeface="Helvetica Neue Light"/>
                <a:cs typeface="Helvetica Neue Light"/>
                <a:sym typeface="Helvetica Neue Light"/>
              </a:defRPr>
            </a:lvl5pPr>
            <a:lvl6pPr marR="0" lvl="5" algn="ctr" rtl="0">
              <a:lnSpc>
                <a:spcPct val="100000"/>
              </a:lnSpc>
              <a:spcBef>
                <a:spcPts val="0"/>
              </a:spcBef>
              <a:spcAft>
                <a:spcPts val="0"/>
              </a:spcAft>
              <a:buClr>
                <a:srgbClr val="000000"/>
              </a:buClr>
              <a:buSzPts val="4200"/>
              <a:buFont typeface="Helvetica Neue Light"/>
              <a:buNone/>
              <a:defRPr sz="5600" b="0" i="0" u="none" strike="noStrike" cap="none">
                <a:solidFill>
                  <a:srgbClr val="000000"/>
                </a:solidFill>
                <a:latin typeface="Helvetica Neue Light"/>
                <a:ea typeface="Helvetica Neue Light"/>
                <a:cs typeface="Helvetica Neue Light"/>
                <a:sym typeface="Helvetica Neue Light"/>
              </a:defRPr>
            </a:lvl6pPr>
            <a:lvl7pPr marR="0" lvl="6" algn="ctr" rtl="0">
              <a:lnSpc>
                <a:spcPct val="100000"/>
              </a:lnSpc>
              <a:spcBef>
                <a:spcPts val="0"/>
              </a:spcBef>
              <a:spcAft>
                <a:spcPts val="0"/>
              </a:spcAft>
              <a:buClr>
                <a:srgbClr val="000000"/>
              </a:buClr>
              <a:buSzPts val="4200"/>
              <a:buFont typeface="Helvetica Neue Light"/>
              <a:buNone/>
              <a:defRPr sz="5600" b="0" i="0" u="none" strike="noStrike" cap="none">
                <a:solidFill>
                  <a:srgbClr val="000000"/>
                </a:solidFill>
                <a:latin typeface="Helvetica Neue Light"/>
                <a:ea typeface="Helvetica Neue Light"/>
                <a:cs typeface="Helvetica Neue Light"/>
                <a:sym typeface="Helvetica Neue Light"/>
              </a:defRPr>
            </a:lvl7pPr>
            <a:lvl8pPr marR="0" lvl="7" algn="ctr" rtl="0">
              <a:lnSpc>
                <a:spcPct val="100000"/>
              </a:lnSpc>
              <a:spcBef>
                <a:spcPts val="0"/>
              </a:spcBef>
              <a:spcAft>
                <a:spcPts val="0"/>
              </a:spcAft>
              <a:buClr>
                <a:srgbClr val="000000"/>
              </a:buClr>
              <a:buSzPts val="4200"/>
              <a:buFont typeface="Helvetica Neue Light"/>
              <a:buNone/>
              <a:defRPr sz="5600" b="0" i="0" u="none" strike="noStrike" cap="none">
                <a:solidFill>
                  <a:srgbClr val="000000"/>
                </a:solidFill>
                <a:latin typeface="Helvetica Neue Light"/>
                <a:ea typeface="Helvetica Neue Light"/>
                <a:cs typeface="Helvetica Neue Light"/>
                <a:sym typeface="Helvetica Neue Light"/>
              </a:defRPr>
            </a:lvl8pPr>
            <a:lvl9pPr marR="0" lvl="8" algn="ctr" rtl="0">
              <a:lnSpc>
                <a:spcPct val="100000"/>
              </a:lnSpc>
              <a:spcBef>
                <a:spcPts val="0"/>
              </a:spcBef>
              <a:spcAft>
                <a:spcPts val="0"/>
              </a:spcAft>
              <a:buClr>
                <a:srgbClr val="000000"/>
              </a:buClr>
              <a:buSzPts val="4200"/>
              <a:buFont typeface="Helvetica Neue Light"/>
              <a:buNone/>
              <a:defRPr sz="5600" b="0" i="0" u="none" strike="noStrike" cap="none">
                <a:solidFill>
                  <a:srgbClr val="000000"/>
                </a:solidFill>
                <a:latin typeface="Helvetica Neue Light"/>
                <a:ea typeface="Helvetica Neue Light"/>
                <a:cs typeface="Helvetica Neue Light"/>
                <a:sym typeface="Helvetica Neue Light"/>
              </a:defRPr>
            </a:lvl9pPr>
          </a:lstStyle>
          <a:p>
            <a:endParaRPr/>
          </a:p>
        </p:txBody>
      </p:sp>
      <p:grpSp>
        <p:nvGrpSpPr>
          <p:cNvPr id="1237" name="Google Shape;1237;p137"/>
          <p:cNvGrpSpPr/>
          <p:nvPr/>
        </p:nvGrpSpPr>
        <p:grpSpPr>
          <a:xfrm>
            <a:off x="11292163" y="6405041"/>
            <a:ext cx="560655" cy="182680"/>
            <a:chOff x="0" y="0"/>
            <a:chExt cx="2077525" cy="676925"/>
          </a:xfrm>
        </p:grpSpPr>
        <p:sp>
          <p:nvSpPr>
            <p:cNvPr id="1238" name="Google Shape;1238;p137"/>
            <p:cNvSpPr/>
            <p:nvPr/>
          </p:nvSpPr>
          <p:spPr>
            <a:xfrm>
              <a:off x="0" y="0"/>
              <a:ext cx="511375" cy="524800"/>
            </a:xfrm>
            <a:custGeom>
              <a:avLst/>
              <a:gdLst/>
              <a:ahLst/>
              <a:cxnLst/>
              <a:rect l="l" t="t" r="r" b="b"/>
              <a:pathLst>
                <a:path w="20455" h="20992" extrusionOk="0">
                  <a:moveTo>
                    <a:pt x="10700" y="12450"/>
                  </a:moveTo>
                  <a:lnTo>
                    <a:pt x="10700" y="9583"/>
                  </a:lnTo>
                  <a:lnTo>
                    <a:pt x="20300" y="9583"/>
                  </a:lnTo>
                  <a:cubicBezTo>
                    <a:pt x="20398" y="10088"/>
                    <a:pt x="20455" y="10690"/>
                    <a:pt x="20455" y="11341"/>
                  </a:cubicBezTo>
                  <a:cubicBezTo>
                    <a:pt x="20455" y="13491"/>
                    <a:pt x="19866" y="16154"/>
                    <a:pt x="17972" y="18048"/>
                  </a:cubicBezTo>
                  <a:cubicBezTo>
                    <a:pt x="16129" y="19968"/>
                    <a:pt x="13773" y="20992"/>
                    <a:pt x="10650" y="20992"/>
                  </a:cubicBezTo>
                  <a:cubicBezTo>
                    <a:pt x="4864" y="20993"/>
                    <a:pt x="0" y="16282"/>
                    <a:pt x="0" y="10496"/>
                  </a:cubicBezTo>
                  <a:cubicBezTo>
                    <a:pt x="0" y="4710"/>
                    <a:pt x="4864" y="0"/>
                    <a:pt x="10650" y="0"/>
                  </a:cubicBezTo>
                  <a:cubicBezTo>
                    <a:pt x="13850" y="0"/>
                    <a:pt x="16129" y="1254"/>
                    <a:pt x="17844" y="2893"/>
                  </a:cubicBezTo>
                  <a:lnTo>
                    <a:pt x="15822" y="4915"/>
                  </a:lnTo>
                  <a:cubicBezTo>
                    <a:pt x="14593" y="3763"/>
                    <a:pt x="12929" y="2867"/>
                    <a:pt x="10651" y="2867"/>
                  </a:cubicBezTo>
                  <a:cubicBezTo>
                    <a:pt x="6427" y="2867"/>
                    <a:pt x="3124" y="6272"/>
                    <a:pt x="3124" y="10496"/>
                  </a:cubicBezTo>
                  <a:cubicBezTo>
                    <a:pt x="3124" y="14720"/>
                    <a:pt x="6427" y="18125"/>
                    <a:pt x="10651" y="18125"/>
                  </a:cubicBezTo>
                  <a:cubicBezTo>
                    <a:pt x="13390" y="18125"/>
                    <a:pt x="14952" y="17024"/>
                    <a:pt x="15950" y="16026"/>
                  </a:cubicBezTo>
                  <a:cubicBezTo>
                    <a:pt x="16764" y="15213"/>
                    <a:pt x="17299" y="14046"/>
                    <a:pt x="17507" y="12450"/>
                  </a:cubicBezTo>
                  <a:lnTo>
                    <a:pt x="10700" y="12450"/>
                  </a:lnTo>
                  <a:close/>
                </a:path>
              </a:pathLst>
            </a:custGeom>
            <a:solidFill>
              <a:srgbClr val="AEB3B7"/>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595959"/>
                </a:solidFill>
                <a:latin typeface="Arial"/>
                <a:ea typeface="Arial"/>
                <a:cs typeface="Arial"/>
                <a:sym typeface="Arial"/>
              </a:endParaRPr>
            </a:p>
          </p:txBody>
        </p:sp>
        <p:sp>
          <p:nvSpPr>
            <p:cNvPr id="1239" name="Google Shape;1239;p137"/>
            <p:cNvSpPr/>
            <p:nvPr/>
          </p:nvSpPr>
          <p:spPr>
            <a:xfrm>
              <a:off x="540400" y="187300"/>
              <a:ext cx="339200" cy="337950"/>
            </a:xfrm>
            <a:custGeom>
              <a:avLst/>
              <a:gdLst/>
              <a:ahLst/>
              <a:cxnLst/>
              <a:rect l="l" t="t" r="r" b="b"/>
              <a:pathLst>
                <a:path w="13568" h="13518" extrusionOk="0">
                  <a:moveTo>
                    <a:pt x="13568" y="6759"/>
                  </a:moveTo>
                  <a:cubicBezTo>
                    <a:pt x="13568" y="10650"/>
                    <a:pt x="10522" y="13518"/>
                    <a:pt x="6784" y="13518"/>
                  </a:cubicBezTo>
                  <a:cubicBezTo>
                    <a:pt x="3046" y="13518"/>
                    <a:pt x="0" y="10651"/>
                    <a:pt x="0" y="6759"/>
                  </a:cubicBezTo>
                  <a:cubicBezTo>
                    <a:pt x="0" y="2842"/>
                    <a:pt x="3046" y="0"/>
                    <a:pt x="6784" y="0"/>
                  </a:cubicBezTo>
                  <a:cubicBezTo>
                    <a:pt x="10522" y="0"/>
                    <a:pt x="13568" y="2842"/>
                    <a:pt x="13568" y="6759"/>
                  </a:cubicBezTo>
                  <a:close/>
                  <a:moveTo>
                    <a:pt x="10599" y="6759"/>
                  </a:moveTo>
                  <a:cubicBezTo>
                    <a:pt x="10599" y="4327"/>
                    <a:pt x="8833" y="2663"/>
                    <a:pt x="6785" y="2663"/>
                  </a:cubicBezTo>
                  <a:cubicBezTo>
                    <a:pt x="4737" y="2663"/>
                    <a:pt x="2970" y="4327"/>
                    <a:pt x="2970" y="6759"/>
                  </a:cubicBezTo>
                  <a:cubicBezTo>
                    <a:pt x="2970" y="9165"/>
                    <a:pt x="4736" y="10855"/>
                    <a:pt x="6785" y="10855"/>
                  </a:cubicBezTo>
                  <a:cubicBezTo>
                    <a:pt x="8832" y="10855"/>
                    <a:pt x="10599" y="9165"/>
                    <a:pt x="10599" y="6759"/>
                  </a:cubicBezTo>
                  <a:close/>
                </a:path>
              </a:pathLst>
            </a:custGeom>
            <a:solidFill>
              <a:srgbClr val="AEB3B7"/>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595959"/>
                </a:solidFill>
                <a:latin typeface="Arial"/>
                <a:ea typeface="Arial"/>
                <a:cs typeface="Arial"/>
                <a:sym typeface="Arial"/>
              </a:endParaRPr>
            </a:p>
          </p:txBody>
        </p:sp>
        <p:sp>
          <p:nvSpPr>
            <p:cNvPr id="1240" name="Google Shape;1240;p137"/>
            <p:cNvSpPr/>
            <p:nvPr/>
          </p:nvSpPr>
          <p:spPr>
            <a:xfrm>
              <a:off x="910400" y="187300"/>
              <a:ext cx="339200" cy="337950"/>
            </a:xfrm>
            <a:custGeom>
              <a:avLst/>
              <a:gdLst/>
              <a:ahLst/>
              <a:cxnLst/>
              <a:rect l="l" t="t" r="r" b="b"/>
              <a:pathLst>
                <a:path w="13568" h="13518" extrusionOk="0">
                  <a:moveTo>
                    <a:pt x="13568" y="6759"/>
                  </a:moveTo>
                  <a:cubicBezTo>
                    <a:pt x="13568" y="10650"/>
                    <a:pt x="10522" y="13518"/>
                    <a:pt x="6784" y="13518"/>
                  </a:cubicBezTo>
                  <a:cubicBezTo>
                    <a:pt x="3046" y="13518"/>
                    <a:pt x="0" y="10651"/>
                    <a:pt x="0" y="6759"/>
                  </a:cubicBezTo>
                  <a:cubicBezTo>
                    <a:pt x="0" y="2842"/>
                    <a:pt x="3046" y="0"/>
                    <a:pt x="6784" y="0"/>
                  </a:cubicBezTo>
                  <a:cubicBezTo>
                    <a:pt x="10522" y="0"/>
                    <a:pt x="13568" y="2842"/>
                    <a:pt x="13568" y="6759"/>
                  </a:cubicBezTo>
                  <a:close/>
                  <a:moveTo>
                    <a:pt x="10599" y="6759"/>
                  </a:moveTo>
                  <a:cubicBezTo>
                    <a:pt x="10599" y="4327"/>
                    <a:pt x="8833" y="2663"/>
                    <a:pt x="6785" y="2663"/>
                  </a:cubicBezTo>
                  <a:cubicBezTo>
                    <a:pt x="4737" y="2663"/>
                    <a:pt x="2970" y="4327"/>
                    <a:pt x="2970" y="6759"/>
                  </a:cubicBezTo>
                  <a:cubicBezTo>
                    <a:pt x="2970" y="9165"/>
                    <a:pt x="4736" y="10855"/>
                    <a:pt x="6785" y="10855"/>
                  </a:cubicBezTo>
                  <a:cubicBezTo>
                    <a:pt x="8832" y="10855"/>
                    <a:pt x="10599" y="9165"/>
                    <a:pt x="10599" y="6759"/>
                  </a:cubicBezTo>
                  <a:close/>
                </a:path>
              </a:pathLst>
            </a:custGeom>
            <a:solidFill>
              <a:srgbClr val="AEB3B7"/>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595959"/>
                </a:solidFill>
                <a:latin typeface="Arial"/>
                <a:ea typeface="Arial"/>
                <a:cs typeface="Arial"/>
                <a:sym typeface="Arial"/>
              </a:endParaRPr>
            </a:p>
          </p:txBody>
        </p:sp>
        <p:sp>
          <p:nvSpPr>
            <p:cNvPr id="1241" name="Google Shape;1241;p137"/>
            <p:cNvSpPr/>
            <p:nvPr/>
          </p:nvSpPr>
          <p:spPr>
            <a:xfrm>
              <a:off x="1280400" y="187325"/>
              <a:ext cx="323850" cy="489600"/>
            </a:xfrm>
            <a:custGeom>
              <a:avLst/>
              <a:gdLst/>
              <a:ahLst/>
              <a:cxnLst/>
              <a:rect l="l" t="t" r="r" b="b"/>
              <a:pathLst>
                <a:path w="12954" h="19584" extrusionOk="0">
                  <a:moveTo>
                    <a:pt x="12954" y="409"/>
                  </a:moveTo>
                  <a:lnTo>
                    <a:pt x="12954" y="12544"/>
                  </a:lnTo>
                  <a:cubicBezTo>
                    <a:pt x="12954" y="17536"/>
                    <a:pt x="10010" y="19584"/>
                    <a:pt x="6528" y="19584"/>
                  </a:cubicBezTo>
                  <a:cubicBezTo>
                    <a:pt x="3251" y="19584"/>
                    <a:pt x="1280" y="17382"/>
                    <a:pt x="537" y="15590"/>
                  </a:cubicBezTo>
                  <a:lnTo>
                    <a:pt x="3123" y="14515"/>
                  </a:lnTo>
                  <a:cubicBezTo>
                    <a:pt x="3584" y="15616"/>
                    <a:pt x="4710" y="16922"/>
                    <a:pt x="6528" y="16922"/>
                  </a:cubicBezTo>
                  <a:cubicBezTo>
                    <a:pt x="8755" y="16922"/>
                    <a:pt x="10138" y="15539"/>
                    <a:pt x="10138" y="12954"/>
                  </a:cubicBezTo>
                  <a:lnTo>
                    <a:pt x="10138" y="11981"/>
                  </a:lnTo>
                  <a:lnTo>
                    <a:pt x="10036" y="11981"/>
                  </a:lnTo>
                  <a:cubicBezTo>
                    <a:pt x="9370" y="12800"/>
                    <a:pt x="8090" y="13517"/>
                    <a:pt x="6477" y="13517"/>
                  </a:cubicBezTo>
                  <a:cubicBezTo>
                    <a:pt x="3098" y="13517"/>
                    <a:pt x="0" y="10573"/>
                    <a:pt x="0" y="6784"/>
                  </a:cubicBezTo>
                  <a:cubicBezTo>
                    <a:pt x="0" y="2969"/>
                    <a:pt x="3098" y="0"/>
                    <a:pt x="6477" y="0"/>
                  </a:cubicBezTo>
                  <a:cubicBezTo>
                    <a:pt x="8090" y="0"/>
                    <a:pt x="9370" y="717"/>
                    <a:pt x="10036" y="1511"/>
                  </a:cubicBezTo>
                  <a:lnTo>
                    <a:pt x="10138" y="1511"/>
                  </a:lnTo>
                  <a:lnTo>
                    <a:pt x="10138" y="409"/>
                  </a:lnTo>
                  <a:lnTo>
                    <a:pt x="12954" y="409"/>
                  </a:lnTo>
                  <a:close/>
                  <a:moveTo>
                    <a:pt x="10343" y="6784"/>
                  </a:moveTo>
                  <a:cubicBezTo>
                    <a:pt x="10343" y="4403"/>
                    <a:pt x="8756" y="2662"/>
                    <a:pt x="6733" y="2662"/>
                  </a:cubicBezTo>
                  <a:cubicBezTo>
                    <a:pt x="4685" y="2662"/>
                    <a:pt x="2970" y="4403"/>
                    <a:pt x="2970" y="6784"/>
                  </a:cubicBezTo>
                  <a:cubicBezTo>
                    <a:pt x="2970" y="9139"/>
                    <a:pt x="4685" y="10855"/>
                    <a:pt x="6733" y="10855"/>
                  </a:cubicBezTo>
                  <a:cubicBezTo>
                    <a:pt x="8755" y="10854"/>
                    <a:pt x="10343" y="9139"/>
                    <a:pt x="10343" y="6784"/>
                  </a:cubicBezTo>
                  <a:close/>
                </a:path>
              </a:pathLst>
            </a:custGeom>
            <a:solidFill>
              <a:srgbClr val="AEB3B7"/>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595959"/>
                </a:solidFill>
                <a:latin typeface="Arial"/>
                <a:ea typeface="Arial"/>
                <a:cs typeface="Arial"/>
                <a:sym typeface="Arial"/>
              </a:endParaRPr>
            </a:p>
          </p:txBody>
        </p:sp>
        <p:sp>
          <p:nvSpPr>
            <p:cNvPr id="1242" name="Google Shape;1242;p137"/>
            <p:cNvSpPr/>
            <p:nvPr/>
          </p:nvSpPr>
          <p:spPr>
            <a:xfrm>
              <a:off x="1655750" y="20000"/>
              <a:ext cx="74250" cy="495000"/>
            </a:xfrm>
            <a:custGeom>
              <a:avLst/>
              <a:gdLst/>
              <a:ahLst/>
              <a:cxnLst/>
              <a:rect l="l" t="t" r="r" b="b"/>
              <a:pathLst>
                <a:path w="2970" h="19800" extrusionOk="0">
                  <a:moveTo>
                    <a:pt x="2970" y="0"/>
                  </a:moveTo>
                  <a:lnTo>
                    <a:pt x="2970" y="19800"/>
                  </a:lnTo>
                  <a:lnTo>
                    <a:pt x="0" y="19800"/>
                  </a:lnTo>
                  <a:lnTo>
                    <a:pt x="0" y="0"/>
                  </a:lnTo>
                  <a:lnTo>
                    <a:pt x="2970" y="0"/>
                  </a:lnTo>
                  <a:close/>
                </a:path>
              </a:pathLst>
            </a:custGeom>
            <a:solidFill>
              <a:srgbClr val="AEB3B7"/>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595959"/>
                </a:solidFill>
                <a:latin typeface="Arial"/>
                <a:ea typeface="Arial"/>
                <a:cs typeface="Arial"/>
                <a:sym typeface="Arial"/>
              </a:endParaRPr>
            </a:p>
          </p:txBody>
        </p:sp>
        <p:sp>
          <p:nvSpPr>
            <p:cNvPr id="1243" name="Google Shape;1243;p137"/>
            <p:cNvSpPr/>
            <p:nvPr/>
          </p:nvSpPr>
          <p:spPr>
            <a:xfrm>
              <a:off x="1765825" y="187275"/>
              <a:ext cx="311700" cy="337950"/>
            </a:xfrm>
            <a:custGeom>
              <a:avLst/>
              <a:gdLst/>
              <a:ahLst/>
              <a:cxnLst/>
              <a:rect l="l" t="t" r="r" b="b"/>
              <a:pathLst>
                <a:path w="12468" h="13518" extrusionOk="0">
                  <a:moveTo>
                    <a:pt x="10035" y="8987"/>
                  </a:moveTo>
                  <a:lnTo>
                    <a:pt x="12339" y="10523"/>
                  </a:lnTo>
                  <a:cubicBezTo>
                    <a:pt x="11596" y="11624"/>
                    <a:pt x="9804" y="13518"/>
                    <a:pt x="6707" y="13518"/>
                  </a:cubicBezTo>
                  <a:cubicBezTo>
                    <a:pt x="2867" y="13518"/>
                    <a:pt x="0" y="10548"/>
                    <a:pt x="0" y="6759"/>
                  </a:cubicBezTo>
                  <a:cubicBezTo>
                    <a:pt x="0" y="2739"/>
                    <a:pt x="2893" y="0"/>
                    <a:pt x="6375" y="0"/>
                  </a:cubicBezTo>
                  <a:cubicBezTo>
                    <a:pt x="9882" y="0"/>
                    <a:pt x="11598" y="2791"/>
                    <a:pt x="12161" y="4301"/>
                  </a:cubicBezTo>
                  <a:lnTo>
                    <a:pt x="12468" y="5069"/>
                  </a:lnTo>
                  <a:lnTo>
                    <a:pt x="3431" y="8807"/>
                  </a:lnTo>
                  <a:cubicBezTo>
                    <a:pt x="4122" y="10164"/>
                    <a:pt x="5198" y="10855"/>
                    <a:pt x="6708" y="10855"/>
                  </a:cubicBezTo>
                  <a:cubicBezTo>
                    <a:pt x="8217" y="10856"/>
                    <a:pt x="9267" y="10114"/>
                    <a:pt x="10035" y="8987"/>
                  </a:cubicBezTo>
                  <a:close/>
                  <a:moveTo>
                    <a:pt x="2943" y="6555"/>
                  </a:moveTo>
                  <a:lnTo>
                    <a:pt x="8985" y="4046"/>
                  </a:lnTo>
                  <a:cubicBezTo>
                    <a:pt x="8652" y="3201"/>
                    <a:pt x="7654" y="2612"/>
                    <a:pt x="6476" y="2612"/>
                  </a:cubicBezTo>
                  <a:cubicBezTo>
                    <a:pt x="4966" y="2613"/>
                    <a:pt x="2867" y="3944"/>
                    <a:pt x="2943" y="6555"/>
                  </a:cubicBezTo>
                  <a:close/>
                </a:path>
              </a:pathLst>
            </a:custGeom>
            <a:solidFill>
              <a:srgbClr val="AEB3B7"/>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595959"/>
                </a:solidFill>
                <a:latin typeface="Arial"/>
                <a:ea typeface="Arial"/>
                <a:cs typeface="Arial"/>
                <a:sym typeface="Arial"/>
              </a:endParaRPr>
            </a:p>
          </p:txBody>
        </p:sp>
      </p:grpSp>
    </p:spTree>
    <p:extLst>
      <p:ext uri="{BB962C8B-B14F-4D97-AF65-F5344CB8AC3E}">
        <p14:creationId xmlns:p14="http://schemas.microsoft.com/office/powerpoint/2010/main" val="64244543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Body Slide - Basic Text - Green" preserve="1">
  <p:cSld name="Body Slide - Basic Text - Green">
    <p:spTree>
      <p:nvGrpSpPr>
        <p:cNvPr id="1" name="Shape 1244"/>
        <p:cNvGrpSpPr/>
        <p:nvPr/>
      </p:nvGrpSpPr>
      <p:grpSpPr>
        <a:xfrm>
          <a:off x="0" y="0"/>
          <a:ext cx="0" cy="0"/>
          <a:chOff x="0" y="0"/>
          <a:chExt cx="0" cy="0"/>
        </a:xfrm>
      </p:grpSpPr>
      <p:sp>
        <p:nvSpPr>
          <p:cNvPr id="1245" name="Google Shape;1245;p138"/>
          <p:cNvSpPr txBox="1">
            <a:spLocks noGrp="1"/>
          </p:cNvSpPr>
          <p:nvPr>
            <p:ph type="body" idx="1"/>
          </p:nvPr>
        </p:nvSpPr>
        <p:spPr>
          <a:xfrm>
            <a:off x="459333" y="2610267"/>
            <a:ext cx="5261600" cy="2142400"/>
          </a:xfrm>
          <a:prstGeom prst="rect">
            <a:avLst/>
          </a:prstGeom>
          <a:noFill/>
          <a:ln>
            <a:noFill/>
          </a:ln>
        </p:spPr>
        <p:txBody>
          <a:bodyPr spcFirstLastPara="1" wrap="square" lIns="91425" tIns="91425" rIns="91425" bIns="91425" anchor="t" anchorCtr="0">
            <a:noAutofit/>
          </a:bodyPr>
          <a:lstStyle>
            <a:lvl1pPr marL="609585" marR="0" lvl="0" indent="-380990" algn="l" rtl="0">
              <a:lnSpc>
                <a:spcPct val="130000"/>
              </a:lnSpc>
              <a:spcBef>
                <a:spcPts val="0"/>
              </a:spcBef>
              <a:spcAft>
                <a:spcPts val="0"/>
              </a:spcAft>
              <a:buClr>
                <a:srgbClr val="80868B"/>
              </a:buClr>
              <a:buSzPts val="900"/>
              <a:buFont typeface="Roboto"/>
              <a:buChar char="●"/>
              <a:defRPr sz="1467" b="0" i="0" u="none" strike="noStrike" cap="none">
                <a:solidFill>
                  <a:srgbClr val="5F6368"/>
                </a:solidFill>
                <a:latin typeface="Roboto"/>
                <a:ea typeface="Roboto"/>
                <a:cs typeface="Roboto"/>
                <a:sym typeface="Roboto"/>
              </a:defRPr>
            </a:lvl1pPr>
            <a:lvl2pPr marL="1219170" marR="0" lvl="1" indent="-380990" algn="l" rtl="0">
              <a:lnSpc>
                <a:spcPct val="130000"/>
              </a:lnSpc>
              <a:spcBef>
                <a:spcPts val="0"/>
              </a:spcBef>
              <a:spcAft>
                <a:spcPts val="0"/>
              </a:spcAft>
              <a:buClr>
                <a:srgbClr val="80868B"/>
              </a:buClr>
              <a:buSzPts val="900"/>
              <a:buFont typeface="Roboto"/>
              <a:buChar char="○"/>
              <a:defRPr sz="1467" b="0" i="0" u="none" strike="noStrike" cap="none">
                <a:solidFill>
                  <a:srgbClr val="5F6368"/>
                </a:solidFill>
                <a:latin typeface="Roboto"/>
                <a:ea typeface="Roboto"/>
                <a:cs typeface="Roboto"/>
                <a:sym typeface="Roboto"/>
              </a:defRPr>
            </a:lvl2pPr>
            <a:lvl3pPr marL="1828754" marR="0" lvl="2" indent="-397923" algn="l" rtl="0">
              <a:lnSpc>
                <a:spcPct val="130000"/>
              </a:lnSpc>
              <a:spcBef>
                <a:spcPts val="0"/>
              </a:spcBef>
              <a:spcAft>
                <a:spcPts val="0"/>
              </a:spcAft>
              <a:buClr>
                <a:srgbClr val="5F6368"/>
              </a:buClr>
              <a:buSzPts val="1100"/>
              <a:buFont typeface="Roboto"/>
              <a:buChar char="■"/>
              <a:defRPr sz="1467" b="0" i="0" u="none" strike="noStrike" cap="none">
                <a:solidFill>
                  <a:srgbClr val="5F6368"/>
                </a:solidFill>
                <a:latin typeface="Roboto"/>
                <a:ea typeface="Roboto"/>
                <a:cs typeface="Roboto"/>
                <a:sym typeface="Roboto"/>
              </a:defRPr>
            </a:lvl3pPr>
            <a:lvl4pPr marL="2438339" marR="0" lvl="3" indent="-397923" algn="l" rtl="0">
              <a:lnSpc>
                <a:spcPct val="130000"/>
              </a:lnSpc>
              <a:spcBef>
                <a:spcPts val="0"/>
              </a:spcBef>
              <a:spcAft>
                <a:spcPts val="0"/>
              </a:spcAft>
              <a:buClr>
                <a:srgbClr val="5F6368"/>
              </a:buClr>
              <a:buSzPts val="1100"/>
              <a:buFont typeface="Roboto"/>
              <a:buChar char="●"/>
              <a:defRPr sz="1467" b="0" i="0" u="none" strike="noStrike" cap="none">
                <a:solidFill>
                  <a:srgbClr val="5F6368"/>
                </a:solidFill>
                <a:latin typeface="Roboto"/>
                <a:ea typeface="Roboto"/>
                <a:cs typeface="Roboto"/>
                <a:sym typeface="Roboto"/>
              </a:defRPr>
            </a:lvl4pPr>
            <a:lvl5pPr marL="3047924" marR="0" lvl="4" indent="-397923" algn="l" rtl="0">
              <a:lnSpc>
                <a:spcPct val="130000"/>
              </a:lnSpc>
              <a:spcBef>
                <a:spcPts val="0"/>
              </a:spcBef>
              <a:spcAft>
                <a:spcPts val="0"/>
              </a:spcAft>
              <a:buClr>
                <a:srgbClr val="5F6368"/>
              </a:buClr>
              <a:buSzPts val="1100"/>
              <a:buFont typeface="Roboto"/>
              <a:buChar char="○"/>
              <a:defRPr sz="1467" b="0" i="0" u="none" strike="noStrike" cap="none">
                <a:solidFill>
                  <a:srgbClr val="5F6368"/>
                </a:solidFill>
                <a:latin typeface="Roboto"/>
                <a:ea typeface="Roboto"/>
                <a:cs typeface="Roboto"/>
                <a:sym typeface="Roboto"/>
              </a:defRPr>
            </a:lvl5pPr>
            <a:lvl6pPr marL="3657509" marR="0" lvl="5" indent="-397923" algn="l" rtl="0">
              <a:lnSpc>
                <a:spcPct val="130000"/>
              </a:lnSpc>
              <a:spcBef>
                <a:spcPts val="0"/>
              </a:spcBef>
              <a:spcAft>
                <a:spcPts val="0"/>
              </a:spcAft>
              <a:buClr>
                <a:srgbClr val="5F6368"/>
              </a:buClr>
              <a:buSzPts val="1100"/>
              <a:buFont typeface="Roboto"/>
              <a:buChar char="■"/>
              <a:defRPr sz="1467" b="0" i="0" u="none" strike="noStrike" cap="none">
                <a:solidFill>
                  <a:srgbClr val="5F6368"/>
                </a:solidFill>
                <a:latin typeface="Roboto"/>
                <a:ea typeface="Roboto"/>
                <a:cs typeface="Roboto"/>
                <a:sym typeface="Roboto"/>
              </a:defRPr>
            </a:lvl6pPr>
            <a:lvl7pPr marL="4267093" marR="0" lvl="6" indent="-397923" algn="l" rtl="0">
              <a:lnSpc>
                <a:spcPct val="130000"/>
              </a:lnSpc>
              <a:spcBef>
                <a:spcPts val="0"/>
              </a:spcBef>
              <a:spcAft>
                <a:spcPts val="0"/>
              </a:spcAft>
              <a:buClr>
                <a:srgbClr val="5F6368"/>
              </a:buClr>
              <a:buSzPts val="1100"/>
              <a:buFont typeface="Roboto"/>
              <a:buChar char="●"/>
              <a:defRPr sz="1467" b="0" i="0" u="none" strike="noStrike" cap="none">
                <a:solidFill>
                  <a:srgbClr val="5F6368"/>
                </a:solidFill>
                <a:latin typeface="Roboto"/>
                <a:ea typeface="Roboto"/>
                <a:cs typeface="Roboto"/>
                <a:sym typeface="Roboto"/>
              </a:defRPr>
            </a:lvl7pPr>
            <a:lvl8pPr marL="4876678" marR="0" lvl="7" indent="-397923" algn="l" rtl="0">
              <a:lnSpc>
                <a:spcPct val="130000"/>
              </a:lnSpc>
              <a:spcBef>
                <a:spcPts val="0"/>
              </a:spcBef>
              <a:spcAft>
                <a:spcPts val="0"/>
              </a:spcAft>
              <a:buClr>
                <a:srgbClr val="5F6368"/>
              </a:buClr>
              <a:buSzPts val="1100"/>
              <a:buFont typeface="Roboto"/>
              <a:buChar char="○"/>
              <a:defRPr sz="1467" b="0" i="0" u="none" strike="noStrike" cap="none">
                <a:solidFill>
                  <a:srgbClr val="5F6368"/>
                </a:solidFill>
                <a:latin typeface="Roboto"/>
                <a:ea typeface="Roboto"/>
                <a:cs typeface="Roboto"/>
                <a:sym typeface="Roboto"/>
              </a:defRPr>
            </a:lvl8pPr>
            <a:lvl9pPr marL="5486263" marR="0" lvl="8" indent="-397923" algn="l" rtl="0">
              <a:lnSpc>
                <a:spcPct val="130000"/>
              </a:lnSpc>
              <a:spcBef>
                <a:spcPts val="0"/>
              </a:spcBef>
              <a:spcAft>
                <a:spcPts val="0"/>
              </a:spcAft>
              <a:buClr>
                <a:srgbClr val="5F6368"/>
              </a:buClr>
              <a:buSzPts val="1100"/>
              <a:buFont typeface="Roboto"/>
              <a:buChar char="■"/>
              <a:defRPr sz="1467" b="0" i="0" u="none" strike="noStrike" cap="none">
                <a:solidFill>
                  <a:srgbClr val="5F6368"/>
                </a:solidFill>
                <a:latin typeface="Roboto"/>
                <a:ea typeface="Roboto"/>
                <a:cs typeface="Roboto"/>
                <a:sym typeface="Roboto"/>
              </a:defRPr>
            </a:lvl9pPr>
          </a:lstStyle>
          <a:p>
            <a:endParaRPr/>
          </a:p>
        </p:txBody>
      </p:sp>
      <p:sp>
        <p:nvSpPr>
          <p:cNvPr id="1246" name="Google Shape;1246;p138"/>
          <p:cNvSpPr/>
          <p:nvPr/>
        </p:nvSpPr>
        <p:spPr>
          <a:xfrm>
            <a:off x="459335" y="555700"/>
            <a:ext cx="10396000" cy="552400"/>
          </a:xfrm>
          <a:prstGeom prst="rect">
            <a:avLst/>
          </a:prstGeom>
          <a:noFill/>
          <a:ln>
            <a:noFill/>
          </a:ln>
        </p:spPr>
        <p:txBody>
          <a:bodyPr spcFirstLastPara="1" wrap="square" lIns="25400" tIns="25400" rIns="25400" bIns="25400" anchor="t" anchorCtr="0">
            <a:noAutofit/>
          </a:bodyPr>
          <a:lstStyle/>
          <a:p>
            <a:pPr marL="0" marR="0" lvl="0" indent="0" algn="l" rtl="0">
              <a:lnSpc>
                <a:spcPct val="90000"/>
              </a:lnSpc>
              <a:spcBef>
                <a:spcPts val="0"/>
              </a:spcBef>
              <a:spcAft>
                <a:spcPts val="0"/>
              </a:spcAft>
              <a:buClr>
                <a:schemeClr val="dk1"/>
              </a:buClr>
              <a:buSzPts val="1100"/>
              <a:buFont typeface="Arial"/>
              <a:buNone/>
            </a:pPr>
            <a:endParaRPr sz="3200" b="0" i="0" u="none" strike="noStrike" cap="none">
              <a:solidFill>
                <a:srgbClr val="3C4043"/>
              </a:solidFill>
              <a:latin typeface="Google Sans"/>
              <a:ea typeface="Google Sans"/>
              <a:cs typeface="Google Sans"/>
              <a:sym typeface="Google Sans"/>
            </a:endParaRPr>
          </a:p>
        </p:txBody>
      </p:sp>
      <p:sp>
        <p:nvSpPr>
          <p:cNvPr id="1247" name="Google Shape;1247;p138"/>
          <p:cNvSpPr txBox="1"/>
          <p:nvPr/>
        </p:nvSpPr>
        <p:spPr>
          <a:xfrm>
            <a:off x="10579600" y="291700"/>
            <a:ext cx="1612400" cy="404800"/>
          </a:xfrm>
          <a:prstGeom prst="rect">
            <a:avLst/>
          </a:prstGeom>
          <a:noFill/>
          <a:ln>
            <a:noFill/>
          </a:ln>
        </p:spPr>
        <p:txBody>
          <a:bodyPr spcFirstLastPara="1" wrap="square" lIns="121900" tIns="121900" rIns="121900" bIns="121900" anchor="t" anchorCtr="0">
            <a:noAutofit/>
          </a:bodyPr>
          <a:lstStyle/>
          <a:p>
            <a:pPr marL="0" marR="0" lvl="0" indent="0" algn="l" rtl="0">
              <a:lnSpc>
                <a:spcPct val="100000"/>
              </a:lnSpc>
              <a:spcBef>
                <a:spcPts val="0"/>
              </a:spcBef>
              <a:spcAft>
                <a:spcPts val="0"/>
              </a:spcAft>
              <a:buClr>
                <a:srgbClr val="000000"/>
              </a:buClr>
              <a:buSzPts val="600"/>
              <a:buFont typeface="Arial"/>
              <a:buNone/>
            </a:pPr>
            <a:r>
              <a:rPr lang="en" sz="800" b="0" i="0" u="none" strike="noStrike" cap="none">
                <a:solidFill>
                  <a:srgbClr val="D9D9D9"/>
                </a:solidFill>
                <a:latin typeface="Roboto"/>
                <a:ea typeface="Roboto"/>
                <a:cs typeface="Roboto"/>
                <a:sym typeface="Roboto"/>
              </a:rPr>
              <a:t>Proprietary + Confidential</a:t>
            </a:r>
            <a:endParaRPr sz="800" b="0" i="0" u="none" strike="noStrike" cap="none">
              <a:solidFill>
                <a:srgbClr val="D9D9D9"/>
              </a:solidFill>
              <a:latin typeface="Roboto"/>
              <a:ea typeface="Roboto"/>
              <a:cs typeface="Roboto"/>
              <a:sym typeface="Roboto"/>
            </a:endParaRPr>
          </a:p>
        </p:txBody>
      </p:sp>
      <p:sp>
        <p:nvSpPr>
          <p:cNvPr id="1248" name="Google Shape;1248;p138"/>
          <p:cNvSpPr/>
          <p:nvPr/>
        </p:nvSpPr>
        <p:spPr>
          <a:xfrm>
            <a:off x="-29957" y="313820"/>
            <a:ext cx="77200" cy="6230400"/>
          </a:xfrm>
          <a:prstGeom prst="rect">
            <a:avLst/>
          </a:prstGeom>
          <a:solidFill>
            <a:srgbClr val="34A853"/>
          </a:solidFill>
          <a:ln>
            <a:noFill/>
          </a:ln>
        </p:spPr>
        <p:txBody>
          <a:bodyPr spcFirstLastPara="1" wrap="square" lIns="25400" tIns="25400" rIns="25400" bIns="25400" anchor="ctr" anchorCtr="0">
            <a:noAutofit/>
          </a:bodyPr>
          <a:lstStyle/>
          <a:p>
            <a:pPr marL="0" marR="0" lvl="0" indent="0" algn="ctr" rtl="0">
              <a:lnSpc>
                <a:spcPct val="100000"/>
              </a:lnSpc>
              <a:spcBef>
                <a:spcPts val="0"/>
              </a:spcBef>
              <a:spcAft>
                <a:spcPts val="0"/>
              </a:spcAft>
              <a:buClr>
                <a:srgbClr val="519BF7"/>
              </a:buClr>
              <a:buSzPts val="1200"/>
              <a:buFont typeface="Helvetica Neue Light"/>
              <a:buNone/>
            </a:pPr>
            <a:endParaRPr sz="1600" b="0" i="0" u="none" strike="noStrike" cap="none">
              <a:solidFill>
                <a:srgbClr val="1D8E3E"/>
              </a:solidFill>
              <a:latin typeface="Helvetica Neue Light"/>
              <a:ea typeface="Helvetica Neue Light"/>
              <a:cs typeface="Helvetica Neue Light"/>
              <a:sym typeface="Helvetica Neue Light"/>
            </a:endParaRPr>
          </a:p>
        </p:txBody>
      </p:sp>
      <p:sp>
        <p:nvSpPr>
          <p:cNvPr id="1249" name="Google Shape;1249;p138"/>
          <p:cNvSpPr txBox="1">
            <a:spLocks noGrp="1"/>
          </p:cNvSpPr>
          <p:nvPr>
            <p:ph type="title"/>
          </p:nvPr>
        </p:nvSpPr>
        <p:spPr>
          <a:xfrm>
            <a:off x="459335" y="352500"/>
            <a:ext cx="10396000" cy="552400"/>
          </a:xfrm>
          <a:prstGeom prst="rect">
            <a:avLst/>
          </a:prstGeom>
          <a:noFill/>
          <a:ln>
            <a:noFill/>
          </a:ln>
        </p:spPr>
        <p:txBody>
          <a:bodyPr spcFirstLastPara="1" wrap="square" lIns="91425" tIns="91425" rIns="91425" bIns="91425" anchor="t" anchorCtr="0">
            <a:noAutofit/>
          </a:bodyPr>
          <a:lstStyle>
            <a:lvl1pPr marR="0" lvl="0" algn="l" rtl="0">
              <a:lnSpc>
                <a:spcPct val="90000"/>
              </a:lnSpc>
              <a:spcBef>
                <a:spcPts val="0"/>
              </a:spcBef>
              <a:spcAft>
                <a:spcPts val="0"/>
              </a:spcAft>
              <a:buClr>
                <a:schemeClr val="dk1"/>
              </a:buClr>
              <a:buSzPts val="1100"/>
              <a:buFont typeface="Arial"/>
              <a:buNone/>
              <a:defRPr sz="3200" b="0" i="0" u="none" strike="noStrike" cap="none">
                <a:solidFill>
                  <a:srgbClr val="3C4043"/>
                </a:solidFill>
                <a:latin typeface="Google Sans"/>
                <a:ea typeface="Google Sans"/>
                <a:cs typeface="Google Sans"/>
                <a:sym typeface="Google Sans"/>
              </a:defRPr>
            </a:lvl1pPr>
            <a:lvl2pPr marR="0" lvl="1" algn="ctr" rtl="0">
              <a:lnSpc>
                <a:spcPct val="100000"/>
              </a:lnSpc>
              <a:spcBef>
                <a:spcPts val="0"/>
              </a:spcBef>
              <a:spcAft>
                <a:spcPts val="0"/>
              </a:spcAft>
              <a:buClr>
                <a:srgbClr val="000000"/>
              </a:buClr>
              <a:buSzPts val="4200"/>
              <a:buFont typeface="Helvetica Neue Light"/>
              <a:buNone/>
              <a:defRPr sz="5600" b="0" i="0" u="none" strike="noStrike" cap="none">
                <a:solidFill>
                  <a:srgbClr val="000000"/>
                </a:solidFill>
                <a:latin typeface="Helvetica Neue Light"/>
                <a:ea typeface="Helvetica Neue Light"/>
                <a:cs typeface="Helvetica Neue Light"/>
                <a:sym typeface="Helvetica Neue Light"/>
              </a:defRPr>
            </a:lvl2pPr>
            <a:lvl3pPr marR="0" lvl="2" algn="ctr" rtl="0">
              <a:lnSpc>
                <a:spcPct val="100000"/>
              </a:lnSpc>
              <a:spcBef>
                <a:spcPts val="0"/>
              </a:spcBef>
              <a:spcAft>
                <a:spcPts val="0"/>
              </a:spcAft>
              <a:buClr>
                <a:srgbClr val="000000"/>
              </a:buClr>
              <a:buSzPts val="4200"/>
              <a:buFont typeface="Helvetica Neue Light"/>
              <a:buNone/>
              <a:defRPr sz="5600" b="0" i="0" u="none" strike="noStrike" cap="none">
                <a:solidFill>
                  <a:srgbClr val="000000"/>
                </a:solidFill>
                <a:latin typeface="Helvetica Neue Light"/>
                <a:ea typeface="Helvetica Neue Light"/>
                <a:cs typeface="Helvetica Neue Light"/>
                <a:sym typeface="Helvetica Neue Light"/>
              </a:defRPr>
            </a:lvl3pPr>
            <a:lvl4pPr marR="0" lvl="3" algn="ctr" rtl="0">
              <a:lnSpc>
                <a:spcPct val="100000"/>
              </a:lnSpc>
              <a:spcBef>
                <a:spcPts val="0"/>
              </a:spcBef>
              <a:spcAft>
                <a:spcPts val="0"/>
              </a:spcAft>
              <a:buClr>
                <a:srgbClr val="000000"/>
              </a:buClr>
              <a:buSzPts val="4200"/>
              <a:buFont typeface="Helvetica Neue Light"/>
              <a:buNone/>
              <a:defRPr sz="5600" b="0" i="0" u="none" strike="noStrike" cap="none">
                <a:solidFill>
                  <a:srgbClr val="000000"/>
                </a:solidFill>
                <a:latin typeface="Helvetica Neue Light"/>
                <a:ea typeface="Helvetica Neue Light"/>
                <a:cs typeface="Helvetica Neue Light"/>
                <a:sym typeface="Helvetica Neue Light"/>
              </a:defRPr>
            </a:lvl4pPr>
            <a:lvl5pPr marR="0" lvl="4" algn="ctr" rtl="0">
              <a:lnSpc>
                <a:spcPct val="100000"/>
              </a:lnSpc>
              <a:spcBef>
                <a:spcPts val="0"/>
              </a:spcBef>
              <a:spcAft>
                <a:spcPts val="0"/>
              </a:spcAft>
              <a:buClr>
                <a:srgbClr val="000000"/>
              </a:buClr>
              <a:buSzPts val="4200"/>
              <a:buFont typeface="Helvetica Neue Light"/>
              <a:buNone/>
              <a:defRPr sz="5600" b="0" i="0" u="none" strike="noStrike" cap="none">
                <a:solidFill>
                  <a:srgbClr val="000000"/>
                </a:solidFill>
                <a:latin typeface="Helvetica Neue Light"/>
                <a:ea typeface="Helvetica Neue Light"/>
                <a:cs typeface="Helvetica Neue Light"/>
                <a:sym typeface="Helvetica Neue Light"/>
              </a:defRPr>
            </a:lvl5pPr>
            <a:lvl6pPr marR="0" lvl="5" algn="ctr" rtl="0">
              <a:lnSpc>
                <a:spcPct val="100000"/>
              </a:lnSpc>
              <a:spcBef>
                <a:spcPts val="0"/>
              </a:spcBef>
              <a:spcAft>
                <a:spcPts val="0"/>
              </a:spcAft>
              <a:buClr>
                <a:srgbClr val="000000"/>
              </a:buClr>
              <a:buSzPts val="4200"/>
              <a:buFont typeface="Helvetica Neue Light"/>
              <a:buNone/>
              <a:defRPr sz="5600" b="0" i="0" u="none" strike="noStrike" cap="none">
                <a:solidFill>
                  <a:srgbClr val="000000"/>
                </a:solidFill>
                <a:latin typeface="Helvetica Neue Light"/>
                <a:ea typeface="Helvetica Neue Light"/>
                <a:cs typeface="Helvetica Neue Light"/>
                <a:sym typeface="Helvetica Neue Light"/>
              </a:defRPr>
            </a:lvl6pPr>
            <a:lvl7pPr marR="0" lvl="6" algn="ctr" rtl="0">
              <a:lnSpc>
                <a:spcPct val="100000"/>
              </a:lnSpc>
              <a:spcBef>
                <a:spcPts val="0"/>
              </a:spcBef>
              <a:spcAft>
                <a:spcPts val="0"/>
              </a:spcAft>
              <a:buClr>
                <a:srgbClr val="000000"/>
              </a:buClr>
              <a:buSzPts val="4200"/>
              <a:buFont typeface="Helvetica Neue Light"/>
              <a:buNone/>
              <a:defRPr sz="5600" b="0" i="0" u="none" strike="noStrike" cap="none">
                <a:solidFill>
                  <a:srgbClr val="000000"/>
                </a:solidFill>
                <a:latin typeface="Helvetica Neue Light"/>
                <a:ea typeface="Helvetica Neue Light"/>
                <a:cs typeface="Helvetica Neue Light"/>
                <a:sym typeface="Helvetica Neue Light"/>
              </a:defRPr>
            </a:lvl7pPr>
            <a:lvl8pPr marR="0" lvl="7" algn="ctr" rtl="0">
              <a:lnSpc>
                <a:spcPct val="100000"/>
              </a:lnSpc>
              <a:spcBef>
                <a:spcPts val="0"/>
              </a:spcBef>
              <a:spcAft>
                <a:spcPts val="0"/>
              </a:spcAft>
              <a:buClr>
                <a:srgbClr val="000000"/>
              </a:buClr>
              <a:buSzPts val="4200"/>
              <a:buFont typeface="Helvetica Neue Light"/>
              <a:buNone/>
              <a:defRPr sz="5600" b="0" i="0" u="none" strike="noStrike" cap="none">
                <a:solidFill>
                  <a:srgbClr val="000000"/>
                </a:solidFill>
                <a:latin typeface="Helvetica Neue Light"/>
                <a:ea typeface="Helvetica Neue Light"/>
                <a:cs typeface="Helvetica Neue Light"/>
                <a:sym typeface="Helvetica Neue Light"/>
              </a:defRPr>
            </a:lvl8pPr>
            <a:lvl9pPr marR="0" lvl="8" algn="ctr" rtl="0">
              <a:lnSpc>
                <a:spcPct val="100000"/>
              </a:lnSpc>
              <a:spcBef>
                <a:spcPts val="0"/>
              </a:spcBef>
              <a:spcAft>
                <a:spcPts val="0"/>
              </a:spcAft>
              <a:buClr>
                <a:srgbClr val="000000"/>
              </a:buClr>
              <a:buSzPts val="4200"/>
              <a:buFont typeface="Helvetica Neue Light"/>
              <a:buNone/>
              <a:defRPr sz="5600" b="0" i="0" u="none" strike="noStrike" cap="none">
                <a:solidFill>
                  <a:srgbClr val="000000"/>
                </a:solidFill>
                <a:latin typeface="Helvetica Neue Light"/>
                <a:ea typeface="Helvetica Neue Light"/>
                <a:cs typeface="Helvetica Neue Light"/>
                <a:sym typeface="Helvetica Neue Light"/>
              </a:defRPr>
            </a:lvl9pPr>
          </a:lstStyle>
          <a:p>
            <a:endParaRPr/>
          </a:p>
        </p:txBody>
      </p:sp>
      <p:grpSp>
        <p:nvGrpSpPr>
          <p:cNvPr id="1250" name="Google Shape;1250;p138"/>
          <p:cNvGrpSpPr/>
          <p:nvPr/>
        </p:nvGrpSpPr>
        <p:grpSpPr>
          <a:xfrm>
            <a:off x="11292163" y="6405041"/>
            <a:ext cx="560655" cy="182680"/>
            <a:chOff x="0" y="0"/>
            <a:chExt cx="2077525" cy="676925"/>
          </a:xfrm>
        </p:grpSpPr>
        <p:sp>
          <p:nvSpPr>
            <p:cNvPr id="1251" name="Google Shape;1251;p138"/>
            <p:cNvSpPr/>
            <p:nvPr/>
          </p:nvSpPr>
          <p:spPr>
            <a:xfrm>
              <a:off x="0" y="0"/>
              <a:ext cx="511375" cy="524800"/>
            </a:xfrm>
            <a:custGeom>
              <a:avLst/>
              <a:gdLst/>
              <a:ahLst/>
              <a:cxnLst/>
              <a:rect l="l" t="t" r="r" b="b"/>
              <a:pathLst>
                <a:path w="20455" h="20992" extrusionOk="0">
                  <a:moveTo>
                    <a:pt x="10700" y="12450"/>
                  </a:moveTo>
                  <a:lnTo>
                    <a:pt x="10700" y="9583"/>
                  </a:lnTo>
                  <a:lnTo>
                    <a:pt x="20300" y="9583"/>
                  </a:lnTo>
                  <a:cubicBezTo>
                    <a:pt x="20398" y="10088"/>
                    <a:pt x="20455" y="10690"/>
                    <a:pt x="20455" y="11341"/>
                  </a:cubicBezTo>
                  <a:cubicBezTo>
                    <a:pt x="20455" y="13491"/>
                    <a:pt x="19866" y="16154"/>
                    <a:pt x="17972" y="18048"/>
                  </a:cubicBezTo>
                  <a:cubicBezTo>
                    <a:pt x="16129" y="19968"/>
                    <a:pt x="13773" y="20992"/>
                    <a:pt x="10650" y="20992"/>
                  </a:cubicBezTo>
                  <a:cubicBezTo>
                    <a:pt x="4864" y="20993"/>
                    <a:pt x="0" y="16282"/>
                    <a:pt x="0" y="10496"/>
                  </a:cubicBezTo>
                  <a:cubicBezTo>
                    <a:pt x="0" y="4710"/>
                    <a:pt x="4864" y="0"/>
                    <a:pt x="10650" y="0"/>
                  </a:cubicBezTo>
                  <a:cubicBezTo>
                    <a:pt x="13850" y="0"/>
                    <a:pt x="16129" y="1254"/>
                    <a:pt x="17844" y="2893"/>
                  </a:cubicBezTo>
                  <a:lnTo>
                    <a:pt x="15822" y="4915"/>
                  </a:lnTo>
                  <a:cubicBezTo>
                    <a:pt x="14593" y="3763"/>
                    <a:pt x="12929" y="2867"/>
                    <a:pt x="10651" y="2867"/>
                  </a:cubicBezTo>
                  <a:cubicBezTo>
                    <a:pt x="6427" y="2867"/>
                    <a:pt x="3124" y="6272"/>
                    <a:pt x="3124" y="10496"/>
                  </a:cubicBezTo>
                  <a:cubicBezTo>
                    <a:pt x="3124" y="14720"/>
                    <a:pt x="6427" y="18125"/>
                    <a:pt x="10651" y="18125"/>
                  </a:cubicBezTo>
                  <a:cubicBezTo>
                    <a:pt x="13390" y="18125"/>
                    <a:pt x="14952" y="17024"/>
                    <a:pt x="15950" y="16026"/>
                  </a:cubicBezTo>
                  <a:cubicBezTo>
                    <a:pt x="16764" y="15213"/>
                    <a:pt x="17299" y="14046"/>
                    <a:pt x="17507" y="12450"/>
                  </a:cubicBezTo>
                  <a:lnTo>
                    <a:pt x="10700" y="12450"/>
                  </a:lnTo>
                  <a:close/>
                </a:path>
              </a:pathLst>
            </a:custGeom>
            <a:solidFill>
              <a:srgbClr val="AEB3B7"/>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595959"/>
                </a:solidFill>
                <a:latin typeface="Arial"/>
                <a:ea typeface="Arial"/>
                <a:cs typeface="Arial"/>
                <a:sym typeface="Arial"/>
              </a:endParaRPr>
            </a:p>
          </p:txBody>
        </p:sp>
        <p:sp>
          <p:nvSpPr>
            <p:cNvPr id="1252" name="Google Shape;1252;p138"/>
            <p:cNvSpPr/>
            <p:nvPr/>
          </p:nvSpPr>
          <p:spPr>
            <a:xfrm>
              <a:off x="540400" y="187300"/>
              <a:ext cx="339200" cy="337950"/>
            </a:xfrm>
            <a:custGeom>
              <a:avLst/>
              <a:gdLst/>
              <a:ahLst/>
              <a:cxnLst/>
              <a:rect l="l" t="t" r="r" b="b"/>
              <a:pathLst>
                <a:path w="13568" h="13518" extrusionOk="0">
                  <a:moveTo>
                    <a:pt x="13568" y="6759"/>
                  </a:moveTo>
                  <a:cubicBezTo>
                    <a:pt x="13568" y="10650"/>
                    <a:pt x="10522" y="13518"/>
                    <a:pt x="6784" y="13518"/>
                  </a:cubicBezTo>
                  <a:cubicBezTo>
                    <a:pt x="3046" y="13518"/>
                    <a:pt x="0" y="10651"/>
                    <a:pt x="0" y="6759"/>
                  </a:cubicBezTo>
                  <a:cubicBezTo>
                    <a:pt x="0" y="2842"/>
                    <a:pt x="3046" y="0"/>
                    <a:pt x="6784" y="0"/>
                  </a:cubicBezTo>
                  <a:cubicBezTo>
                    <a:pt x="10522" y="0"/>
                    <a:pt x="13568" y="2842"/>
                    <a:pt x="13568" y="6759"/>
                  </a:cubicBezTo>
                  <a:close/>
                  <a:moveTo>
                    <a:pt x="10599" y="6759"/>
                  </a:moveTo>
                  <a:cubicBezTo>
                    <a:pt x="10599" y="4327"/>
                    <a:pt x="8833" y="2663"/>
                    <a:pt x="6785" y="2663"/>
                  </a:cubicBezTo>
                  <a:cubicBezTo>
                    <a:pt x="4737" y="2663"/>
                    <a:pt x="2970" y="4327"/>
                    <a:pt x="2970" y="6759"/>
                  </a:cubicBezTo>
                  <a:cubicBezTo>
                    <a:pt x="2970" y="9165"/>
                    <a:pt x="4736" y="10855"/>
                    <a:pt x="6785" y="10855"/>
                  </a:cubicBezTo>
                  <a:cubicBezTo>
                    <a:pt x="8832" y="10855"/>
                    <a:pt x="10599" y="9165"/>
                    <a:pt x="10599" y="6759"/>
                  </a:cubicBezTo>
                  <a:close/>
                </a:path>
              </a:pathLst>
            </a:custGeom>
            <a:solidFill>
              <a:srgbClr val="AEB3B7"/>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595959"/>
                </a:solidFill>
                <a:latin typeface="Arial"/>
                <a:ea typeface="Arial"/>
                <a:cs typeface="Arial"/>
                <a:sym typeface="Arial"/>
              </a:endParaRPr>
            </a:p>
          </p:txBody>
        </p:sp>
        <p:sp>
          <p:nvSpPr>
            <p:cNvPr id="1253" name="Google Shape;1253;p138"/>
            <p:cNvSpPr/>
            <p:nvPr/>
          </p:nvSpPr>
          <p:spPr>
            <a:xfrm>
              <a:off x="910400" y="187300"/>
              <a:ext cx="339200" cy="337950"/>
            </a:xfrm>
            <a:custGeom>
              <a:avLst/>
              <a:gdLst/>
              <a:ahLst/>
              <a:cxnLst/>
              <a:rect l="l" t="t" r="r" b="b"/>
              <a:pathLst>
                <a:path w="13568" h="13518" extrusionOk="0">
                  <a:moveTo>
                    <a:pt x="13568" y="6759"/>
                  </a:moveTo>
                  <a:cubicBezTo>
                    <a:pt x="13568" y="10650"/>
                    <a:pt x="10522" y="13518"/>
                    <a:pt x="6784" y="13518"/>
                  </a:cubicBezTo>
                  <a:cubicBezTo>
                    <a:pt x="3046" y="13518"/>
                    <a:pt x="0" y="10651"/>
                    <a:pt x="0" y="6759"/>
                  </a:cubicBezTo>
                  <a:cubicBezTo>
                    <a:pt x="0" y="2842"/>
                    <a:pt x="3046" y="0"/>
                    <a:pt x="6784" y="0"/>
                  </a:cubicBezTo>
                  <a:cubicBezTo>
                    <a:pt x="10522" y="0"/>
                    <a:pt x="13568" y="2842"/>
                    <a:pt x="13568" y="6759"/>
                  </a:cubicBezTo>
                  <a:close/>
                  <a:moveTo>
                    <a:pt x="10599" y="6759"/>
                  </a:moveTo>
                  <a:cubicBezTo>
                    <a:pt x="10599" y="4327"/>
                    <a:pt x="8833" y="2663"/>
                    <a:pt x="6785" y="2663"/>
                  </a:cubicBezTo>
                  <a:cubicBezTo>
                    <a:pt x="4737" y="2663"/>
                    <a:pt x="2970" y="4327"/>
                    <a:pt x="2970" y="6759"/>
                  </a:cubicBezTo>
                  <a:cubicBezTo>
                    <a:pt x="2970" y="9165"/>
                    <a:pt x="4736" y="10855"/>
                    <a:pt x="6785" y="10855"/>
                  </a:cubicBezTo>
                  <a:cubicBezTo>
                    <a:pt x="8832" y="10855"/>
                    <a:pt x="10599" y="9165"/>
                    <a:pt x="10599" y="6759"/>
                  </a:cubicBezTo>
                  <a:close/>
                </a:path>
              </a:pathLst>
            </a:custGeom>
            <a:solidFill>
              <a:srgbClr val="AEB3B7"/>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595959"/>
                </a:solidFill>
                <a:latin typeface="Arial"/>
                <a:ea typeface="Arial"/>
                <a:cs typeface="Arial"/>
                <a:sym typeface="Arial"/>
              </a:endParaRPr>
            </a:p>
          </p:txBody>
        </p:sp>
        <p:sp>
          <p:nvSpPr>
            <p:cNvPr id="1254" name="Google Shape;1254;p138"/>
            <p:cNvSpPr/>
            <p:nvPr/>
          </p:nvSpPr>
          <p:spPr>
            <a:xfrm>
              <a:off x="1280400" y="187325"/>
              <a:ext cx="323850" cy="489600"/>
            </a:xfrm>
            <a:custGeom>
              <a:avLst/>
              <a:gdLst/>
              <a:ahLst/>
              <a:cxnLst/>
              <a:rect l="l" t="t" r="r" b="b"/>
              <a:pathLst>
                <a:path w="12954" h="19584" extrusionOk="0">
                  <a:moveTo>
                    <a:pt x="12954" y="409"/>
                  </a:moveTo>
                  <a:lnTo>
                    <a:pt x="12954" y="12544"/>
                  </a:lnTo>
                  <a:cubicBezTo>
                    <a:pt x="12954" y="17536"/>
                    <a:pt x="10010" y="19584"/>
                    <a:pt x="6528" y="19584"/>
                  </a:cubicBezTo>
                  <a:cubicBezTo>
                    <a:pt x="3251" y="19584"/>
                    <a:pt x="1280" y="17382"/>
                    <a:pt x="537" y="15590"/>
                  </a:cubicBezTo>
                  <a:lnTo>
                    <a:pt x="3123" y="14515"/>
                  </a:lnTo>
                  <a:cubicBezTo>
                    <a:pt x="3584" y="15616"/>
                    <a:pt x="4710" y="16922"/>
                    <a:pt x="6528" y="16922"/>
                  </a:cubicBezTo>
                  <a:cubicBezTo>
                    <a:pt x="8755" y="16922"/>
                    <a:pt x="10138" y="15539"/>
                    <a:pt x="10138" y="12954"/>
                  </a:cubicBezTo>
                  <a:lnTo>
                    <a:pt x="10138" y="11981"/>
                  </a:lnTo>
                  <a:lnTo>
                    <a:pt x="10036" y="11981"/>
                  </a:lnTo>
                  <a:cubicBezTo>
                    <a:pt x="9370" y="12800"/>
                    <a:pt x="8090" y="13517"/>
                    <a:pt x="6477" y="13517"/>
                  </a:cubicBezTo>
                  <a:cubicBezTo>
                    <a:pt x="3098" y="13517"/>
                    <a:pt x="0" y="10573"/>
                    <a:pt x="0" y="6784"/>
                  </a:cubicBezTo>
                  <a:cubicBezTo>
                    <a:pt x="0" y="2969"/>
                    <a:pt x="3098" y="0"/>
                    <a:pt x="6477" y="0"/>
                  </a:cubicBezTo>
                  <a:cubicBezTo>
                    <a:pt x="8090" y="0"/>
                    <a:pt x="9370" y="717"/>
                    <a:pt x="10036" y="1511"/>
                  </a:cubicBezTo>
                  <a:lnTo>
                    <a:pt x="10138" y="1511"/>
                  </a:lnTo>
                  <a:lnTo>
                    <a:pt x="10138" y="409"/>
                  </a:lnTo>
                  <a:lnTo>
                    <a:pt x="12954" y="409"/>
                  </a:lnTo>
                  <a:close/>
                  <a:moveTo>
                    <a:pt x="10343" y="6784"/>
                  </a:moveTo>
                  <a:cubicBezTo>
                    <a:pt x="10343" y="4403"/>
                    <a:pt x="8756" y="2662"/>
                    <a:pt x="6733" y="2662"/>
                  </a:cubicBezTo>
                  <a:cubicBezTo>
                    <a:pt x="4685" y="2662"/>
                    <a:pt x="2970" y="4403"/>
                    <a:pt x="2970" y="6784"/>
                  </a:cubicBezTo>
                  <a:cubicBezTo>
                    <a:pt x="2970" y="9139"/>
                    <a:pt x="4685" y="10855"/>
                    <a:pt x="6733" y="10855"/>
                  </a:cubicBezTo>
                  <a:cubicBezTo>
                    <a:pt x="8755" y="10854"/>
                    <a:pt x="10343" y="9139"/>
                    <a:pt x="10343" y="6784"/>
                  </a:cubicBezTo>
                  <a:close/>
                </a:path>
              </a:pathLst>
            </a:custGeom>
            <a:solidFill>
              <a:srgbClr val="AEB3B7"/>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595959"/>
                </a:solidFill>
                <a:latin typeface="Arial"/>
                <a:ea typeface="Arial"/>
                <a:cs typeface="Arial"/>
                <a:sym typeface="Arial"/>
              </a:endParaRPr>
            </a:p>
          </p:txBody>
        </p:sp>
        <p:sp>
          <p:nvSpPr>
            <p:cNvPr id="1255" name="Google Shape;1255;p138"/>
            <p:cNvSpPr/>
            <p:nvPr/>
          </p:nvSpPr>
          <p:spPr>
            <a:xfrm>
              <a:off x="1655750" y="20000"/>
              <a:ext cx="74250" cy="495000"/>
            </a:xfrm>
            <a:custGeom>
              <a:avLst/>
              <a:gdLst/>
              <a:ahLst/>
              <a:cxnLst/>
              <a:rect l="l" t="t" r="r" b="b"/>
              <a:pathLst>
                <a:path w="2970" h="19800" extrusionOk="0">
                  <a:moveTo>
                    <a:pt x="2970" y="0"/>
                  </a:moveTo>
                  <a:lnTo>
                    <a:pt x="2970" y="19800"/>
                  </a:lnTo>
                  <a:lnTo>
                    <a:pt x="0" y="19800"/>
                  </a:lnTo>
                  <a:lnTo>
                    <a:pt x="0" y="0"/>
                  </a:lnTo>
                  <a:lnTo>
                    <a:pt x="2970" y="0"/>
                  </a:lnTo>
                  <a:close/>
                </a:path>
              </a:pathLst>
            </a:custGeom>
            <a:solidFill>
              <a:srgbClr val="AEB3B7"/>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595959"/>
                </a:solidFill>
                <a:latin typeface="Arial"/>
                <a:ea typeface="Arial"/>
                <a:cs typeface="Arial"/>
                <a:sym typeface="Arial"/>
              </a:endParaRPr>
            </a:p>
          </p:txBody>
        </p:sp>
        <p:sp>
          <p:nvSpPr>
            <p:cNvPr id="1256" name="Google Shape;1256;p138"/>
            <p:cNvSpPr/>
            <p:nvPr/>
          </p:nvSpPr>
          <p:spPr>
            <a:xfrm>
              <a:off x="1765825" y="187275"/>
              <a:ext cx="311700" cy="337950"/>
            </a:xfrm>
            <a:custGeom>
              <a:avLst/>
              <a:gdLst/>
              <a:ahLst/>
              <a:cxnLst/>
              <a:rect l="l" t="t" r="r" b="b"/>
              <a:pathLst>
                <a:path w="12468" h="13518" extrusionOk="0">
                  <a:moveTo>
                    <a:pt x="10035" y="8987"/>
                  </a:moveTo>
                  <a:lnTo>
                    <a:pt x="12339" y="10523"/>
                  </a:lnTo>
                  <a:cubicBezTo>
                    <a:pt x="11596" y="11624"/>
                    <a:pt x="9804" y="13518"/>
                    <a:pt x="6707" y="13518"/>
                  </a:cubicBezTo>
                  <a:cubicBezTo>
                    <a:pt x="2867" y="13518"/>
                    <a:pt x="0" y="10548"/>
                    <a:pt x="0" y="6759"/>
                  </a:cubicBezTo>
                  <a:cubicBezTo>
                    <a:pt x="0" y="2739"/>
                    <a:pt x="2893" y="0"/>
                    <a:pt x="6375" y="0"/>
                  </a:cubicBezTo>
                  <a:cubicBezTo>
                    <a:pt x="9882" y="0"/>
                    <a:pt x="11598" y="2791"/>
                    <a:pt x="12161" y="4301"/>
                  </a:cubicBezTo>
                  <a:lnTo>
                    <a:pt x="12468" y="5069"/>
                  </a:lnTo>
                  <a:lnTo>
                    <a:pt x="3431" y="8807"/>
                  </a:lnTo>
                  <a:cubicBezTo>
                    <a:pt x="4122" y="10164"/>
                    <a:pt x="5198" y="10855"/>
                    <a:pt x="6708" y="10855"/>
                  </a:cubicBezTo>
                  <a:cubicBezTo>
                    <a:pt x="8217" y="10856"/>
                    <a:pt x="9267" y="10114"/>
                    <a:pt x="10035" y="8987"/>
                  </a:cubicBezTo>
                  <a:close/>
                  <a:moveTo>
                    <a:pt x="2943" y="6555"/>
                  </a:moveTo>
                  <a:lnTo>
                    <a:pt x="8985" y="4046"/>
                  </a:lnTo>
                  <a:cubicBezTo>
                    <a:pt x="8652" y="3201"/>
                    <a:pt x="7654" y="2612"/>
                    <a:pt x="6476" y="2612"/>
                  </a:cubicBezTo>
                  <a:cubicBezTo>
                    <a:pt x="4966" y="2613"/>
                    <a:pt x="2867" y="3944"/>
                    <a:pt x="2943" y="6555"/>
                  </a:cubicBezTo>
                  <a:close/>
                </a:path>
              </a:pathLst>
            </a:custGeom>
            <a:solidFill>
              <a:srgbClr val="AEB3B7"/>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595959"/>
                </a:solidFill>
                <a:latin typeface="Arial"/>
                <a:ea typeface="Arial"/>
                <a:cs typeface="Arial"/>
                <a:sym typeface="Arial"/>
              </a:endParaRPr>
            </a:p>
          </p:txBody>
        </p:sp>
      </p:grpSp>
    </p:spTree>
    <p:extLst>
      <p:ext uri="{BB962C8B-B14F-4D97-AF65-F5344CB8AC3E}">
        <p14:creationId xmlns:p14="http://schemas.microsoft.com/office/powerpoint/2010/main" val="100676648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Body Slide - Bulleted List - Green" preserve="1">
  <p:cSld name="Body Slide - Bulleted List - Green">
    <p:spTree>
      <p:nvGrpSpPr>
        <p:cNvPr id="1" name="Shape 1257"/>
        <p:cNvGrpSpPr/>
        <p:nvPr/>
      </p:nvGrpSpPr>
      <p:grpSpPr>
        <a:xfrm>
          <a:off x="0" y="0"/>
          <a:ext cx="0" cy="0"/>
          <a:chOff x="0" y="0"/>
          <a:chExt cx="0" cy="0"/>
        </a:xfrm>
      </p:grpSpPr>
      <p:sp>
        <p:nvSpPr>
          <p:cNvPr id="1258" name="Google Shape;1258;p139"/>
          <p:cNvSpPr txBox="1">
            <a:spLocks noGrp="1"/>
          </p:cNvSpPr>
          <p:nvPr>
            <p:ph type="body" idx="1"/>
          </p:nvPr>
        </p:nvSpPr>
        <p:spPr>
          <a:xfrm>
            <a:off x="485367" y="6324833"/>
            <a:ext cx="5794400" cy="500800"/>
          </a:xfrm>
          <a:prstGeom prst="rect">
            <a:avLst/>
          </a:prstGeom>
          <a:noFill/>
          <a:ln>
            <a:noFill/>
          </a:ln>
        </p:spPr>
        <p:txBody>
          <a:bodyPr spcFirstLastPara="1" wrap="square" lIns="91425" tIns="91425" rIns="91425" bIns="91425" anchor="t" anchorCtr="0">
            <a:noAutofit/>
          </a:bodyPr>
          <a:lstStyle>
            <a:lvl1pPr marL="609585" marR="0" lvl="0" indent="-304792" algn="l" rtl="0">
              <a:lnSpc>
                <a:spcPct val="100000"/>
              </a:lnSpc>
              <a:spcBef>
                <a:spcPts val="0"/>
              </a:spcBef>
              <a:spcAft>
                <a:spcPts val="0"/>
              </a:spcAft>
              <a:buClr>
                <a:srgbClr val="000000"/>
              </a:buClr>
              <a:buSzPts val="1100"/>
              <a:buFont typeface="Arial"/>
              <a:buNone/>
              <a:defRPr sz="800" b="0" i="0" u="none" strike="noStrike" cap="none">
                <a:solidFill>
                  <a:srgbClr val="D5D5D5"/>
                </a:solidFill>
                <a:latin typeface="Roboto"/>
                <a:ea typeface="Roboto"/>
                <a:cs typeface="Roboto"/>
                <a:sym typeface="Roboto"/>
              </a:defRPr>
            </a:lvl1pPr>
            <a:lvl2pPr marL="1219170" marR="0" lvl="1" indent="-304792" algn="l" rtl="0">
              <a:lnSpc>
                <a:spcPct val="100000"/>
              </a:lnSpc>
              <a:spcBef>
                <a:spcPts val="0"/>
              </a:spcBef>
              <a:spcAft>
                <a:spcPts val="0"/>
              </a:spcAft>
              <a:buClr>
                <a:srgbClr val="000000"/>
              </a:buClr>
              <a:buSzPts val="1100"/>
              <a:buFont typeface="Arial"/>
              <a:buNone/>
              <a:defRPr sz="800" b="0" i="0" u="none" strike="noStrike" cap="none">
                <a:solidFill>
                  <a:srgbClr val="D5D5D5"/>
                </a:solidFill>
                <a:latin typeface="Roboto"/>
                <a:ea typeface="Roboto"/>
                <a:cs typeface="Roboto"/>
                <a:sym typeface="Roboto"/>
              </a:defRPr>
            </a:lvl2pPr>
            <a:lvl3pPr marL="1828754" marR="0" lvl="2" indent="-304792" algn="l" rtl="0">
              <a:lnSpc>
                <a:spcPct val="100000"/>
              </a:lnSpc>
              <a:spcBef>
                <a:spcPts val="0"/>
              </a:spcBef>
              <a:spcAft>
                <a:spcPts val="0"/>
              </a:spcAft>
              <a:buClr>
                <a:srgbClr val="000000"/>
              </a:buClr>
              <a:buSzPts val="1100"/>
              <a:buFont typeface="Arial"/>
              <a:buNone/>
              <a:defRPr sz="800" b="0" i="0" u="none" strike="noStrike" cap="none">
                <a:solidFill>
                  <a:srgbClr val="D5D5D5"/>
                </a:solidFill>
                <a:latin typeface="Roboto"/>
                <a:ea typeface="Roboto"/>
                <a:cs typeface="Roboto"/>
                <a:sym typeface="Roboto"/>
              </a:defRPr>
            </a:lvl3pPr>
            <a:lvl4pPr marL="2438339" marR="0" lvl="3" indent="-304792" algn="l" rtl="0">
              <a:lnSpc>
                <a:spcPct val="100000"/>
              </a:lnSpc>
              <a:spcBef>
                <a:spcPts val="0"/>
              </a:spcBef>
              <a:spcAft>
                <a:spcPts val="0"/>
              </a:spcAft>
              <a:buClr>
                <a:srgbClr val="000000"/>
              </a:buClr>
              <a:buSzPts val="1100"/>
              <a:buFont typeface="Arial"/>
              <a:buNone/>
              <a:defRPr sz="800" b="0" i="0" u="none" strike="noStrike" cap="none">
                <a:solidFill>
                  <a:srgbClr val="D5D5D5"/>
                </a:solidFill>
                <a:latin typeface="Roboto"/>
                <a:ea typeface="Roboto"/>
                <a:cs typeface="Roboto"/>
                <a:sym typeface="Roboto"/>
              </a:defRPr>
            </a:lvl4pPr>
            <a:lvl5pPr marL="3047924" marR="0" lvl="4" indent="-304792" algn="l" rtl="0">
              <a:lnSpc>
                <a:spcPct val="100000"/>
              </a:lnSpc>
              <a:spcBef>
                <a:spcPts val="0"/>
              </a:spcBef>
              <a:spcAft>
                <a:spcPts val="0"/>
              </a:spcAft>
              <a:buClr>
                <a:srgbClr val="000000"/>
              </a:buClr>
              <a:buSzPts val="1100"/>
              <a:buFont typeface="Arial"/>
              <a:buNone/>
              <a:defRPr sz="800" b="0" i="0" u="none" strike="noStrike" cap="none">
                <a:solidFill>
                  <a:srgbClr val="D5D5D5"/>
                </a:solidFill>
                <a:latin typeface="Roboto"/>
                <a:ea typeface="Roboto"/>
                <a:cs typeface="Roboto"/>
                <a:sym typeface="Roboto"/>
              </a:defRPr>
            </a:lvl5pPr>
            <a:lvl6pPr marL="3657509" marR="0" lvl="5" indent="-304792" algn="l" rtl="0">
              <a:lnSpc>
                <a:spcPct val="100000"/>
              </a:lnSpc>
              <a:spcBef>
                <a:spcPts val="0"/>
              </a:spcBef>
              <a:spcAft>
                <a:spcPts val="0"/>
              </a:spcAft>
              <a:buClr>
                <a:srgbClr val="000000"/>
              </a:buClr>
              <a:buSzPts val="1100"/>
              <a:buFont typeface="Arial"/>
              <a:buNone/>
              <a:defRPr sz="800" b="0" i="0" u="none" strike="noStrike" cap="none">
                <a:solidFill>
                  <a:srgbClr val="D5D5D5"/>
                </a:solidFill>
                <a:latin typeface="Roboto"/>
                <a:ea typeface="Roboto"/>
                <a:cs typeface="Roboto"/>
                <a:sym typeface="Roboto"/>
              </a:defRPr>
            </a:lvl6pPr>
            <a:lvl7pPr marL="4267093" marR="0" lvl="6" indent="-304792" algn="l" rtl="0">
              <a:lnSpc>
                <a:spcPct val="100000"/>
              </a:lnSpc>
              <a:spcBef>
                <a:spcPts val="0"/>
              </a:spcBef>
              <a:spcAft>
                <a:spcPts val="0"/>
              </a:spcAft>
              <a:buClr>
                <a:srgbClr val="000000"/>
              </a:buClr>
              <a:buSzPts val="1100"/>
              <a:buFont typeface="Arial"/>
              <a:buNone/>
              <a:defRPr sz="800" b="0" i="0" u="none" strike="noStrike" cap="none">
                <a:solidFill>
                  <a:srgbClr val="D5D5D5"/>
                </a:solidFill>
                <a:latin typeface="Roboto"/>
                <a:ea typeface="Roboto"/>
                <a:cs typeface="Roboto"/>
                <a:sym typeface="Roboto"/>
              </a:defRPr>
            </a:lvl7pPr>
            <a:lvl8pPr marL="4876678" marR="0" lvl="7" indent="-304792" algn="l" rtl="0">
              <a:lnSpc>
                <a:spcPct val="100000"/>
              </a:lnSpc>
              <a:spcBef>
                <a:spcPts val="0"/>
              </a:spcBef>
              <a:spcAft>
                <a:spcPts val="0"/>
              </a:spcAft>
              <a:buClr>
                <a:srgbClr val="000000"/>
              </a:buClr>
              <a:buSzPts val="1100"/>
              <a:buFont typeface="Arial"/>
              <a:buNone/>
              <a:defRPr sz="800" b="0" i="0" u="none" strike="noStrike" cap="none">
                <a:solidFill>
                  <a:srgbClr val="D5D5D5"/>
                </a:solidFill>
                <a:latin typeface="Roboto"/>
                <a:ea typeface="Roboto"/>
                <a:cs typeface="Roboto"/>
                <a:sym typeface="Roboto"/>
              </a:defRPr>
            </a:lvl8pPr>
            <a:lvl9pPr marL="5486263" marR="0" lvl="8" indent="-304792" algn="l" rtl="0">
              <a:lnSpc>
                <a:spcPct val="100000"/>
              </a:lnSpc>
              <a:spcBef>
                <a:spcPts val="0"/>
              </a:spcBef>
              <a:spcAft>
                <a:spcPts val="0"/>
              </a:spcAft>
              <a:buClr>
                <a:srgbClr val="000000"/>
              </a:buClr>
              <a:buSzPts val="1100"/>
              <a:buFont typeface="Arial"/>
              <a:buNone/>
              <a:defRPr sz="800" b="0" i="0" u="none" strike="noStrike" cap="none">
                <a:solidFill>
                  <a:srgbClr val="D5D5D5"/>
                </a:solidFill>
                <a:latin typeface="Roboto"/>
                <a:ea typeface="Roboto"/>
                <a:cs typeface="Roboto"/>
                <a:sym typeface="Roboto"/>
              </a:defRPr>
            </a:lvl9pPr>
          </a:lstStyle>
          <a:p>
            <a:endParaRPr/>
          </a:p>
        </p:txBody>
      </p:sp>
      <p:sp>
        <p:nvSpPr>
          <p:cNvPr id="1259" name="Google Shape;1259;p139"/>
          <p:cNvSpPr txBox="1">
            <a:spLocks noGrp="1"/>
          </p:cNvSpPr>
          <p:nvPr>
            <p:ph type="body" idx="2"/>
          </p:nvPr>
        </p:nvSpPr>
        <p:spPr>
          <a:xfrm>
            <a:off x="1116767" y="2288000"/>
            <a:ext cx="6263200" cy="2728400"/>
          </a:xfrm>
          <a:prstGeom prst="rect">
            <a:avLst/>
          </a:prstGeom>
          <a:noFill/>
          <a:ln>
            <a:noFill/>
          </a:ln>
        </p:spPr>
        <p:txBody>
          <a:bodyPr spcFirstLastPara="1" wrap="square" lIns="91425" tIns="91425" rIns="91425" bIns="91425" anchor="t" anchorCtr="0">
            <a:noAutofit/>
          </a:bodyPr>
          <a:lstStyle>
            <a:lvl1pPr marL="609585" marR="0" lvl="0" indent="-380990" algn="l" rtl="0">
              <a:lnSpc>
                <a:spcPct val="260000"/>
              </a:lnSpc>
              <a:spcBef>
                <a:spcPts val="0"/>
              </a:spcBef>
              <a:spcAft>
                <a:spcPts val="0"/>
              </a:spcAft>
              <a:buClr>
                <a:srgbClr val="80868B"/>
              </a:buClr>
              <a:buSzPts val="900"/>
              <a:buFont typeface="Roboto"/>
              <a:buChar char="●"/>
              <a:defRPr sz="1467" b="0" i="0" u="none" strike="noStrike" cap="none">
                <a:solidFill>
                  <a:srgbClr val="5F6368"/>
                </a:solidFill>
                <a:latin typeface="Roboto"/>
                <a:ea typeface="Roboto"/>
                <a:cs typeface="Roboto"/>
                <a:sym typeface="Roboto"/>
              </a:defRPr>
            </a:lvl1pPr>
            <a:lvl2pPr marL="1219170" marR="0" lvl="1" indent="-380990" algn="l" rtl="0">
              <a:lnSpc>
                <a:spcPct val="260000"/>
              </a:lnSpc>
              <a:spcBef>
                <a:spcPts val="0"/>
              </a:spcBef>
              <a:spcAft>
                <a:spcPts val="0"/>
              </a:spcAft>
              <a:buClr>
                <a:srgbClr val="80868B"/>
              </a:buClr>
              <a:buSzPts val="900"/>
              <a:buFont typeface="Roboto"/>
              <a:buChar char="○"/>
              <a:defRPr sz="1467" b="0" i="0" u="none" strike="noStrike" cap="none">
                <a:solidFill>
                  <a:srgbClr val="5F6368"/>
                </a:solidFill>
                <a:latin typeface="Roboto"/>
                <a:ea typeface="Roboto"/>
                <a:cs typeface="Roboto"/>
                <a:sym typeface="Roboto"/>
              </a:defRPr>
            </a:lvl2pPr>
            <a:lvl3pPr marL="1828754" marR="0" lvl="2" indent="-397923" algn="l" rtl="0">
              <a:lnSpc>
                <a:spcPct val="260000"/>
              </a:lnSpc>
              <a:spcBef>
                <a:spcPts val="0"/>
              </a:spcBef>
              <a:spcAft>
                <a:spcPts val="0"/>
              </a:spcAft>
              <a:buClr>
                <a:srgbClr val="5F6368"/>
              </a:buClr>
              <a:buSzPts val="1100"/>
              <a:buFont typeface="Roboto"/>
              <a:buChar char="■"/>
              <a:defRPr sz="1467" b="0" i="0" u="none" strike="noStrike" cap="none">
                <a:solidFill>
                  <a:srgbClr val="5F6368"/>
                </a:solidFill>
                <a:latin typeface="Roboto"/>
                <a:ea typeface="Roboto"/>
                <a:cs typeface="Roboto"/>
                <a:sym typeface="Roboto"/>
              </a:defRPr>
            </a:lvl3pPr>
            <a:lvl4pPr marL="2438339" marR="0" lvl="3" indent="-397923" algn="l" rtl="0">
              <a:lnSpc>
                <a:spcPct val="260000"/>
              </a:lnSpc>
              <a:spcBef>
                <a:spcPts val="0"/>
              </a:spcBef>
              <a:spcAft>
                <a:spcPts val="0"/>
              </a:spcAft>
              <a:buClr>
                <a:srgbClr val="5F6368"/>
              </a:buClr>
              <a:buSzPts val="1100"/>
              <a:buFont typeface="Roboto"/>
              <a:buChar char="●"/>
              <a:defRPr sz="1467" b="0" i="0" u="none" strike="noStrike" cap="none">
                <a:solidFill>
                  <a:srgbClr val="5F6368"/>
                </a:solidFill>
                <a:latin typeface="Roboto"/>
                <a:ea typeface="Roboto"/>
                <a:cs typeface="Roboto"/>
                <a:sym typeface="Roboto"/>
              </a:defRPr>
            </a:lvl4pPr>
            <a:lvl5pPr marL="3047924" marR="0" lvl="4" indent="-397923" algn="l" rtl="0">
              <a:lnSpc>
                <a:spcPct val="260000"/>
              </a:lnSpc>
              <a:spcBef>
                <a:spcPts val="0"/>
              </a:spcBef>
              <a:spcAft>
                <a:spcPts val="0"/>
              </a:spcAft>
              <a:buClr>
                <a:srgbClr val="5F6368"/>
              </a:buClr>
              <a:buSzPts val="1100"/>
              <a:buFont typeface="Roboto"/>
              <a:buChar char="○"/>
              <a:defRPr sz="1467" b="0" i="0" u="none" strike="noStrike" cap="none">
                <a:solidFill>
                  <a:srgbClr val="5F6368"/>
                </a:solidFill>
                <a:latin typeface="Roboto"/>
                <a:ea typeface="Roboto"/>
                <a:cs typeface="Roboto"/>
                <a:sym typeface="Roboto"/>
              </a:defRPr>
            </a:lvl5pPr>
            <a:lvl6pPr marL="3657509" marR="0" lvl="5" indent="-397923" algn="l" rtl="0">
              <a:lnSpc>
                <a:spcPct val="260000"/>
              </a:lnSpc>
              <a:spcBef>
                <a:spcPts val="0"/>
              </a:spcBef>
              <a:spcAft>
                <a:spcPts val="0"/>
              </a:spcAft>
              <a:buClr>
                <a:srgbClr val="5F6368"/>
              </a:buClr>
              <a:buSzPts val="1100"/>
              <a:buFont typeface="Roboto"/>
              <a:buChar char="■"/>
              <a:defRPr sz="1467" b="0" i="0" u="none" strike="noStrike" cap="none">
                <a:solidFill>
                  <a:srgbClr val="5F6368"/>
                </a:solidFill>
                <a:latin typeface="Roboto"/>
                <a:ea typeface="Roboto"/>
                <a:cs typeface="Roboto"/>
                <a:sym typeface="Roboto"/>
              </a:defRPr>
            </a:lvl6pPr>
            <a:lvl7pPr marL="4267093" marR="0" lvl="6" indent="-397923" algn="l" rtl="0">
              <a:lnSpc>
                <a:spcPct val="260000"/>
              </a:lnSpc>
              <a:spcBef>
                <a:spcPts val="0"/>
              </a:spcBef>
              <a:spcAft>
                <a:spcPts val="0"/>
              </a:spcAft>
              <a:buClr>
                <a:srgbClr val="5F6368"/>
              </a:buClr>
              <a:buSzPts val="1100"/>
              <a:buFont typeface="Roboto"/>
              <a:buChar char="●"/>
              <a:defRPr sz="1467" b="0" i="0" u="none" strike="noStrike" cap="none">
                <a:solidFill>
                  <a:srgbClr val="5F6368"/>
                </a:solidFill>
                <a:latin typeface="Roboto"/>
                <a:ea typeface="Roboto"/>
                <a:cs typeface="Roboto"/>
                <a:sym typeface="Roboto"/>
              </a:defRPr>
            </a:lvl7pPr>
            <a:lvl8pPr marL="4876678" marR="0" lvl="7" indent="-397923" algn="l" rtl="0">
              <a:lnSpc>
                <a:spcPct val="260000"/>
              </a:lnSpc>
              <a:spcBef>
                <a:spcPts val="0"/>
              </a:spcBef>
              <a:spcAft>
                <a:spcPts val="0"/>
              </a:spcAft>
              <a:buClr>
                <a:srgbClr val="5F6368"/>
              </a:buClr>
              <a:buSzPts val="1100"/>
              <a:buFont typeface="Roboto"/>
              <a:buChar char="○"/>
              <a:defRPr sz="1467" b="0" i="0" u="none" strike="noStrike" cap="none">
                <a:solidFill>
                  <a:srgbClr val="5F6368"/>
                </a:solidFill>
                <a:latin typeface="Roboto"/>
                <a:ea typeface="Roboto"/>
                <a:cs typeface="Roboto"/>
                <a:sym typeface="Roboto"/>
              </a:defRPr>
            </a:lvl8pPr>
            <a:lvl9pPr marL="5486263" marR="0" lvl="8" indent="-397923" algn="l" rtl="0">
              <a:lnSpc>
                <a:spcPct val="260000"/>
              </a:lnSpc>
              <a:spcBef>
                <a:spcPts val="0"/>
              </a:spcBef>
              <a:spcAft>
                <a:spcPts val="0"/>
              </a:spcAft>
              <a:buClr>
                <a:srgbClr val="5F6368"/>
              </a:buClr>
              <a:buSzPts val="1100"/>
              <a:buFont typeface="Roboto"/>
              <a:buChar char="■"/>
              <a:defRPr sz="1467" b="0" i="0" u="none" strike="noStrike" cap="none">
                <a:solidFill>
                  <a:srgbClr val="5F6368"/>
                </a:solidFill>
                <a:latin typeface="Roboto"/>
                <a:ea typeface="Roboto"/>
                <a:cs typeface="Roboto"/>
                <a:sym typeface="Roboto"/>
              </a:defRPr>
            </a:lvl9pPr>
          </a:lstStyle>
          <a:p>
            <a:endParaRPr/>
          </a:p>
        </p:txBody>
      </p:sp>
      <p:sp>
        <p:nvSpPr>
          <p:cNvPr id="1260" name="Google Shape;1260;p139"/>
          <p:cNvSpPr/>
          <p:nvPr/>
        </p:nvSpPr>
        <p:spPr>
          <a:xfrm>
            <a:off x="396501" y="541500"/>
            <a:ext cx="10396000" cy="552400"/>
          </a:xfrm>
          <a:prstGeom prst="rect">
            <a:avLst/>
          </a:prstGeom>
          <a:noFill/>
          <a:ln>
            <a:noFill/>
          </a:ln>
        </p:spPr>
        <p:txBody>
          <a:bodyPr spcFirstLastPara="1" wrap="square" lIns="25400" tIns="25400" rIns="25400" bIns="25400" anchor="t" anchorCtr="0">
            <a:noAutofit/>
          </a:bodyPr>
          <a:lstStyle/>
          <a:p>
            <a:pPr marL="0" marR="0" lvl="0" indent="0" algn="l" rtl="0">
              <a:lnSpc>
                <a:spcPct val="90000"/>
              </a:lnSpc>
              <a:spcBef>
                <a:spcPts val="0"/>
              </a:spcBef>
              <a:spcAft>
                <a:spcPts val="0"/>
              </a:spcAft>
              <a:buClr>
                <a:schemeClr val="dk1"/>
              </a:buClr>
              <a:buSzPts val="1100"/>
              <a:buFont typeface="Arial"/>
              <a:buNone/>
            </a:pPr>
            <a:endParaRPr sz="3200" b="0" i="0" u="none" strike="noStrike" cap="none">
              <a:solidFill>
                <a:srgbClr val="3C4043"/>
              </a:solidFill>
              <a:latin typeface="Google Sans"/>
              <a:ea typeface="Google Sans"/>
              <a:cs typeface="Google Sans"/>
              <a:sym typeface="Google Sans"/>
            </a:endParaRPr>
          </a:p>
        </p:txBody>
      </p:sp>
      <p:sp>
        <p:nvSpPr>
          <p:cNvPr id="1261" name="Google Shape;1261;p139"/>
          <p:cNvSpPr txBox="1"/>
          <p:nvPr/>
        </p:nvSpPr>
        <p:spPr>
          <a:xfrm>
            <a:off x="10579600" y="291700"/>
            <a:ext cx="1612400" cy="404800"/>
          </a:xfrm>
          <a:prstGeom prst="rect">
            <a:avLst/>
          </a:prstGeom>
          <a:noFill/>
          <a:ln>
            <a:noFill/>
          </a:ln>
        </p:spPr>
        <p:txBody>
          <a:bodyPr spcFirstLastPara="1" wrap="square" lIns="121900" tIns="121900" rIns="121900" bIns="121900" anchor="t" anchorCtr="0">
            <a:noAutofit/>
          </a:bodyPr>
          <a:lstStyle/>
          <a:p>
            <a:pPr marL="0" marR="0" lvl="0" indent="0" algn="l" rtl="0">
              <a:lnSpc>
                <a:spcPct val="100000"/>
              </a:lnSpc>
              <a:spcBef>
                <a:spcPts val="0"/>
              </a:spcBef>
              <a:spcAft>
                <a:spcPts val="0"/>
              </a:spcAft>
              <a:buClr>
                <a:srgbClr val="000000"/>
              </a:buClr>
              <a:buSzPts val="600"/>
              <a:buFont typeface="Arial"/>
              <a:buNone/>
            </a:pPr>
            <a:r>
              <a:rPr lang="en" sz="800" b="0" i="0" u="none" strike="noStrike" cap="none">
                <a:solidFill>
                  <a:srgbClr val="D9D9D9"/>
                </a:solidFill>
                <a:latin typeface="Roboto"/>
                <a:ea typeface="Roboto"/>
                <a:cs typeface="Roboto"/>
                <a:sym typeface="Roboto"/>
              </a:rPr>
              <a:t>Proprietary + Confidential</a:t>
            </a:r>
            <a:endParaRPr sz="800" b="0" i="0" u="none" strike="noStrike" cap="none">
              <a:solidFill>
                <a:srgbClr val="D9D9D9"/>
              </a:solidFill>
              <a:latin typeface="Roboto"/>
              <a:ea typeface="Roboto"/>
              <a:cs typeface="Roboto"/>
              <a:sym typeface="Roboto"/>
            </a:endParaRPr>
          </a:p>
        </p:txBody>
      </p:sp>
      <p:sp>
        <p:nvSpPr>
          <p:cNvPr id="1262" name="Google Shape;1262;p139"/>
          <p:cNvSpPr/>
          <p:nvPr/>
        </p:nvSpPr>
        <p:spPr>
          <a:xfrm>
            <a:off x="-29957" y="313820"/>
            <a:ext cx="77200" cy="6230400"/>
          </a:xfrm>
          <a:prstGeom prst="rect">
            <a:avLst/>
          </a:prstGeom>
          <a:solidFill>
            <a:srgbClr val="34A853"/>
          </a:solidFill>
          <a:ln>
            <a:noFill/>
          </a:ln>
        </p:spPr>
        <p:txBody>
          <a:bodyPr spcFirstLastPara="1" wrap="square" lIns="25400" tIns="25400" rIns="25400" bIns="25400" anchor="ctr" anchorCtr="0">
            <a:noAutofit/>
          </a:bodyPr>
          <a:lstStyle/>
          <a:p>
            <a:pPr marL="0" marR="0" lvl="0" indent="0" algn="ctr" rtl="0">
              <a:lnSpc>
                <a:spcPct val="100000"/>
              </a:lnSpc>
              <a:spcBef>
                <a:spcPts val="0"/>
              </a:spcBef>
              <a:spcAft>
                <a:spcPts val="0"/>
              </a:spcAft>
              <a:buClr>
                <a:srgbClr val="519BF7"/>
              </a:buClr>
              <a:buSzPts val="1200"/>
              <a:buFont typeface="Helvetica Neue Light"/>
              <a:buNone/>
            </a:pPr>
            <a:endParaRPr sz="1600" b="0" i="0" u="none" strike="noStrike" cap="none">
              <a:solidFill>
                <a:srgbClr val="1D8E3E"/>
              </a:solidFill>
              <a:latin typeface="Helvetica Neue Light"/>
              <a:ea typeface="Helvetica Neue Light"/>
              <a:cs typeface="Helvetica Neue Light"/>
              <a:sym typeface="Helvetica Neue Light"/>
            </a:endParaRPr>
          </a:p>
        </p:txBody>
      </p:sp>
      <p:sp>
        <p:nvSpPr>
          <p:cNvPr id="1263" name="Google Shape;1263;p139"/>
          <p:cNvSpPr txBox="1">
            <a:spLocks noGrp="1"/>
          </p:cNvSpPr>
          <p:nvPr>
            <p:ph type="title"/>
          </p:nvPr>
        </p:nvSpPr>
        <p:spPr>
          <a:xfrm>
            <a:off x="459335" y="352500"/>
            <a:ext cx="10396000" cy="552400"/>
          </a:xfrm>
          <a:prstGeom prst="rect">
            <a:avLst/>
          </a:prstGeom>
          <a:noFill/>
          <a:ln>
            <a:noFill/>
          </a:ln>
        </p:spPr>
        <p:txBody>
          <a:bodyPr spcFirstLastPara="1" wrap="square" lIns="91425" tIns="91425" rIns="91425" bIns="91425" anchor="t" anchorCtr="0">
            <a:noAutofit/>
          </a:bodyPr>
          <a:lstStyle>
            <a:lvl1pPr marR="0" lvl="0" algn="l" rtl="0">
              <a:lnSpc>
                <a:spcPct val="90000"/>
              </a:lnSpc>
              <a:spcBef>
                <a:spcPts val="0"/>
              </a:spcBef>
              <a:spcAft>
                <a:spcPts val="0"/>
              </a:spcAft>
              <a:buClr>
                <a:schemeClr val="dk1"/>
              </a:buClr>
              <a:buSzPts val="1100"/>
              <a:buFont typeface="Arial"/>
              <a:buNone/>
              <a:defRPr sz="3200" b="0" i="0" u="none" strike="noStrike" cap="none">
                <a:solidFill>
                  <a:srgbClr val="3C4043"/>
                </a:solidFill>
                <a:latin typeface="Google Sans"/>
                <a:ea typeface="Google Sans"/>
                <a:cs typeface="Google Sans"/>
                <a:sym typeface="Google Sans"/>
              </a:defRPr>
            </a:lvl1pPr>
            <a:lvl2pPr marR="0" lvl="1" algn="ctr" rtl="0">
              <a:lnSpc>
                <a:spcPct val="100000"/>
              </a:lnSpc>
              <a:spcBef>
                <a:spcPts val="0"/>
              </a:spcBef>
              <a:spcAft>
                <a:spcPts val="0"/>
              </a:spcAft>
              <a:buClr>
                <a:srgbClr val="000000"/>
              </a:buClr>
              <a:buSzPts val="4200"/>
              <a:buFont typeface="Helvetica Neue Light"/>
              <a:buNone/>
              <a:defRPr sz="5600" b="0" i="0" u="none" strike="noStrike" cap="none">
                <a:solidFill>
                  <a:srgbClr val="000000"/>
                </a:solidFill>
                <a:latin typeface="Helvetica Neue Light"/>
                <a:ea typeface="Helvetica Neue Light"/>
                <a:cs typeface="Helvetica Neue Light"/>
                <a:sym typeface="Helvetica Neue Light"/>
              </a:defRPr>
            </a:lvl2pPr>
            <a:lvl3pPr marR="0" lvl="2" algn="ctr" rtl="0">
              <a:lnSpc>
                <a:spcPct val="100000"/>
              </a:lnSpc>
              <a:spcBef>
                <a:spcPts val="0"/>
              </a:spcBef>
              <a:spcAft>
                <a:spcPts val="0"/>
              </a:spcAft>
              <a:buClr>
                <a:srgbClr val="000000"/>
              </a:buClr>
              <a:buSzPts val="4200"/>
              <a:buFont typeface="Helvetica Neue Light"/>
              <a:buNone/>
              <a:defRPr sz="5600" b="0" i="0" u="none" strike="noStrike" cap="none">
                <a:solidFill>
                  <a:srgbClr val="000000"/>
                </a:solidFill>
                <a:latin typeface="Helvetica Neue Light"/>
                <a:ea typeface="Helvetica Neue Light"/>
                <a:cs typeface="Helvetica Neue Light"/>
                <a:sym typeface="Helvetica Neue Light"/>
              </a:defRPr>
            </a:lvl3pPr>
            <a:lvl4pPr marR="0" lvl="3" algn="ctr" rtl="0">
              <a:lnSpc>
                <a:spcPct val="100000"/>
              </a:lnSpc>
              <a:spcBef>
                <a:spcPts val="0"/>
              </a:spcBef>
              <a:spcAft>
                <a:spcPts val="0"/>
              </a:spcAft>
              <a:buClr>
                <a:srgbClr val="000000"/>
              </a:buClr>
              <a:buSzPts val="4200"/>
              <a:buFont typeface="Helvetica Neue Light"/>
              <a:buNone/>
              <a:defRPr sz="5600" b="0" i="0" u="none" strike="noStrike" cap="none">
                <a:solidFill>
                  <a:srgbClr val="000000"/>
                </a:solidFill>
                <a:latin typeface="Helvetica Neue Light"/>
                <a:ea typeface="Helvetica Neue Light"/>
                <a:cs typeface="Helvetica Neue Light"/>
                <a:sym typeface="Helvetica Neue Light"/>
              </a:defRPr>
            </a:lvl4pPr>
            <a:lvl5pPr marR="0" lvl="4" algn="ctr" rtl="0">
              <a:lnSpc>
                <a:spcPct val="100000"/>
              </a:lnSpc>
              <a:spcBef>
                <a:spcPts val="0"/>
              </a:spcBef>
              <a:spcAft>
                <a:spcPts val="0"/>
              </a:spcAft>
              <a:buClr>
                <a:srgbClr val="000000"/>
              </a:buClr>
              <a:buSzPts val="4200"/>
              <a:buFont typeface="Helvetica Neue Light"/>
              <a:buNone/>
              <a:defRPr sz="5600" b="0" i="0" u="none" strike="noStrike" cap="none">
                <a:solidFill>
                  <a:srgbClr val="000000"/>
                </a:solidFill>
                <a:latin typeface="Helvetica Neue Light"/>
                <a:ea typeface="Helvetica Neue Light"/>
                <a:cs typeface="Helvetica Neue Light"/>
                <a:sym typeface="Helvetica Neue Light"/>
              </a:defRPr>
            </a:lvl5pPr>
            <a:lvl6pPr marR="0" lvl="5" algn="ctr" rtl="0">
              <a:lnSpc>
                <a:spcPct val="100000"/>
              </a:lnSpc>
              <a:spcBef>
                <a:spcPts val="0"/>
              </a:spcBef>
              <a:spcAft>
                <a:spcPts val="0"/>
              </a:spcAft>
              <a:buClr>
                <a:srgbClr val="000000"/>
              </a:buClr>
              <a:buSzPts val="4200"/>
              <a:buFont typeface="Helvetica Neue Light"/>
              <a:buNone/>
              <a:defRPr sz="5600" b="0" i="0" u="none" strike="noStrike" cap="none">
                <a:solidFill>
                  <a:srgbClr val="000000"/>
                </a:solidFill>
                <a:latin typeface="Helvetica Neue Light"/>
                <a:ea typeface="Helvetica Neue Light"/>
                <a:cs typeface="Helvetica Neue Light"/>
                <a:sym typeface="Helvetica Neue Light"/>
              </a:defRPr>
            </a:lvl6pPr>
            <a:lvl7pPr marR="0" lvl="6" algn="ctr" rtl="0">
              <a:lnSpc>
                <a:spcPct val="100000"/>
              </a:lnSpc>
              <a:spcBef>
                <a:spcPts val="0"/>
              </a:spcBef>
              <a:spcAft>
                <a:spcPts val="0"/>
              </a:spcAft>
              <a:buClr>
                <a:srgbClr val="000000"/>
              </a:buClr>
              <a:buSzPts val="4200"/>
              <a:buFont typeface="Helvetica Neue Light"/>
              <a:buNone/>
              <a:defRPr sz="5600" b="0" i="0" u="none" strike="noStrike" cap="none">
                <a:solidFill>
                  <a:srgbClr val="000000"/>
                </a:solidFill>
                <a:latin typeface="Helvetica Neue Light"/>
                <a:ea typeface="Helvetica Neue Light"/>
                <a:cs typeface="Helvetica Neue Light"/>
                <a:sym typeface="Helvetica Neue Light"/>
              </a:defRPr>
            </a:lvl7pPr>
            <a:lvl8pPr marR="0" lvl="7" algn="ctr" rtl="0">
              <a:lnSpc>
                <a:spcPct val="100000"/>
              </a:lnSpc>
              <a:spcBef>
                <a:spcPts val="0"/>
              </a:spcBef>
              <a:spcAft>
                <a:spcPts val="0"/>
              </a:spcAft>
              <a:buClr>
                <a:srgbClr val="000000"/>
              </a:buClr>
              <a:buSzPts val="4200"/>
              <a:buFont typeface="Helvetica Neue Light"/>
              <a:buNone/>
              <a:defRPr sz="5600" b="0" i="0" u="none" strike="noStrike" cap="none">
                <a:solidFill>
                  <a:srgbClr val="000000"/>
                </a:solidFill>
                <a:latin typeface="Helvetica Neue Light"/>
                <a:ea typeface="Helvetica Neue Light"/>
                <a:cs typeface="Helvetica Neue Light"/>
                <a:sym typeface="Helvetica Neue Light"/>
              </a:defRPr>
            </a:lvl8pPr>
            <a:lvl9pPr marR="0" lvl="8" algn="ctr" rtl="0">
              <a:lnSpc>
                <a:spcPct val="100000"/>
              </a:lnSpc>
              <a:spcBef>
                <a:spcPts val="0"/>
              </a:spcBef>
              <a:spcAft>
                <a:spcPts val="0"/>
              </a:spcAft>
              <a:buClr>
                <a:srgbClr val="000000"/>
              </a:buClr>
              <a:buSzPts val="4200"/>
              <a:buFont typeface="Helvetica Neue Light"/>
              <a:buNone/>
              <a:defRPr sz="5600" b="0" i="0" u="none" strike="noStrike" cap="none">
                <a:solidFill>
                  <a:srgbClr val="000000"/>
                </a:solidFill>
                <a:latin typeface="Helvetica Neue Light"/>
                <a:ea typeface="Helvetica Neue Light"/>
                <a:cs typeface="Helvetica Neue Light"/>
                <a:sym typeface="Helvetica Neue Light"/>
              </a:defRPr>
            </a:lvl9pPr>
          </a:lstStyle>
          <a:p>
            <a:endParaRPr/>
          </a:p>
        </p:txBody>
      </p:sp>
      <p:grpSp>
        <p:nvGrpSpPr>
          <p:cNvPr id="1264" name="Google Shape;1264;p139"/>
          <p:cNvGrpSpPr/>
          <p:nvPr/>
        </p:nvGrpSpPr>
        <p:grpSpPr>
          <a:xfrm>
            <a:off x="11292163" y="6405041"/>
            <a:ext cx="560655" cy="182680"/>
            <a:chOff x="0" y="0"/>
            <a:chExt cx="2077525" cy="676925"/>
          </a:xfrm>
        </p:grpSpPr>
        <p:sp>
          <p:nvSpPr>
            <p:cNvPr id="1265" name="Google Shape;1265;p139"/>
            <p:cNvSpPr/>
            <p:nvPr/>
          </p:nvSpPr>
          <p:spPr>
            <a:xfrm>
              <a:off x="0" y="0"/>
              <a:ext cx="511375" cy="524800"/>
            </a:xfrm>
            <a:custGeom>
              <a:avLst/>
              <a:gdLst/>
              <a:ahLst/>
              <a:cxnLst/>
              <a:rect l="l" t="t" r="r" b="b"/>
              <a:pathLst>
                <a:path w="20455" h="20992" extrusionOk="0">
                  <a:moveTo>
                    <a:pt x="10700" y="12450"/>
                  </a:moveTo>
                  <a:lnTo>
                    <a:pt x="10700" y="9583"/>
                  </a:lnTo>
                  <a:lnTo>
                    <a:pt x="20300" y="9583"/>
                  </a:lnTo>
                  <a:cubicBezTo>
                    <a:pt x="20398" y="10088"/>
                    <a:pt x="20455" y="10690"/>
                    <a:pt x="20455" y="11341"/>
                  </a:cubicBezTo>
                  <a:cubicBezTo>
                    <a:pt x="20455" y="13491"/>
                    <a:pt x="19866" y="16154"/>
                    <a:pt x="17972" y="18048"/>
                  </a:cubicBezTo>
                  <a:cubicBezTo>
                    <a:pt x="16129" y="19968"/>
                    <a:pt x="13773" y="20992"/>
                    <a:pt x="10650" y="20992"/>
                  </a:cubicBezTo>
                  <a:cubicBezTo>
                    <a:pt x="4864" y="20993"/>
                    <a:pt x="0" y="16282"/>
                    <a:pt x="0" y="10496"/>
                  </a:cubicBezTo>
                  <a:cubicBezTo>
                    <a:pt x="0" y="4710"/>
                    <a:pt x="4864" y="0"/>
                    <a:pt x="10650" y="0"/>
                  </a:cubicBezTo>
                  <a:cubicBezTo>
                    <a:pt x="13850" y="0"/>
                    <a:pt x="16129" y="1254"/>
                    <a:pt x="17844" y="2893"/>
                  </a:cubicBezTo>
                  <a:lnTo>
                    <a:pt x="15822" y="4915"/>
                  </a:lnTo>
                  <a:cubicBezTo>
                    <a:pt x="14593" y="3763"/>
                    <a:pt x="12929" y="2867"/>
                    <a:pt x="10651" y="2867"/>
                  </a:cubicBezTo>
                  <a:cubicBezTo>
                    <a:pt x="6427" y="2867"/>
                    <a:pt x="3124" y="6272"/>
                    <a:pt x="3124" y="10496"/>
                  </a:cubicBezTo>
                  <a:cubicBezTo>
                    <a:pt x="3124" y="14720"/>
                    <a:pt x="6427" y="18125"/>
                    <a:pt x="10651" y="18125"/>
                  </a:cubicBezTo>
                  <a:cubicBezTo>
                    <a:pt x="13390" y="18125"/>
                    <a:pt x="14952" y="17024"/>
                    <a:pt x="15950" y="16026"/>
                  </a:cubicBezTo>
                  <a:cubicBezTo>
                    <a:pt x="16764" y="15213"/>
                    <a:pt x="17299" y="14046"/>
                    <a:pt x="17507" y="12450"/>
                  </a:cubicBezTo>
                  <a:lnTo>
                    <a:pt x="10700" y="12450"/>
                  </a:lnTo>
                  <a:close/>
                </a:path>
              </a:pathLst>
            </a:custGeom>
            <a:solidFill>
              <a:srgbClr val="AEB3B7"/>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595959"/>
                </a:solidFill>
                <a:latin typeface="Arial"/>
                <a:ea typeface="Arial"/>
                <a:cs typeface="Arial"/>
                <a:sym typeface="Arial"/>
              </a:endParaRPr>
            </a:p>
          </p:txBody>
        </p:sp>
        <p:sp>
          <p:nvSpPr>
            <p:cNvPr id="1266" name="Google Shape;1266;p139"/>
            <p:cNvSpPr/>
            <p:nvPr/>
          </p:nvSpPr>
          <p:spPr>
            <a:xfrm>
              <a:off x="540400" y="187300"/>
              <a:ext cx="339200" cy="337950"/>
            </a:xfrm>
            <a:custGeom>
              <a:avLst/>
              <a:gdLst/>
              <a:ahLst/>
              <a:cxnLst/>
              <a:rect l="l" t="t" r="r" b="b"/>
              <a:pathLst>
                <a:path w="13568" h="13518" extrusionOk="0">
                  <a:moveTo>
                    <a:pt x="13568" y="6759"/>
                  </a:moveTo>
                  <a:cubicBezTo>
                    <a:pt x="13568" y="10650"/>
                    <a:pt x="10522" y="13518"/>
                    <a:pt x="6784" y="13518"/>
                  </a:cubicBezTo>
                  <a:cubicBezTo>
                    <a:pt x="3046" y="13518"/>
                    <a:pt x="0" y="10651"/>
                    <a:pt x="0" y="6759"/>
                  </a:cubicBezTo>
                  <a:cubicBezTo>
                    <a:pt x="0" y="2842"/>
                    <a:pt x="3046" y="0"/>
                    <a:pt x="6784" y="0"/>
                  </a:cubicBezTo>
                  <a:cubicBezTo>
                    <a:pt x="10522" y="0"/>
                    <a:pt x="13568" y="2842"/>
                    <a:pt x="13568" y="6759"/>
                  </a:cubicBezTo>
                  <a:close/>
                  <a:moveTo>
                    <a:pt x="10599" y="6759"/>
                  </a:moveTo>
                  <a:cubicBezTo>
                    <a:pt x="10599" y="4327"/>
                    <a:pt x="8833" y="2663"/>
                    <a:pt x="6785" y="2663"/>
                  </a:cubicBezTo>
                  <a:cubicBezTo>
                    <a:pt x="4737" y="2663"/>
                    <a:pt x="2970" y="4327"/>
                    <a:pt x="2970" y="6759"/>
                  </a:cubicBezTo>
                  <a:cubicBezTo>
                    <a:pt x="2970" y="9165"/>
                    <a:pt x="4736" y="10855"/>
                    <a:pt x="6785" y="10855"/>
                  </a:cubicBezTo>
                  <a:cubicBezTo>
                    <a:pt x="8832" y="10855"/>
                    <a:pt x="10599" y="9165"/>
                    <a:pt x="10599" y="6759"/>
                  </a:cubicBezTo>
                  <a:close/>
                </a:path>
              </a:pathLst>
            </a:custGeom>
            <a:solidFill>
              <a:srgbClr val="AEB3B7"/>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595959"/>
                </a:solidFill>
                <a:latin typeface="Arial"/>
                <a:ea typeface="Arial"/>
                <a:cs typeface="Arial"/>
                <a:sym typeface="Arial"/>
              </a:endParaRPr>
            </a:p>
          </p:txBody>
        </p:sp>
        <p:sp>
          <p:nvSpPr>
            <p:cNvPr id="1267" name="Google Shape;1267;p139"/>
            <p:cNvSpPr/>
            <p:nvPr/>
          </p:nvSpPr>
          <p:spPr>
            <a:xfrm>
              <a:off x="910400" y="187300"/>
              <a:ext cx="339200" cy="337950"/>
            </a:xfrm>
            <a:custGeom>
              <a:avLst/>
              <a:gdLst/>
              <a:ahLst/>
              <a:cxnLst/>
              <a:rect l="l" t="t" r="r" b="b"/>
              <a:pathLst>
                <a:path w="13568" h="13518" extrusionOk="0">
                  <a:moveTo>
                    <a:pt x="13568" y="6759"/>
                  </a:moveTo>
                  <a:cubicBezTo>
                    <a:pt x="13568" y="10650"/>
                    <a:pt x="10522" y="13518"/>
                    <a:pt x="6784" y="13518"/>
                  </a:cubicBezTo>
                  <a:cubicBezTo>
                    <a:pt x="3046" y="13518"/>
                    <a:pt x="0" y="10651"/>
                    <a:pt x="0" y="6759"/>
                  </a:cubicBezTo>
                  <a:cubicBezTo>
                    <a:pt x="0" y="2842"/>
                    <a:pt x="3046" y="0"/>
                    <a:pt x="6784" y="0"/>
                  </a:cubicBezTo>
                  <a:cubicBezTo>
                    <a:pt x="10522" y="0"/>
                    <a:pt x="13568" y="2842"/>
                    <a:pt x="13568" y="6759"/>
                  </a:cubicBezTo>
                  <a:close/>
                  <a:moveTo>
                    <a:pt x="10599" y="6759"/>
                  </a:moveTo>
                  <a:cubicBezTo>
                    <a:pt x="10599" y="4327"/>
                    <a:pt x="8833" y="2663"/>
                    <a:pt x="6785" y="2663"/>
                  </a:cubicBezTo>
                  <a:cubicBezTo>
                    <a:pt x="4737" y="2663"/>
                    <a:pt x="2970" y="4327"/>
                    <a:pt x="2970" y="6759"/>
                  </a:cubicBezTo>
                  <a:cubicBezTo>
                    <a:pt x="2970" y="9165"/>
                    <a:pt x="4736" y="10855"/>
                    <a:pt x="6785" y="10855"/>
                  </a:cubicBezTo>
                  <a:cubicBezTo>
                    <a:pt x="8832" y="10855"/>
                    <a:pt x="10599" y="9165"/>
                    <a:pt x="10599" y="6759"/>
                  </a:cubicBezTo>
                  <a:close/>
                </a:path>
              </a:pathLst>
            </a:custGeom>
            <a:solidFill>
              <a:srgbClr val="AEB3B7"/>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595959"/>
                </a:solidFill>
                <a:latin typeface="Arial"/>
                <a:ea typeface="Arial"/>
                <a:cs typeface="Arial"/>
                <a:sym typeface="Arial"/>
              </a:endParaRPr>
            </a:p>
          </p:txBody>
        </p:sp>
        <p:sp>
          <p:nvSpPr>
            <p:cNvPr id="1268" name="Google Shape;1268;p139"/>
            <p:cNvSpPr/>
            <p:nvPr/>
          </p:nvSpPr>
          <p:spPr>
            <a:xfrm>
              <a:off x="1280400" y="187325"/>
              <a:ext cx="323850" cy="489600"/>
            </a:xfrm>
            <a:custGeom>
              <a:avLst/>
              <a:gdLst/>
              <a:ahLst/>
              <a:cxnLst/>
              <a:rect l="l" t="t" r="r" b="b"/>
              <a:pathLst>
                <a:path w="12954" h="19584" extrusionOk="0">
                  <a:moveTo>
                    <a:pt x="12954" y="409"/>
                  </a:moveTo>
                  <a:lnTo>
                    <a:pt x="12954" y="12544"/>
                  </a:lnTo>
                  <a:cubicBezTo>
                    <a:pt x="12954" y="17536"/>
                    <a:pt x="10010" y="19584"/>
                    <a:pt x="6528" y="19584"/>
                  </a:cubicBezTo>
                  <a:cubicBezTo>
                    <a:pt x="3251" y="19584"/>
                    <a:pt x="1280" y="17382"/>
                    <a:pt x="537" y="15590"/>
                  </a:cubicBezTo>
                  <a:lnTo>
                    <a:pt x="3123" y="14515"/>
                  </a:lnTo>
                  <a:cubicBezTo>
                    <a:pt x="3584" y="15616"/>
                    <a:pt x="4710" y="16922"/>
                    <a:pt x="6528" y="16922"/>
                  </a:cubicBezTo>
                  <a:cubicBezTo>
                    <a:pt x="8755" y="16922"/>
                    <a:pt x="10138" y="15539"/>
                    <a:pt x="10138" y="12954"/>
                  </a:cubicBezTo>
                  <a:lnTo>
                    <a:pt x="10138" y="11981"/>
                  </a:lnTo>
                  <a:lnTo>
                    <a:pt x="10036" y="11981"/>
                  </a:lnTo>
                  <a:cubicBezTo>
                    <a:pt x="9370" y="12800"/>
                    <a:pt x="8090" y="13517"/>
                    <a:pt x="6477" y="13517"/>
                  </a:cubicBezTo>
                  <a:cubicBezTo>
                    <a:pt x="3098" y="13517"/>
                    <a:pt x="0" y="10573"/>
                    <a:pt x="0" y="6784"/>
                  </a:cubicBezTo>
                  <a:cubicBezTo>
                    <a:pt x="0" y="2969"/>
                    <a:pt x="3098" y="0"/>
                    <a:pt x="6477" y="0"/>
                  </a:cubicBezTo>
                  <a:cubicBezTo>
                    <a:pt x="8090" y="0"/>
                    <a:pt x="9370" y="717"/>
                    <a:pt x="10036" y="1511"/>
                  </a:cubicBezTo>
                  <a:lnTo>
                    <a:pt x="10138" y="1511"/>
                  </a:lnTo>
                  <a:lnTo>
                    <a:pt x="10138" y="409"/>
                  </a:lnTo>
                  <a:lnTo>
                    <a:pt x="12954" y="409"/>
                  </a:lnTo>
                  <a:close/>
                  <a:moveTo>
                    <a:pt x="10343" y="6784"/>
                  </a:moveTo>
                  <a:cubicBezTo>
                    <a:pt x="10343" y="4403"/>
                    <a:pt x="8756" y="2662"/>
                    <a:pt x="6733" y="2662"/>
                  </a:cubicBezTo>
                  <a:cubicBezTo>
                    <a:pt x="4685" y="2662"/>
                    <a:pt x="2970" y="4403"/>
                    <a:pt x="2970" y="6784"/>
                  </a:cubicBezTo>
                  <a:cubicBezTo>
                    <a:pt x="2970" y="9139"/>
                    <a:pt x="4685" y="10855"/>
                    <a:pt x="6733" y="10855"/>
                  </a:cubicBezTo>
                  <a:cubicBezTo>
                    <a:pt x="8755" y="10854"/>
                    <a:pt x="10343" y="9139"/>
                    <a:pt x="10343" y="6784"/>
                  </a:cubicBezTo>
                  <a:close/>
                </a:path>
              </a:pathLst>
            </a:custGeom>
            <a:solidFill>
              <a:srgbClr val="AEB3B7"/>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595959"/>
                </a:solidFill>
                <a:latin typeface="Arial"/>
                <a:ea typeface="Arial"/>
                <a:cs typeface="Arial"/>
                <a:sym typeface="Arial"/>
              </a:endParaRPr>
            </a:p>
          </p:txBody>
        </p:sp>
        <p:sp>
          <p:nvSpPr>
            <p:cNvPr id="1269" name="Google Shape;1269;p139"/>
            <p:cNvSpPr/>
            <p:nvPr/>
          </p:nvSpPr>
          <p:spPr>
            <a:xfrm>
              <a:off x="1655750" y="20000"/>
              <a:ext cx="74250" cy="495000"/>
            </a:xfrm>
            <a:custGeom>
              <a:avLst/>
              <a:gdLst/>
              <a:ahLst/>
              <a:cxnLst/>
              <a:rect l="l" t="t" r="r" b="b"/>
              <a:pathLst>
                <a:path w="2970" h="19800" extrusionOk="0">
                  <a:moveTo>
                    <a:pt x="2970" y="0"/>
                  </a:moveTo>
                  <a:lnTo>
                    <a:pt x="2970" y="19800"/>
                  </a:lnTo>
                  <a:lnTo>
                    <a:pt x="0" y="19800"/>
                  </a:lnTo>
                  <a:lnTo>
                    <a:pt x="0" y="0"/>
                  </a:lnTo>
                  <a:lnTo>
                    <a:pt x="2970" y="0"/>
                  </a:lnTo>
                  <a:close/>
                </a:path>
              </a:pathLst>
            </a:custGeom>
            <a:solidFill>
              <a:srgbClr val="AEB3B7"/>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595959"/>
                </a:solidFill>
                <a:latin typeface="Arial"/>
                <a:ea typeface="Arial"/>
                <a:cs typeface="Arial"/>
                <a:sym typeface="Arial"/>
              </a:endParaRPr>
            </a:p>
          </p:txBody>
        </p:sp>
        <p:sp>
          <p:nvSpPr>
            <p:cNvPr id="1270" name="Google Shape;1270;p139"/>
            <p:cNvSpPr/>
            <p:nvPr/>
          </p:nvSpPr>
          <p:spPr>
            <a:xfrm>
              <a:off x="1765825" y="187275"/>
              <a:ext cx="311700" cy="337950"/>
            </a:xfrm>
            <a:custGeom>
              <a:avLst/>
              <a:gdLst/>
              <a:ahLst/>
              <a:cxnLst/>
              <a:rect l="l" t="t" r="r" b="b"/>
              <a:pathLst>
                <a:path w="12468" h="13518" extrusionOk="0">
                  <a:moveTo>
                    <a:pt x="10035" y="8987"/>
                  </a:moveTo>
                  <a:lnTo>
                    <a:pt x="12339" y="10523"/>
                  </a:lnTo>
                  <a:cubicBezTo>
                    <a:pt x="11596" y="11624"/>
                    <a:pt x="9804" y="13518"/>
                    <a:pt x="6707" y="13518"/>
                  </a:cubicBezTo>
                  <a:cubicBezTo>
                    <a:pt x="2867" y="13518"/>
                    <a:pt x="0" y="10548"/>
                    <a:pt x="0" y="6759"/>
                  </a:cubicBezTo>
                  <a:cubicBezTo>
                    <a:pt x="0" y="2739"/>
                    <a:pt x="2893" y="0"/>
                    <a:pt x="6375" y="0"/>
                  </a:cubicBezTo>
                  <a:cubicBezTo>
                    <a:pt x="9882" y="0"/>
                    <a:pt x="11598" y="2791"/>
                    <a:pt x="12161" y="4301"/>
                  </a:cubicBezTo>
                  <a:lnTo>
                    <a:pt x="12468" y="5069"/>
                  </a:lnTo>
                  <a:lnTo>
                    <a:pt x="3431" y="8807"/>
                  </a:lnTo>
                  <a:cubicBezTo>
                    <a:pt x="4122" y="10164"/>
                    <a:pt x="5198" y="10855"/>
                    <a:pt x="6708" y="10855"/>
                  </a:cubicBezTo>
                  <a:cubicBezTo>
                    <a:pt x="8217" y="10856"/>
                    <a:pt x="9267" y="10114"/>
                    <a:pt x="10035" y="8987"/>
                  </a:cubicBezTo>
                  <a:close/>
                  <a:moveTo>
                    <a:pt x="2943" y="6555"/>
                  </a:moveTo>
                  <a:lnTo>
                    <a:pt x="8985" y="4046"/>
                  </a:lnTo>
                  <a:cubicBezTo>
                    <a:pt x="8652" y="3201"/>
                    <a:pt x="7654" y="2612"/>
                    <a:pt x="6476" y="2612"/>
                  </a:cubicBezTo>
                  <a:cubicBezTo>
                    <a:pt x="4966" y="2613"/>
                    <a:pt x="2867" y="3944"/>
                    <a:pt x="2943" y="6555"/>
                  </a:cubicBezTo>
                  <a:close/>
                </a:path>
              </a:pathLst>
            </a:custGeom>
            <a:solidFill>
              <a:srgbClr val="AEB3B7"/>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595959"/>
                </a:solidFill>
                <a:latin typeface="Arial"/>
                <a:ea typeface="Arial"/>
                <a:cs typeface="Arial"/>
                <a:sym typeface="Arial"/>
              </a:endParaRPr>
            </a:p>
          </p:txBody>
        </p:sp>
      </p:grpSp>
    </p:spTree>
    <p:extLst>
      <p:ext uri="{BB962C8B-B14F-4D97-AF65-F5344CB8AC3E}">
        <p14:creationId xmlns:p14="http://schemas.microsoft.com/office/powerpoint/2010/main" val="287586316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Body Slide - Basic Text - Red" preserve="1">
  <p:cSld name="Body Slide - Basic Text - Red">
    <p:spTree>
      <p:nvGrpSpPr>
        <p:cNvPr id="1" name="Shape 1271"/>
        <p:cNvGrpSpPr/>
        <p:nvPr/>
      </p:nvGrpSpPr>
      <p:grpSpPr>
        <a:xfrm>
          <a:off x="0" y="0"/>
          <a:ext cx="0" cy="0"/>
          <a:chOff x="0" y="0"/>
          <a:chExt cx="0" cy="0"/>
        </a:xfrm>
      </p:grpSpPr>
      <p:sp>
        <p:nvSpPr>
          <p:cNvPr id="1272" name="Google Shape;1272;p140"/>
          <p:cNvSpPr txBox="1">
            <a:spLocks noGrp="1"/>
          </p:cNvSpPr>
          <p:nvPr>
            <p:ph type="body" idx="1"/>
          </p:nvPr>
        </p:nvSpPr>
        <p:spPr>
          <a:xfrm>
            <a:off x="459333" y="2610267"/>
            <a:ext cx="5261600" cy="2142400"/>
          </a:xfrm>
          <a:prstGeom prst="rect">
            <a:avLst/>
          </a:prstGeom>
          <a:noFill/>
          <a:ln>
            <a:noFill/>
          </a:ln>
        </p:spPr>
        <p:txBody>
          <a:bodyPr spcFirstLastPara="1" wrap="square" lIns="91425" tIns="91425" rIns="91425" bIns="91425" anchor="t" anchorCtr="0">
            <a:noAutofit/>
          </a:bodyPr>
          <a:lstStyle>
            <a:lvl1pPr marL="609585" marR="0" lvl="0" indent="-380990" algn="l" rtl="0">
              <a:lnSpc>
                <a:spcPct val="130000"/>
              </a:lnSpc>
              <a:spcBef>
                <a:spcPts val="0"/>
              </a:spcBef>
              <a:spcAft>
                <a:spcPts val="0"/>
              </a:spcAft>
              <a:buClr>
                <a:srgbClr val="80868B"/>
              </a:buClr>
              <a:buSzPts val="900"/>
              <a:buFont typeface="Roboto"/>
              <a:buChar char="●"/>
              <a:defRPr sz="1467" b="0" i="0" u="none" strike="noStrike" cap="none">
                <a:solidFill>
                  <a:srgbClr val="5F6368"/>
                </a:solidFill>
                <a:latin typeface="Roboto"/>
                <a:ea typeface="Roboto"/>
                <a:cs typeface="Roboto"/>
                <a:sym typeface="Roboto"/>
              </a:defRPr>
            </a:lvl1pPr>
            <a:lvl2pPr marL="1219170" marR="0" lvl="1" indent="-380990" algn="l" rtl="0">
              <a:lnSpc>
                <a:spcPct val="130000"/>
              </a:lnSpc>
              <a:spcBef>
                <a:spcPts val="0"/>
              </a:spcBef>
              <a:spcAft>
                <a:spcPts val="0"/>
              </a:spcAft>
              <a:buClr>
                <a:srgbClr val="80868B"/>
              </a:buClr>
              <a:buSzPts val="900"/>
              <a:buFont typeface="Roboto"/>
              <a:buChar char="○"/>
              <a:defRPr sz="1467" b="0" i="0" u="none" strike="noStrike" cap="none">
                <a:solidFill>
                  <a:srgbClr val="5F6368"/>
                </a:solidFill>
                <a:latin typeface="Roboto"/>
                <a:ea typeface="Roboto"/>
                <a:cs typeface="Roboto"/>
                <a:sym typeface="Roboto"/>
              </a:defRPr>
            </a:lvl2pPr>
            <a:lvl3pPr marL="1828754" marR="0" lvl="2" indent="-397923" algn="l" rtl="0">
              <a:lnSpc>
                <a:spcPct val="130000"/>
              </a:lnSpc>
              <a:spcBef>
                <a:spcPts val="0"/>
              </a:spcBef>
              <a:spcAft>
                <a:spcPts val="0"/>
              </a:spcAft>
              <a:buClr>
                <a:srgbClr val="5F6368"/>
              </a:buClr>
              <a:buSzPts val="1100"/>
              <a:buFont typeface="Roboto"/>
              <a:buChar char="■"/>
              <a:defRPr sz="1467" b="0" i="0" u="none" strike="noStrike" cap="none">
                <a:solidFill>
                  <a:srgbClr val="5F6368"/>
                </a:solidFill>
                <a:latin typeface="Roboto"/>
                <a:ea typeface="Roboto"/>
                <a:cs typeface="Roboto"/>
                <a:sym typeface="Roboto"/>
              </a:defRPr>
            </a:lvl3pPr>
            <a:lvl4pPr marL="2438339" marR="0" lvl="3" indent="-397923" algn="l" rtl="0">
              <a:lnSpc>
                <a:spcPct val="130000"/>
              </a:lnSpc>
              <a:spcBef>
                <a:spcPts val="0"/>
              </a:spcBef>
              <a:spcAft>
                <a:spcPts val="0"/>
              </a:spcAft>
              <a:buClr>
                <a:srgbClr val="5F6368"/>
              </a:buClr>
              <a:buSzPts val="1100"/>
              <a:buFont typeface="Roboto"/>
              <a:buChar char="●"/>
              <a:defRPr sz="1467" b="0" i="0" u="none" strike="noStrike" cap="none">
                <a:solidFill>
                  <a:srgbClr val="5F6368"/>
                </a:solidFill>
                <a:latin typeface="Roboto"/>
                <a:ea typeface="Roboto"/>
                <a:cs typeface="Roboto"/>
                <a:sym typeface="Roboto"/>
              </a:defRPr>
            </a:lvl4pPr>
            <a:lvl5pPr marL="3047924" marR="0" lvl="4" indent="-397923" algn="l" rtl="0">
              <a:lnSpc>
                <a:spcPct val="130000"/>
              </a:lnSpc>
              <a:spcBef>
                <a:spcPts val="0"/>
              </a:spcBef>
              <a:spcAft>
                <a:spcPts val="0"/>
              </a:spcAft>
              <a:buClr>
                <a:srgbClr val="5F6368"/>
              </a:buClr>
              <a:buSzPts val="1100"/>
              <a:buFont typeface="Roboto"/>
              <a:buChar char="○"/>
              <a:defRPr sz="1467" b="0" i="0" u="none" strike="noStrike" cap="none">
                <a:solidFill>
                  <a:srgbClr val="5F6368"/>
                </a:solidFill>
                <a:latin typeface="Roboto"/>
                <a:ea typeface="Roboto"/>
                <a:cs typeface="Roboto"/>
                <a:sym typeface="Roboto"/>
              </a:defRPr>
            </a:lvl5pPr>
            <a:lvl6pPr marL="3657509" marR="0" lvl="5" indent="-397923" algn="l" rtl="0">
              <a:lnSpc>
                <a:spcPct val="130000"/>
              </a:lnSpc>
              <a:spcBef>
                <a:spcPts val="0"/>
              </a:spcBef>
              <a:spcAft>
                <a:spcPts val="0"/>
              </a:spcAft>
              <a:buClr>
                <a:srgbClr val="5F6368"/>
              </a:buClr>
              <a:buSzPts val="1100"/>
              <a:buFont typeface="Roboto"/>
              <a:buChar char="■"/>
              <a:defRPr sz="1467" b="0" i="0" u="none" strike="noStrike" cap="none">
                <a:solidFill>
                  <a:srgbClr val="5F6368"/>
                </a:solidFill>
                <a:latin typeface="Roboto"/>
                <a:ea typeface="Roboto"/>
                <a:cs typeface="Roboto"/>
                <a:sym typeface="Roboto"/>
              </a:defRPr>
            </a:lvl6pPr>
            <a:lvl7pPr marL="4267093" marR="0" lvl="6" indent="-397923" algn="l" rtl="0">
              <a:lnSpc>
                <a:spcPct val="130000"/>
              </a:lnSpc>
              <a:spcBef>
                <a:spcPts val="0"/>
              </a:spcBef>
              <a:spcAft>
                <a:spcPts val="0"/>
              </a:spcAft>
              <a:buClr>
                <a:srgbClr val="5F6368"/>
              </a:buClr>
              <a:buSzPts val="1100"/>
              <a:buFont typeface="Roboto"/>
              <a:buChar char="●"/>
              <a:defRPr sz="1467" b="0" i="0" u="none" strike="noStrike" cap="none">
                <a:solidFill>
                  <a:srgbClr val="5F6368"/>
                </a:solidFill>
                <a:latin typeface="Roboto"/>
                <a:ea typeface="Roboto"/>
                <a:cs typeface="Roboto"/>
                <a:sym typeface="Roboto"/>
              </a:defRPr>
            </a:lvl7pPr>
            <a:lvl8pPr marL="4876678" marR="0" lvl="7" indent="-397923" algn="l" rtl="0">
              <a:lnSpc>
                <a:spcPct val="130000"/>
              </a:lnSpc>
              <a:spcBef>
                <a:spcPts val="0"/>
              </a:spcBef>
              <a:spcAft>
                <a:spcPts val="0"/>
              </a:spcAft>
              <a:buClr>
                <a:srgbClr val="5F6368"/>
              </a:buClr>
              <a:buSzPts val="1100"/>
              <a:buFont typeface="Roboto"/>
              <a:buChar char="○"/>
              <a:defRPr sz="1467" b="0" i="0" u="none" strike="noStrike" cap="none">
                <a:solidFill>
                  <a:srgbClr val="5F6368"/>
                </a:solidFill>
                <a:latin typeface="Roboto"/>
                <a:ea typeface="Roboto"/>
                <a:cs typeface="Roboto"/>
                <a:sym typeface="Roboto"/>
              </a:defRPr>
            </a:lvl8pPr>
            <a:lvl9pPr marL="5486263" marR="0" lvl="8" indent="-397923" algn="l" rtl="0">
              <a:lnSpc>
                <a:spcPct val="130000"/>
              </a:lnSpc>
              <a:spcBef>
                <a:spcPts val="0"/>
              </a:spcBef>
              <a:spcAft>
                <a:spcPts val="0"/>
              </a:spcAft>
              <a:buClr>
                <a:srgbClr val="5F6368"/>
              </a:buClr>
              <a:buSzPts val="1100"/>
              <a:buFont typeface="Roboto"/>
              <a:buChar char="■"/>
              <a:defRPr sz="1467" b="0" i="0" u="none" strike="noStrike" cap="none">
                <a:solidFill>
                  <a:srgbClr val="5F6368"/>
                </a:solidFill>
                <a:latin typeface="Roboto"/>
                <a:ea typeface="Roboto"/>
                <a:cs typeface="Roboto"/>
                <a:sym typeface="Roboto"/>
              </a:defRPr>
            </a:lvl9pPr>
          </a:lstStyle>
          <a:p>
            <a:endParaRPr/>
          </a:p>
        </p:txBody>
      </p:sp>
      <p:sp>
        <p:nvSpPr>
          <p:cNvPr id="1273" name="Google Shape;1273;p140"/>
          <p:cNvSpPr/>
          <p:nvPr/>
        </p:nvSpPr>
        <p:spPr>
          <a:xfrm>
            <a:off x="459335" y="555700"/>
            <a:ext cx="10396000" cy="552400"/>
          </a:xfrm>
          <a:prstGeom prst="rect">
            <a:avLst/>
          </a:prstGeom>
          <a:noFill/>
          <a:ln>
            <a:noFill/>
          </a:ln>
        </p:spPr>
        <p:txBody>
          <a:bodyPr spcFirstLastPara="1" wrap="square" lIns="25400" tIns="25400" rIns="25400" bIns="25400" anchor="t" anchorCtr="0">
            <a:noAutofit/>
          </a:bodyPr>
          <a:lstStyle/>
          <a:p>
            <a:pPr marL="0" marR="0" lvl="0" indent="0" algn="l" rtl="0">
              <a:lnSpc>
                <a:spcPct val="90000"/>
              </a:lnSpc>
              <a:spcBef>
                <a:spcPts val="0"/>
              </a:spcBef>
              <a:spcAft>
                <a:spcPts val="0"/>
              </a:spcAft>
              <a:buClr>
                <a:schemeClr val="dk1"/>
              </a:buClr>
              <a:buSzPts val="1100"/>
              <a:buFont typeface="Arial"/>
              <a:buNone/>
            </a:pPr>
            <a:endParaRPr sz="3200" b="0" i="0" u="none" strike="noStrike" cap="none">
              <a:solidFill>
                <a:srgbClr val="3C4043"/>
              </a:solidFill>
              <a:latin typeface="Google Sans"/>
              <a:ea typeface="Google Sans"/>
              <a:cs typeface="Google Sans"/>
              <a:sym typeface="Google Sans"/>
            </a:endParaRPr>
          </a:p>
        </p:txBody>
      </p:sp>
      <p:sp>
        <p:nvSpPr>
          <p:cNvPr id="1274" name="Google Shape;1274;p140"/>
          <p:cNvSpPr txBox="1"/>
          <p:nvPr/>
        </p:nvSpPr>
        <p:spPr>
          <a:xfrm>
            <a:off x="10579600" y="291700"/>
            <a:ext cx="1612400" cy="404800"/>
          </a:xfrm>
          <a:prstGeom prst="rect">
            <a:avLst/>
          </a:prstGeom>
          <a:noFill/>
          <a:ln>
            <a:noFill/>
          </a:ln>
        </p:spPr>
        <p:txBody>
          <a:bodyPr spcFirstLastPara="1" wrap="square" lIns="121900" tIns="121900" rIns="121900" bIns="121900" anchor="t" anchorCtr="0">
            <a:noAutofit/>
          </a:bodyPr>
          <a:lstStyle/>
          <a:p>
            <a:pPr marL="0" marR="0" lvl="0" indent="0" algn="l" rtl="0">
              <a:lnSpc>
                <a:spcPct val="100000"/>
              </a:lnSpc>
              <a:spcBef>
                <a:spcPts val="0"/>
              </a:spcBef>
              <a:spcAft>
                <a:spcPts val="0"/>
              </a:spcAft>
              <a:buClr>
                <a:srgbClr val="000000"/>
              </a:buClr>
              <a:buSzPts val="600"/>
              <a:buFont typeface="Arial"/>
              <a:buNone/>
            </a:pPr>
            <a:r>
              <a:rPr lang="en" sz="800" b="0" i="0" u="none" strike="noStrike" cap="none">
                <a:solidFill>
                  <a:srgbClr val="D9D9D9"/>
                </a:solidFill>
                <a:latin typeface="Roboto"/>
                <a:ea typeface="Roboto"/>
                <a:cs typeface="Roboto"/>
                <a:sym typeface="Roboto"/>
              </a:rPr>
              <a:t>Proprietary + Confidential</a:t>
            </a:r>
            <a:endParaRPr sz="800" b="0" i="0" u="none" strike="noStrike" cap="none">
              <a:solidFill>
                <a:srgbClr val="D9D9D9"/>
              </a:solidFill>
              <a:latin typeface="Roboto"/>
              <a:ea typeface="Roboto"/>
              <a:cs typeface="Roboto"/>
              <a:sym typeface="Roboto"/>
            </a:endParaRPr>
          </a:p>
        </p:txBody>
      </p:sp>
      <p:sp>
        <p:nvSpPr>
          <p:cNvPr id="1275" name="Google Shape;1275;p140"/>
          <p:cNvSpPr/>
          <p:nvPr/>
        </p:nvSpPr>
        <p:spPr>
          <a:xfrm>
            <a:off x="-29957" y="313820"/>
            <a:ext cx="77200" cy="6230400"/>
          </a:xfrm>
          <a:prstGeom prst="rect">
            <a:avLst/>
          </a:prstGeom>
          <a:solidFill>
            <a:srgbClr val="EA4335"/>
          </a:solidFill>
          <a:ln>
            <a:noFill/>
          </a:ln>
        </p:spPr>
        <p:txBody>
          <a:bodyPr spcFirstLastPara="1" wrap="square" lIns="25400" tIns="25400" rIns="25400" bIns="25400" anchor="ctr" anchorCtr="0">
            <a:noAutofit/>
          </a:bodyPr>
          <a:lstStyle/>
          <a:p>
            <a:pPr marL="0" marR="0" lvl="0" indent="0" algn="ctr" rtl="0">
              <a:lnSpc>
                <a:spcPct val="100000"/>
              </a:lnSpc>
              <a:spcBef>
                <a:spcPts val="0"/>
              </a:spcBef>
              <a:spcAft>
                <a:spcPts val="0"/>
              </a:spcAft>
              <a:buClr>
                <a:srgbClr val="519BF7"/>
              </a:buClr>
              <a:buSzPts val="1200"/>
              <a:buFont typeface="Helvetica Neue Light"/>
              <a:buNone/>
            </a:pPr>
            <a:endParaRPr sz="1600" b="0" i="0" u="none" strike="noStrike" cap="none">
              <a:solidFill>
                <a:srgbClr val="1D8E3E"/>
              </a:solidFill>
              <a:latin typeface="Helvetica Neue Light"/>
              <a:ea typeface="Helvetica Neue Light"/>
              <a:cs typeface="Helvetica Neue Light"/>
              <a:sym typeface="Helvetica Neue Light"/>
            </a:endParaRPr>
          </a:p>
        </p:txBody>
      </p:sp>
      <p:sp>
        <p:nvSpPr>
          <p:cNvPr id="1276" name="Google Shape;1276;p140"/>
          <p:cNvSpPr txBox="1">
            <a:spLocks noGrp="1"/>
          </p:cNvSpPr>
          <p:nvPr>
            <p:ph type="title"/>
          </p:nvPr>
        </p:nvSpPr>
        <p:spPr>
          <a:xfrm>
            <a:off x="459335" y="352500"/>
            <a:ext cx="10396000" cy="552400"/>
          </a:xfrm>
          <a:prstGeom prst="rect">
            <a:avLst/>
          </a:prstGeom>
          <a:noFill/>
          <a:ln>
            <a:noFill/>
          </a:ln>
        </p:spPr>
        <p:txBody>
          <a:bodyPr spcFirstLastPara="1" wrap="square" lIns="91425" tIns="91425" rIns="91425" bIns="91425" anchor="t" anchorCtr="0">
            <a:noAutofit/>
          </a:bodyPr>
          <a:lstStyle>
            <a:lvl1pPr marR="0" lvl="0" algn="l" rtl="0">
              <a:lnSpc>
                <a:spcPct val="90000"/>
              </a:lnSpc>
              <a:spcBef>
                <a:spcPts val="0"/>
              </a:spcBef>
              <a:spcAft>
                <a:spcPts val="0"/>
              </a:spcAft>
              <a:buClr>
                <a:schemeClr val="dk1"/>
              </a:buClr>
              <a:buSzPts val="1100"/>
              <a:buFont typeface="Arial"/>
              <a:buNone/>
              <a:defRPr sz="3200" b="0" i="0" u="none" strike="noStrike" cap="none">
                <a:solidFill>
                  <a:srgbClr val="3C4043"/>
                </a:solidFill>
                <a:latin typeface="Google Sans"/>
                <a:ea typeface="Google Sans"/>
                <a:cs typeface="Google Sans"/>
                <a:sym typeface="Google Sans"/>
              </a:defRPr>
            </a:lvl1pPr>
            <a:lvl2pPr marR="0" lvl="1" algn="ctr" rtl="0">
              <a:lnSpc>
                <a:spcPct val="100000"/>
              </a:lnSpc>
              <a:spcBef>
                <a:spcPts val="0"/>
              </a:spcBef>
              <a:spcAft>
                <a:spcPts val="0"/>
              </a:spcAft>
              <a:buClr>
                <a:srgbClr val="000000"/>
              </a:buClr>
              <a:buSzPts val="4200"/>
              <a:buFont typeface="Helvetica Neue Light"/>
              <a:buNone/>
              <a:defRPr sz="5600" b="0" i="0" u="none" strike="noStrike" cap="none">
                <a:solidFill>
                  <a:srgbClr val="000000"/>
                </a:solidFill>
                <a:latin typeface="Helvetica Neue Light"/>
                <a:ea typeface="Helvetica Neue Light"/>
                <a:cs typeface="Helvetica Neue Light"/>
                <a:sym typeface="Helvetica Neue Light"/>
              </a:defRPr>
            </a:lvl2pPr>
            <a:lvl3pPr marR="0" lvl="2" algn="ctr" rtl="0">
              <a:lnSpc>
                <a:spcPct val="100000"/>
              </a:lnSpc>
              <a:spcBef>
                <a:spcPts val="0"/>
              </a:spcBef>
              <a:spcAft>
                <a:spcPts val="0"/>
              </a:spcAft>
              <a:buClr>
                <a:srgbClr val="000000"/>
              </a:buClr>
              <a:buSzPts val="4200"/>
              <a:buFont typeface="Helvetica Neue Light"/>
              <a:buNone/>
              <a:defRPr sz="5600" b="0" i="0" u="none" strike="noStrike" cap="none">
                <a:solidFill>
                  <a:srgbClr val="000000"/>
                </a:solidFill>
                <a:latin typeface="Helvetica Neue Light"/>
                <a:ea typeface="Helvetica Neue Light"/>
                <a:cs typeface="Helvetica Neue Light"/>
                <a:sym typeface="Helvetica Neue Light"/>
              </a:defRPr>
            </a:lvl3pPr>
            <a:lvl4pPr marR="0" lvl="3" algn="ctr" rtl="0">
              <a:lnSpc>
                <a:spcPct val="100000"/>
              </a:lnSpc>
              <a:spcBef>
                <a:spcPts val="0"/>
              </a:spcBef>
              <a:spcAft>
                <a:spcPts val="0"/>
              </a:spcAft>
              <a:buClr>
                <a:srgbClr val="000000"/>
              </a:buClr>
              <a:buSzPts val="4200"/>
              <a:buFont typeface="Helvetica Neue Light"/>
              <a:buNone/>
              <a:defRPr sz="5600" b="0" i="0" u="none" strike="noStrike" cap="none">
                <a:solidFill>
                  <a:srgbClr val="000000"/>
                </a:solidFill>
                <a:latin typeface="Helvetica Neue Light"/>
                <a:ea typeface="Helvetica Neue Light"/>
                <a:cs typeface="Helvetica Neue Light"/>
                <a:sym typeface="Helvetica Neue Light"/>
              </a:defRPr>
            </a:lvl4pPr>
            <a:lvl5pPr marR="0" lvl="4" algn="ctr" rtl="0">
              <a:lnSpc>
                <a:spcPct val="100000"/>
              </a:lnSpc>
              <a:spcBef>
                <a:spcPts val="0"/>
              </a:spcBef>
              <a:spcAft>
                <a:spcPts val="0"/>
              </a:spcAft>
              <a:buClr>
                <a:srgbClr val="000000"/>
              </a:buClr>
              <a:buSzPts val="4200"/>
              <a:buFont typeface="Helvetica Neue Light"/>
              <a:buNone/>
              <a:defRPr sz="5600" b="0" i="0" u="none" strike="noStrike" cap="none">
                <a:solidFill>
                  <a:srgbClr val="000000"/>
                </a:solidFill>
                <a:latin typeface="Helvetica Neue Light"/>
                <a:ea typeface="Helvetica Neue Light"/>
                <a:cs typeface="Helvetica Neue Light"/>
                <a:sym typeface="Helvetica Neue Light"/>
              </a:defRPr>
            </a:lvl5pPr>
            <a:lvl6pPr marR="0" lvl="5" algn="ctr" rtl="0">
              <a:lnSpc>
                <a:spcPct val="100000"/>
              </a:lnSpc>
              <a:spcBef>
                <a:spcPts val="0"/>
              </a:spcBef>
              <a:spcAft>
                <a:spcPts val="0"/>
              </a:spcAft>
              <a:buClr>
                <a:srgbClr val="000000"/>
              </a:buClr>
              <a:buSzPts val="4200"/>
              <a:buFont typeface="Helvetica Neue Light"/>
              <a:buNone/>
              <a:defRPr sz="5600" b="0" i="0" u="none" strike="noStrike" cap="none">
                <a:solidFill>
                  <a:srgbClr val="000000"/>
                </a:solidFill>
                <a:latin typeface="Helvetica Neue Light"/>
                <a:ea typeface="Helvetica Neue Light"/>
                <a:cs typeface="Helvetica Neue Light"/>
                <a:sym typeface="Helvetica Neue Light"/>
              </a:defRPr>
            </a:lvl6pPr>
            <a:lvl7pPr marR="0" lvl="6" algn="ctr" rtl="0">
              <a:lnSpc>
                <a:spcPct val="100000"/>
              </a:lnSpc>
              <a:spcBef>
                <a:spcPts val="0"/>
              </a:spcBef>
              <a:spcAft>
                <a:spcPts val="0"/>
              </a:spcAft>
              <a:buClr>
                <a:srgbClr val="000000"/>
              </a:buClr>
              <a:buSzPts val="4200"/>
              <a:buFont typeface="Helvetica Neue Light"/>
              <a:buNone/>
              <a:defRPr sz="5600" b="0" i="0" u="none" strike="noStrike" cap="none">
                <a:solidFill>
                  <a:srgbClr val="000000"/>
                </a:solidFill>
                <a:latin typeface="Helvetica Neue Light"/>
                <a:ea typeface="Helvetica Neue Light"/>
                <a:cs typeface="Helvetica Neue Light"/>
                <a:sym typeface="Helvetica Neue Light"/>
              </a:defRPr>
            </a:lvl7pPr>
            <a:lvl8pPr marR="0" lvl="7" algn="ctr" rtl="0">
              <a:lnSpc>
                <a:spcPct val="100000"/>
              </a:lnSpc>
              <a:spcBef>
                <a:spcPts val="0"/>
              </a:spcBef>
              <a:spcAft>
                <a:spcPts val="0"/>
              </a:spcAft>
              <a:buClr>
                <a:srgbClr val="000000"/>
              </a:buClr>
              <a:buSzPts val="4200"/>
              <a:buFont typeface="Helvetica Neue Light"/>
              <a:buNone/>
              <a:defRPr sz="5600" b="0" i="0" u="none" strike="noStrike" cap="none">
                <a:solidFill>
                  <a:srgbClr val="000000"/>
                </a:solidFill>
                <a:latin typeface="Helvetica Neue Light"/>
                <a:ea typeface="Helvetica Neue Light"/>
                <a:cs typeface="Helvetica Neue Light"/>
                <a:sym typeface="Helvetica Neue Light"/>
              </a:defRPr>
            </a:lvl8pPr>
            <a:lvl9pPr marR="0" lvl="8" algn="ctr" rtl="0">
              <a:lnSpc>
                <a:spcPct val="100000"/>
              </a:lnSpc>
              <a:spcBef>
                <a:spcPts val="0"/>
              </a:spcBef>
              <a:spcAft>
                <a:spcPts val="0"/>
              </a:spcAft>
              <a:buClr>
                <a:srgbClr val="000000"/>
              </a:buClr>
              <a:buSzPts val="4200"/>
              <a:buFont typeface="Helvetica Neue Light"/>
              <a:buNone/>
              <a:defRPr sz="5600" b="0" i="0" u="none" strike="noStrike" cap="none">
                <a:solidFill>
                  <a:srgbClr val="000000"/>
                </a:solidFill>
                <a:latin typeface="Helvetica Neue Light"/>
                <a:ea typeface="Helvetica Neue Light"/>
                <a:cs typeface="Helvetica Neue Light"/>
                <a:sym typeface="Helvetica Neue Light"/>
              </a:defRPr>
            </a:lvl9pPr>
          </a:lstStyle>
          <a:p>
            <a:endParaRPr/>
          </a:p>
        </p:txBody>
      </p:sp>
      <p:grpSp>
        <p:nvGrpSpPr>
          <p:cNvPr id="1277" name="Google Shape;1277;p140"/>
          <p:cNvGrpSpPr/>
          <p:nvPr/>
        </p:nvGrpSpPr>
        <p:grpSpPr>
          <a:xfrm>
            <a:off x="11292163" y="6405041"/>
            <a:ext cx="560655" cy="182680"/>
            <a:chOff x="0" y="0"/>
            <a:chExt cx="2077525" cy="676925"/>
          </a:xfrm>
        </p:grpSpPr>
        <p:sp>
          <p:nvSpPr>
            <p:cNvPr id="1278" name="Google Shape;1278;p140"/>
            <p:cNvSpPr/>
            <p:nvPr/>
          </p:nvSpPr>
          <p:spPr>
            <a:xfrm>
              <a:off x="0" y="0"/>
              <a:ext cx="511375" cy="524800"/>
            </a:xfrm>
            <a:custGeom>
              <a:avLst/>
              <a:gdLst/>
              <a:ahLst/>
              <a:cxnLst/>
              <a:rect l="l" t="t" r="r" b="b"/>
              <a:pathLst>
                <a:path w="20455" h="20992" extrusionOk="0">
                  <a:moveTo>
                    <a:pt x="10700" y="12450"/>
                  </a:moveTo>
                  <a:lnTo>
                    <a:pt x="10700" y="9583"/>
                  </a:lnTo>
                  <a:lnTo>
                    <a:pt x="20300" y="9583"/>
                  </a:lnTo>
                  <a:cubicBezTo>
                    <a:pt x="20398" y="10088"/>
                    <a:pt x="20455" y="10690"/>
                    <a:pt x="20455" y="11341"/>
                  </a:cubicBezTo>
                  <a:cubicBezTo>
                    <a:pt x="20455" y="13491"/>
                    <a:pt x="19866" y="16154"/>
                    <a:pt x="17972" y="18048"/>
                  </a:cubicBezTo>
                  <a:cubicBezTo>
                    <a:pt x="16129" y="19968"/>
                    <a:pt x="13773" y="20992"/>
                    <a:pt x="10650" y="20992"/>
                  </a:cubicBezTo>
                  <a:cubicBezTo>
                    <a:pt x="4864" y="20993"/>
                    <a:pt x="0" y="16282"/>
                    <a:pt x="0" y="10496"/>
                  </a:cubicBezTo>
                  <a:cubicBezTo>
                    <a:pt x="0" y="4710"/>
                    <a:pt x="4864" y="0"/>
                    <a:pt x="10650" y="0"/>
                  </a:cubicBezTo>
                  <a:cubicBezTo>
                    <a:pt x="13850" y="0"/>
                    <a:pt x="16129" y="1254"/>
                    <a:pt x="17844" y="2893"/>
                  </a:cubicBezTo>
                  <a:lnTo>
                    <a:pt x="15822" y="4915"/>
                  </a:lnTo>
                  <a:cubicBezTo>
                    <a:pt x="14593" y="3763"/>
                    <a:pt x="12929" y="2867"/>
                    <a:pt x="10651" y="2867"/>
                  </a:cubicBezTo>
                  <a:cubicBezTo>
                    <a:pt x="6427" y="2867"/>
                    <a:pt x="3124" y="6272"/>
                    <a:pt x="3124" y="10496"/>
                  </a:cubicBezTo>
                  <a:cubicBezTo>
                    <a:pt x="3124" y="14720"/>
                    <a:pt x="6427" y="18125"/>
                    <a:pt x="10651" y="18125"/>
                  </a:cubicBezTo>
                  <a:cubicBezTo>
                    <a:pt x="13390" y="18125"/>
                    <a:pt x="14952" y="17024"/>
                    <a:pt x="15950" y="16026"/>
                  </a:cubicBezTo>
                  <a:cubicBezTo>
                    <a:pt x="16764" y="15213"/>
                    <a:pt x="17299" y="14046"/>
                    <a:pt x="17507" y="12450"/>
                  </a:cubicBezTo>
                  <a:lnTo>
                    <a:pt x="10700" y="12450"/>
                  </a:lnTo>
                  <a:close/>
                </a:path>
              </a:pathLst>
            </a:custGeom>
            <a:solidFill>
              <a:srgbClr val="AEB3B7"/>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595959"/>
                </a:solidFill>
                <a:latin typeface="Arial"/>
                <a:ea typeface="Arial"/>
                <a:cs typeface="Arial"/>
                <a:sym typeface="Arial"/>
              </a:endParaRPr>
            </a:p>
          </p:txBody>
        </p:sp>
        <p:sp>
          <p:nvSpPr>
            <p:cNvPr id="1279" name="Google Shape;1279;p140"/>
            <p:cNvSpPr/>
            <p:nvPr/>
          </p:nvSpPr>
          <p:spPr>
            <a:xfrm>
              <a:off x="540400" y="187300"/>
              <a:ext cx="339200" cy="337950"/>
            </a:xfrm>
            <a:custGeom>
              <a:avLst/>
              <a:gdLst/>
              <a:ahLst/>
              <a:cxnLst/>
              <a:rect l="l" t="t" r="r" b="b"/>
              <a:pathLst>
                <a:path w="13568" h="13518" extrusionOk="0">
                  <a:moveTo>
                    <a:pt x="13568" y="6759"/>
                  </a:moveTo>
                  <a:cubicBezTo>
                    <a:pt x="13568" y="10650"/>
                    <a:pt x="10522" y="13518"/>
                    <a:pt x="6784" y="13518"/>
                  </a:cubicBezTo>
                  <a:cubicBezTo>
                    <a:pt x="3046" y="13518"/>
                    <a:pt x="0" y="10651"/>
                    <a:pt x="0" y="6759"/>
                  </a:cubicBezTo>
                  <a:cubicBezTo>
                    <a:pt x="0" y="2842"/>
                    <a:pt x="3046" y="0"/>
                    <a:pt x="6784" y="0"/>
                  </a:cubicBezTo>
                  <a:cubicBezTo>
                    <a:pt x="10522" y="0"/>
                    <a:pt x="13568" y="2842"/>
                    <a:pt x="13568" y="6759"/>
                  </a:cubicBezTo>
                  <a:close/>
                  <a:moveTo>
                    <a:pt x="10599" y="6759"/>
                  </a:moveTo>
                  <a:cubicBezTo>
                    <a:pt x="10599" y="4327"/>
                    <a:pt x="8833" y="2663"/>
                    <a:pt x="6785" y="2663"/>
                  </a:cubicBezTo>
                  <a:cubicBezTo>
                    <a:pt x="4737" y="2663"/>
                    <a:pt x="2970" y="4327"/>
                    <a:pt x="2970" y="6759"/>
                  </a:cubicBezTo>
                  <a:cubicBezTo>
                    <a:pt x="2970" y="9165"/>
                    <a:pt x="4736" y="10855"/>
                    <a:pt x="6785" y="10855"/>
                  </a:cubicBezTo>
                  <a:cubicBezTo>
                    <a:pt x="8832" y="10855"/>
                    <a:pt x="10599" y="9165"/>
                    <a:pt x="10599" y="6759"/>
                  </a:cubicBezTo>
                  <a:close/>
                </a:path>
              </a:pathLst>
            </a:custGeom>
            <a:solidFill>
              <a:srgbClr val="AEB3B7"/>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595959"/>
                </a:solidFill>
                <a:latin typeface="Arial"/>
                <a:ea typeface="Arial"/>
                <a:cs typeface="Arial"/>
                <a:sym typeface="Arial"/>
              </a:endParaRPr>
            </a:p>
          </p:txBody>
        </p:sp>
        <p:sp>
          <p:nvSpPr>
            <p:cNvPr id="1280" name="Google Shape;1280;p140"/>
            <p:cNvSpPr/>
            <p:nvPr/>
          </p:nvSpPr>
          <p:spPr>
            <a:xfrm>
              <a:off x="910400" y="187300"/>
              <a:ext cx="339200" cy="337950"/>
            </a:xfrm>
            <a:custGeom>
              <a:avLst/>
              <a:gdLst/>
              <a:ahLst/>
              <a:cxnLst/>
              <a:rect l="l" t="t" r="r" b="b"/>
              <a:pathLst>
                <a:path w="13568" h="13518" extrusionOk="0">
                  <a:moveTo>
                    <a:pt x="13568" y="6759"/>
                  </a:moveTo>
                  <a:cubicBezTo>
                    <a:pt x="13568" y="10650"/>
                    <a:pt x="10522" y="13518"/>
                    <a:pt x="6784" y="13518"/>
                  </a:cubicBezTo>
                  <a:cubicBezTo>
                    <a:pt x="3046" y="13518"/>
                    <a:pt x="0" y="10651"/>
                    <a:pt x="0" y="6759"/>
                  </a:cubicBezTo>
                  <a:cubicBezTo>
                    <a:pt x="0" y="2842"/>
                    <a:pt x="3046" y="0"/>
                    <a:pt x="6784" y="0"/>
                  </a:cubicBezTo>
                  <a:cubicBezTo>
                    <a:pt x="10522" y="0"/>
                    <a:pt x="13568" y="2842"/>
                    <a:pt x="13568" y="6759"/>
                  </a:cubicBezTo>
                  <a:close/>
                  <a:moveTo>
                    <a:pt x="10599" y="6759"/>
                  </a:moveTo>
                  <a:cubicBezTo>
                    <a:pt x="10599" y="4327"/>
                    <a:pt x="8833" y="2663"/>
                    <a:pt x="6785" y="2663"/>
                  </a:cubicBezTo>
                  <a:cubicBezTo>
                    <a:pt x="4737" y="2663"/>
                    <a:pt x="2970" y="4327"/>
                    <a:pt x="2970" y="6759"/>
                  </a:cubicBezTo>
                  <a:cubicBezTo>
                    <a:pt x="2970" y="9165"/>
                    <a:pt x="4736" y="10855"/>
                    <a:pt x="6785" y="10855"/>
                  </a:cubicBezTo>
                  <a:cubicBezTo>
                    <a:pt x="8832" y="10855"/>
                    <a:pt x="10599" y="9165"/>
                    <a:pt x="10599" y="6759"/>
                  </a:cubicBezTo>
                  <a:close/>
                </a:path>
              </a:pathLst>
            </a:custGeom>
            <a:solidFill>
              <a:srgbClr val="AEB3B7"/>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595959"/>
                </a:solidFill>
                <a:latin typeface="Arial"/>
                <a:ea typeface="Arial"/>
                <a:cs typeface="Arial"/>
                <a:sym typeface="Arial"/>
              </a:endParaRPr>
            </a:p>
          </p:txBody>
        </p:sp>
        <p:sp>
          <p:nvSpPr>
            <p:cNvPr id="1281" name="Google Shape;1281;p140"/>
            <p:cNvSpPr/>
            <p:nvPr/>
          </p:nvSpPr>
          <p:spPr>
            <a:xfrm>
              <a:off x="1280400" y="187325"/>
              <a:ext cx="323850" cy="489600"/>
            </a:xfrm>
            <a:custGeom>
              <a:avLst/>
              <a:gdLst/>
              <a:ahLst/>
              <a:cxnLst/>
              <a:rect l="l" t="t" r="r" b="b"/>
              <a:pathLst>
                <a:path w="12954" h="19584" extrusionOk="0">
                  <a:moveTo>
                    <a:pt x="12954" y="409"/>
                  </a:moveTo>
                  <a:lnTo>
                    <a:pt x="12954" y="12544"/>
                  </a:lnTo>
                  <a:cubicBezTo>
                    <a:pt x="12954" y="17536"/>
                    <a:pt x="10010" y="19584"/>
                    <a:pt x="6528" y="19584"/>
                  </a:cubicBezTo>
                  <a:cubicBezTo>
                    <a:pt x="3251" y="19584"/>
                    <a:pt x="1280" y="17382"/>
                    <a:pt x="537" y="15590"/>
                  </a:cubicBezTo>
                  <a:lnTo>
                    <a:pt x="3123" y="14515"/>
                  </a:lnTo>
                  <a:cubicBezTo>
                    <a:pt x="3584" y="15616"/>
                    <a:pt x="4710" y="16922"/>
                    <a:pt x="6528" y="16922"/>
                  </a:cubicBezTo>
                  <a:cubicBezTo>
                    <a:pt x="8755" y="16922"/>
                    <a:pt x="10138" y="15539"/>
                    <a:pt x="10138" y="12954"/>
                  </a:cubicBezTo>
                  <a:lnTo>
                    <a:pt x="10138" y="11981"/>
                  </a:lnTo>
                  <a:lnTo>
                    <a:pt x="10036" y="11981"/>
                  </a:lnTo>
                  <a:cubicBezTo>
                    <a:pt x="9370" y="12800"/>
                    <a:pt x="8090" y="13517"/>
                    <a:pt x="6477" y="13517"/>
                  </a:cubicBezTo>
                  <a:cubicBezTo>
                    <a:pt x="3098" y="13517"/>
                    <a:pt x="0" y="10573"/>
                    <a:pt x="0" y="6784"/>
                  </a:cubicBezTo>
                  <a:cubicBezTo>
                    <a:pt x="0" y="2969"/>
                    <a:pt x="3098" y="0"/>
                    <a:pt x="6477" y="0"/>
                  </a:cubicBezTo>
                  <a:cubicBezTo>
                    <a:pt x="8090" y="0"/>
                    <a:pt x="9370" y="717"/>
                    <a:pt x="10036" y="1511"/>
                  </a:cubicBezTo>
                  <a:lnTo>
                    <a:pt x="10138" y="1511"/>
                  </a:lnTo>
                  <a:lnTo>
                    <a:pt x="10138" y="409"/>
                  </a:lnTo>
                  <a:lnTo>
                    <a:pt x="12954" y="409"/>
                  </a:lnTo>
                  <a:close/>
                  <a:moveTo>
                    <a:pt x="10343" y="6784"/>
                  </a:moveTo>
                  <a:cubicBezTo>
                    <a:pt x="10343" y="4403"/>
                    <a:pt x="8756" y="2662"/>
                    <a:pt x="6733" y="2662"/>
                  </a:cubicBezTo>
                  <a:cubicBezTo>
                    <a:pt x="4685" y="2662"/>
                    <a:pt x="2970" y="4403"/>
                    <a:pt x="2970" y="6784"/>
                  </a:cubicBezTo>
                  <a:cubicBezTo>
                    <a:pt x="2970" y="9139"/>
                    <a:pt x="4685" y="10855"/>
                    <a:pt x="6733" y="10855"/>
                  </a:cubicBezTo>
                  <a:cubicBezTo>
                    <a:pt x="8755" y="10854"/>
                    <a:pt x="10343" y="9139"/>
                    <a:pt x="10343" y="6784"/>
                  </a:cubicBezTo>
                  <a:close/>
                </a:path>
              </a:pathLst>
            </a:custGeom>
            <a:solidFill>
              <a:srgbClr val="AEB3B7"/>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595959"/>
                </a:solidFill>
                <a:latin typeface="Arial"/>
                <a:ea typeface="Arial"/>
                <a:cs typeface="Arial"/>
                <a:sym typeface="Arial"/>
              </a:endParaRPr>
            </a:p>
          </p:txBody>
        </p:sp>
        <p:sp>
          <p:nvSpPr>
            <p:cNvPr id="1282" name="Google Shape;1282;p140"/>
            <p:cNvSpPr/>
            <p:nvPr/>
          </p:nvSpPr>
          <p:spPr>
            <a:xfrm>
              <a:off x="1655750" y="20000"/>
              <a:ext cx="74250" cy="495000"/>
            </a:xfrm>
            <a:custGeom>
              <a:avLst/>
              <a:gdLst/>
              <a:ahLst/>
              <a:cxnLst/>
              <a:rect l="l" t="t" r="r" b="b"/>
              <a:pathLst>
                <a:path w="2970" h="19800" extrusionOk="0">
                  <a:moveTo>
                    <a:pt x="2970" y="0"/>
                  </a:moveTo>
                  <a:lnTo>
                    <a:pt x="2970" y="19800"/>
                  </a:lnTo>
                  <a:lnTo>
                    <a:pt x="0" y="19800"/>
                  </a:lnTo>
                  <a:lnTo>
                    <a:pt x="0" y="0"/>
                  </a:lnTo>
                  <a:lnTo>
                    <a:pt x="2970" y="0"/>
                  </a:lnTo>
                  <a:close/>
                </a:path>
              </a:pathLst>
            </a:custGeom>
            <a:solidFill>
              <a:srgbClr val="AEB3B7"/>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595959"/>
                </a:solidFill>
                <a:latin typeface="Arial"/>
                <a:ea typeface="Arial"/>
                <a:cs typeface="Arial"/>
                <a:sym typeface="Arial"/>
              </a:endParaRPr>
            </a:p>
          </p:txBody>
        </p:sp>
        <p:sp>
          <p:nvSpPr>
            <p:cNvPr id="1283" name="Google Shape;1283;p140"/>
            <p:cNvSpPr/>
            <p:nvPr/>
          </p:nvSpPr>
          <p:spPr>
            <a:xfrm>
              <a:off x="1765825" y="187275"/>
              <a:ext cx="311700" cy="337950"/>
            </a:xfrm>
            <a:custGeom>
              <a:avLst/>
              <a:gdLst/>
              <a:ahLst/>
              <a:cxnLst/>
              <a:rect l="l" t="t" r="r" b="b"/>
              <a:pathLst>
                <a:path w="12468" h="13518" extrusionOk="0">
                  <a:moveTo>
                    <a:pt x="10035" y="8987"/>
                  </a:moveTo>
                  <a:lnTo>
                    <a:pt x="12339" y="10523"/>
                  </a:lnTo>
                  <a:cubicBezTo>
                    <a:pt x="11596" y="11624"/>
                    <a:pt x="9804" y="13518"/>
                    <a:pt x="6707" y="13518"/>
                  </a:cubicBezTo>
                  <a:cubicBezTo>
                    <a:pt x="2867" y="13518"/>
                    <a:pt x="0" y="10548"/>
                    <a:pt x="0" y="6759"/>
                  </a:cubicBezTo>
                  <a:cubicBezTo>
                    <a:pt x="0" y="2739"/>
                    <a:pt x="2893" y="0"/>
                    <a:pt x="6375" y="0"/>
                  </a:cubicBezTo>
                  <a:cubicBezTo>
                    <a:pt x="9882" y="0"/>
                    <a:pt x="11598" y="2791"/>
                    <a:pt x="12161" y="4301"/>
                  </a:cubicBezTo>
                  <a:lnTo>
                    <a:pt x="12468" y="5069"/>
                  </a:lnTo>
                  <a:lnTo>
                    <a:pt x="3431" y="8807"/>
                  </a:lnTo>
                  <a:cubicBezTo>
                    <a:pt x="4122" y="10164"/>
                    <a:pt x="5198" y="10855"/>
                    <a:pt x="6708" y="10855"/>
                  </a:cubicBezTo>
                  <a:cubicBezTo>
                    <a:pt x="8217" y="10856"/>
                    <a:pt x="9267" y="10114"/>
                    <a:pt x="10035" y="8987"/>
                  </a:cubicBezTo>
                  <a:close/>
                  <a:moveTo>
                    <a:pt x="2943" y="6555"/>
                  </a:moveTo>
                  <a:lnTo>
                    <a:pt x="8985" y="4046"/>
                  </a:lnTo>
                  <a:cubicBezTo>
                    <a:pt x="8652" y="3201"/>
                    <a:pt x="7654" y="2612"/>
                    <a:pt x="6476" y="2612"/>
                  </a:cubicBezTo>
                  <a:cubicBezTo>
                    <a:pt x="4966" y="2613"/>
                    <a:pt x="2867" y="3944"/>
                    <a:pt x="2943" y="6555"/>
                  </a:cubicBezTo>
                  <a:close/>
                </a:path>
              </a:pathLst>
            </a:custGeom>
            <a:solidFill>
              <a:srgbClr val="AEB3B7"/>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595959"/>
                </a:solidFill>
                <a:latin typeface="Arial"/>
                <a:ea typeface="Arial"/>
                <a:cs typeface="Arial"/>
                <a:sym typeface="Arial"/>
              </a:endParaRPr>
            </a:p>
          </p:txBody>
        </p:sp>
      </p:grpSp>
    </p:spTree>
    <p:extLst>
      <p:ext uri="{BB962C8B-B14F-4D97-AF65-F5344CB8AC3E}">
        <p14:creationId xmlns:p14="http://schemas.microsoft.com/office/powerpoint/2010/main" val="11160884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Body Slide - Bulleted List - Red" preserve="1">
  <p:cSld name="Body Slide - Bulleted List - Red">
    <p:spTree>
      <p:nvGrpSpPr>
        <p:cNvPr id="1" name="Shape 1284"/>
        <p:cNvGrpSpPr/>
        <p:nvPr/>
      </p:nvGrpSpPr>
      <p:grpSpPr>
        <a:xfrm>
          <a:off x="0" y="0"/>
          <a:ext cx="0" cy="0"/>
          <a:chOff x="0" y="0"/>
          <a:chExt cx="0" cy="0"/>
        </a:xfrm>
      </p:grpSpPr>
      <p:sp>
        <p:nvSpPr>
          <p:cNvPr id="1285" name="Google Shape;1285;p141"/>
          <p:cNvSpPr txBox="1">
            <a:spLocks noGrp="1"/>
          </p:cNvSpPr>
          <p:nvPr>
            <p:ph type="body" idx="1"/>
          </p:nvPr>
        </p:nvSpPr>
        <p:spPr>
          <a:xfrm>
            <a:off x="1116767" y="2288000"/>
            <a:ext cx="6263200" cy="2728400"/>
          </a:xfrm>
          <a:prstGeom prst="rect">
            <a:avLst/>
          </a:prstGeom>
          <a:noFill/>
          <a:ln>
            <a:noFill/>
          </a:ln>
        </p:spPr>
        <p:txBody>
          <a:bodyPr spcFirstLastPara="1" wrap="square" lIns="91425" tIns="91425" rIns="91425" bIns="91425" anchor="t" anchorCtr="0">
            <a:noAutofit/>
          </a:bodyPr>
          <a:lstStyle>
            <a:lvl1pPr marL="609585" marR="0" lvl="0" indent="-380990" algn="l" rtl="0">
              <a:lnSpc>
                <a:spcPct val="260000"/>
              </a:lnSpc>
              <a:spcBef>
                <a:spcPts val="0"/>
              </a:spcBef>
              <a:spcAft>
                <a:spcPts val="0"/>
              </a:spcAft>
              <a:buClr>
                <a:srgbClr val="80868B"/>
              </a:buClr>
              <a:buSzPts val="900"/>
              <a:buFont typeface="Roboto"/>
              <a:buChar char="●"/>
              <a:defRPr sz="1467" b="0" i="0" u="none" strike="noStrike" cap="none">
                <a:solidFill>
                  <a:srgbClr val="5F6368"/>
                </a:solidFill>
                <a:latin typeface="Roboto"/>
                <a:ea typeface="Roboto"/>
                <a:cs typeface="Roboto"/>
                <a:sym typeface="Roboto"/>
              </a:defRPr>
            </a:lvl1pPr>
            <a:lvl2pPr marL="1219170" marR="0" lvl="1" indent="-380990" algn="l" rtl="0">
              <a:lnSpc>
                <a:spcPct val="260000"/>
              </a:lnSpc>
              <a:spcBef>
                <a:spcPts val="0"/>
              </a:spcBef>
              <a:spcAft>
                <a:spcPts val="0"/>
              </a:spcAft>
              <a:buClr>
                <a:srgbClr val="80868B"/>
              </a:buClr>
              <a:buSzPts val="900"/>
              <a:buFont typeface="Roboto"/>
              <a:buChar char="○"/>
              <a:defRPr sz="1467" b="0" i="0" u="none" strike="noStrike" cap="none">
                <a:solidFill>
                  <a:srgbClr val="5F6368"/>
                </a:solidFill>
                <a:latin typeface="Roboto"/>
                <a:ea typeface="Roboto"/>
                <a:cs typeface="Roboto"/>
                <a:sym typeface="Roboto"/>
              </a:defRPr>
            </a:lvl2pPr>
            <a:lvl3pPr marL="1828754" marR="0" lvl="2" indent="-397923" algn="l" rtl="0">
              <a:lnSpc>
                <a:spcPct val="260000"/>
              </a:lnSpc>
              <a:spcBef>
                <a:spcPts val="0"/>
              </a:spcBef>
              <a:spcAft>
                <a:spcPts val="0"/>
              </a:spcAft>
              <a:buClr>
                <a:srgbClr val="5F6368"/>
              </a:buClr>
              <a:buSzPts val="1100"/>
              <a:buFont typeface="Roboto"/>
              <a:buChar char="■"/>
              <a:defRPr sz="1467" b="0" i="0" u="none" strike="noStrike" cap="none">
                <a:solidFill>
                  <a:srgbClr val="5F6368"/>
                </a:solidFill>
                <a:latin typeface="Roboto"/>
                <a:ea typeface="Roboto"/>
                <a:cs typeface="Roboto"/>
                <a:sym typeface="Roboto"/>
              </a:defRPr>
            </a:lvl3pPr>
            <a:lvl4pPr marL="2438339" marR="0" lvl="3" indent="-397923" algn="l" rtl="0">
              <a:lnSpc>
                <a:spcPct val="260000"/>
              </a:lnSpc>
              <a:spcBef>
                <a:spcPts val="0"/>
              </a:spcBef>
              <a:spcAft>
                <a:spcPts val="0"/>
              </a:spcAft>
              <a:buClr>
                <a:srgbClr val="5F6368"/>
              </a:buClr>
              <a:buSzPts val="1100"/>
              <a:buFont typeface="Roboto"/>
              <a:buChar char="●"/>
              <a:defRPr sz="1467" b="0" i="0" u="none" strike="noStrike" cap="none">
                <a:solidFill>
                  <a:srgbClr val="5F6368"/>
                </a:solidFill>
                <a:latin typeface="Roboto"/>
                <a:ea typeface="Roboto"/>
                <a:cs typeface="Roboto"/>
                <a:sym typeface="Roboto"/>
              </a:defRPr>
            </a:lvl4pPr>
            <a:lvl5pPr marL="3047924" marR="0" lvl="4" indent="-397923" algn="l" rtl="0">
              <a:lnSpc>
                <a:spcPct val="260000"/>
              </a:lnSpc>
              <a:spcBef>
                <a:spcPts val="0"/>
              </a:spcBef>
              <a:spcAft>
                <a:spcPts val="0"/>
              </a:spcAft>
              <a:buClr>
                <a:srgbClr val="5F6368"/>
              </a:buClr>
              <a:buSzPts val="1100"/>
              <a:buFont typeface="Roboto"/>
              <a:buChar char="○"/>
              <a:defRPr sz="1467" b="0" i="0" u="none" strike="noStrike" cap="none">
                <a:solidFill>
                  <a:srgbClr val="5F6368"/>
                </a:solidFill>
                <a:latin typeface="Roboto"/>
                <a:ea typeface="Roboto"/>
                <a:cs typeface="Roboto"/>
                <a:sym typeface="Roboto"/>
              </a:defRPr>
            </a:lvl5pPr>
            <a:lvl6pPr marL="3657509" marR="0" lvl="5" indent="-397923" algn="l" rtl="0">
              <a:lnSpc>
                <a:spcPct val="260000"/>
              </a:lnSpc>
              <a:spcBef>
                <a:spcPts val="0"/>
              </a:spcBef>
              <a:spcAft>
                <a:spcPts val="0"/>
              </a:spcAft>
              <a:buClr>
                <a:srgbClr val="5F6368"/>
              </a:buClr>
              <a:buSzPts val="1100"/>
              <a:buFont typeface="Roboto"/>
              <a:buChar char="■"/>
              <a:defRPr sz="1467" b="0" i="0" u="none" strike="noStrike" cap="none">
                <a:solidFill>
                  <a:srgbClr val="5F6368"/>
                </a:solidFill>
                <a:latin typeface="Roboto"/>
                <a:ea typeface="Roboto"/>
                <a:cs typeface="Roboto"/>
                <a:sym typeface="Roboto"/>
              </a:defRPr>
            </a:lvl6pPr>
            <a:lvl7pPr marL="4267093" marR="0" lvl="6" indent="-397923" algn="l" rtl="0">
              <a:lnSpc>
                <a:spcPct val="260000"/>
              </a:lnSpc>
              <a:spcBef>
                <a:spcPts val="0"/>
              </a:spcBef>
              <a:spcAft>
                <a:spcPts val="0"/>
              </a:spcAft>
              <a:buClr>
                <a:srgbClr val="5F6368"/>
              </a:buClr>
              <a:buSzPts val="1100"/>
              <a:buFont typeface="Roboto"/>
              <a:buChar char="●"/>
              <a:defRPr sz="1467" b="0" i="0" u="none" strike="noStrike" cap="none">
                <a:solidFill>
                  <a:srgbClr val="5F6368"/>
                </a:solidFill>
                <a:latin typeface="Roboto"/>
                <a:ea typeface="Roboto"/>
                <a:cs typeface="Roboto"/>
                <a:sym typeface="Roboto"/>
              </a:defRPr>
            </a:lvl7pPr>
            <a:lvl8pPr marL="4876678" marR="0" lvl="7" indent="-397923" algn="l" rtl="0">
              <a:lnSpc>
                <a:spcPct val="260000"/>
              </a:lnSpc>
              <a:spcBef>
                <a:spcPts val="0"/>
              </a:spcBef>
              <a:spcAft>
                <a:spcPts val="0"/>
              </a:spcAft>
              <a:buClr>
                <a:srgbClr val="5F6368"/>
              </a:buClr>
              <a:buSzPts val="1100"/>
              <a:buFont typeface="Roboto"/>
              <a:buChar char="○"/>
              <a:defRPr sz="1467" b="0" i="0" u="none" strike="noStrike" cap="none">
                <a:solidFill>
                  <a:srgbClr val="5F6368"/>
                </a:solidFill>
                <a:latin typeface="Roboto"/>
                <a:ea typeface="Roboto"/>
                <a:cs typeface="Roboto"/>
                <a:sym typeface="Roboto"/>
              </a:defRPr>
            </a:lvl8pPr>
            <a:lvl9pPr marL="5486263" marR="0" lvl="8" indent="-397923" algn="l" rtl="0">
              <a:lnSpc>
                <a:spcPct val="260000"/>
              </a:lnSpc>
              <a:spcBef>
                <a:spcPts val="0"/>
              </a:spcBef>
              <a:spcAft>
                <a:spcPts val="0"/>
              </a:spcAft>
              <a:buClr>
                <a:srgbClr val="5F6368"/>
              </a:buClr>
              <a:buSzPts val="1100"/>
              <a:buFont typeface="Roboto"/>
              <a:buChar char="■"/>
              <a:defRPr sz="1467" b="0" i="0" u="none" strike="noStrike" cap="none">
                <a:solidFill>
                  <a:srgbClr val="5F6368"/>
                </a:solidFill>
                <a:latin typeface="Roboto"/>
                <a:ea typeface="Roboto"/>
                <a:cs typeface="Roboto"/>
                <a:sym typeface="Roboto"/>
              </a:defRPr>
            </a:lvl9pPr>
          </a:lstStyle>
          <a:p>
            <a:endParaRPr/>
          </a:p>
        </p:txBody>
      </p:sp>
      <p:sp>
        <p:nvSpPr>
          <p:cNvPr id="1286" name="Google Shape;1286;p141"/>
          <p:cNvSpPr/>
          <p:nvPr/>
        </p:nvSpPr>
        <p:spPr>
          <a:xfrm>
            <a:off x="396501" y="541500"/>
            <a:ext cx="10396000" cy="552400"/>
          </a:xfrm>
          <a:prstGeom prst="rect">
            <a:avLst/>
          </a:prstGeom>
          <a:noFill/>
          <a:ln>
            <a:noFill/>
          </a:ln>
        </p:spPr>
        <p:txBody>
          <a:bodyPr spcFirstLastPara="1" wrap="square" lIns="25400" tIns="25400" rIns="25400" bIns="25400" anchor="t" anchorCtr="0">
            <a:noAutofit/>
          </a:bodyPr>
          <a:lstStyle/>
          <a:p>
            <a:pPr marL="0" marR="0" lvl="0" indent="0" algn="l" rtl="0">
              <a:lnSpc>
                <a:spcPct val="90000"/>
              </a:lnSpc>
              <a:spcBef>
                <a:spcPts val="0"/>
              </a:spcBef>
              <a:spcAft>
                <a:spcPts val="0"/>
              </a:spcAft>
              <a:buClr>
                <a:schemeClr val="dk1"/>
              </a:buClr>
              <a:buSzPts val="1100"/>
              <a:buFont typeface="Arial"/>
              <a:buNone/>
            </a:pPr>
            <a:endParaRPr sz="3200" b="0" i="0" u="none" strike="noStrike" cap="none">
              <a:solidFill>
                <a:srgbClr val="3C4043"/>
              </a:solidFill>
              <a:latin typeface="Google Sans"/>
              <a:ea typeface="Google Sans"/>
              <a:cs typeface="Google Sans"/>
              <a:sym typeface="Google Sans"/>
            </a:endParaRPr>
          </a:p>
        </p:txBody>
      </p:sp>
      <p:sp>
        <p:nvSpPr>
          <p:cNvPr id="1287" name="Google Shape;1287;p141"/>
          <p:cNvSpPr txBox="1"/>
          <p:nvPr/>
        </p:nvSpPr>
        <p:spPr>
          <a:xfrm>
            <a:off x="10579600" y="291700"/>
            <a:ext cx="1612400" cy="404800"/>
          </a:xfrm>
          <a:prstGeom prst="rect">
            <a:avLst/>
          </a:prstGeom>
          <a:noFill/>
          <a:ln>
            <a:noFill/>
          </a:ln>
        </p:spPr>
        <p:txBody>
          <a:bodyPr spcFirstLastPara="1" wrap="square" lIns="121900" tIns="121900" rIns="121900" bIns="121900" anchor="t" anchorCtr="0">
            <a:noAutofit/>
          </a:bodyPr>
          <a:lstStyle/>
          <a:p>
            <a:pPr marL="0" marR="0" lvl="0" indent="0" algn="l" rtl="0">
              <a:lnSpc>
                <a:spcPct val="100000"/>
              </a:lnSpc>
              <a:spcBef>
                <a:spcPts val="0"/>
              </a:spcBef>
              <a:spcAft>
                <a:spcPts val="0"/>
              </a:spcAft>
              <a:buClr>
                <a:srgbClr val="000000"/>
              </a:buClr>
              <a:buSzPts val="600"/>
              <a:buFont typeface="Arial"/>
              <a:buNone/>
            </a:pPr>
            <a:r>
              <a:rPr lang="en" sz="800" b="0" i="0" u="none" strike="noStrike" cap="none">
                <a:solidFill>
                  <a:srgbClr val="D9D9D9"/>
                </a:solidFill>
                <a:latin typeface="Roboto"/>
                <a:ea typeface="Roboto"/>
                <a:cs typeface="Roboto"/>
                <a:sym typeface="Roboto"/>
              </a:rPr>
              <a:t>Proprietary + Confidential</a:t>
            </a:r>
            <a:endParaRPr sz="800" b="0" i="0" u="none" strike="noStrike" cap="none">
              <a:solidFill>
                <a:srgbClr val="D9D9D9"/>
              </a:solidFill>
              <a:latin typeface="Roboto"/>
              <a:ea typeface="Roboto"/>
              <a:cs typeface="Roboto"/>
              <a:sym typeface="Roboto"/>
            </a:endParaRPr>
          </a:p>
        </p:txBody>
      </p:sp>
      <p:sp>
        <p:nvSpPr>
          <p:cNvPr id="1288" name="Google Shape;1288;p141"/>
          <p:cNvSpPr/>
          <p:nvPr/>
        </p:nvSpPr>
        <p:spPr>
          <a:xfrm>
            <a:off x="-29957" y="313820"/>
            <a:ext cx="77200" cy="6230400"/>
          </a:xfrm>
          <a:prstGeom prst="rect">
            <a:avLst/>
          </a:prstGeom>
          <a:solidFill>
            <a:srgbClr val="EA4335"/>
          </a:solidFill>
          <a:ln>
            <a:noFill/>
          </a:ln>
        </p:spPr>
        <p:txBody>
          <a:bodyPr spcFirstLastPara="1" wrap="square" lIns="25400" tIns="25400" rIns="25400" bIns="25400" anchor="ctr" anchorCtr="0">
            <a:noAutofit/>
          </a:bodyPr>
          <a:lstStyle/>
          <a:p>
            <a:pPr marL="0" marR="0" lvl="0" indent="0" algn="ctr" rtl="0">
              <a:lnSpc>
                <a:spcPct val="100000"/>
              </a:lnSpc>
              <a:spcBef>
                <a:spcPts val="0"/>
              </a:spcBef>
              <a:spcAft>
                <a:spcPts val="0"/>
              </a:spcAft>
              <a:buClr>
                <a:srgbClr val="519BF7"/>
              </a:buClr>
              <a:buSzPts val="1200"/>
              <a:buFont typeface="Helvetica Neue Light"/>
              <a:buNone/>
            </a:pPr>
            <a:endParaRPr sz="1600" b="0" i="0" u="none" strike="noStrike" cap="none">
              <a:solidFill>
                <a:srgbClr val="1D8E3E"/>
              </a:solidFill>
              <a:latin typeface="Helvetica Neue Light"/>
              <a:ea typeface="Helvetica Neue Light"/>
              <a:cs typeface="Helvetica Neue Light"/>
              <a:sym typeface="Helvetica Neue Light"/>
            </a:endParaRPr>
          </a:p>
        </p:txBody>
      </p:sp>
      <p:sp>
        <p:nvSpPr>
          <p:cNvPr id="1289" name="Google Shape;1289;p141"/>
          <p:cNvSpPr txBox="1">
            <a:spLocks noGrp="1"/>
          </p:cNvSpPr>
          <p:nvPr>
            <p:ph type="title"/>
          </p:nvPr>
        </p:nvSpPr>
        <p:spPr>
          <a:xfrm>
            <a:off x="459335" y="352500"/>
            <a:ext cx="10396000" cy="552400"/>
          </a:xfrm>
          <a:prstGeom prst="rect">
            <a:avLst/>
          </a:prstGeom>
          <a:noFill/>
          <a:ln>
            <a:noFill/>
          </a:ln>
        </p:spPr>
        <p:txBody>
          <a:bodyPr spcFirstLastPara="1" wrap="square" lIns="91425" tIns="91425" rIns="91425" bIns="91425" anchor="t" anchorCtr="0">
            <a:noAutofit/>
          </a:bodyPr>
          <a:lstStyle>
            <a:lvl1pPr marR="0" lvl="0" algn="l" rtl="0">
              <a:lnSpc>
                <a:spcPct val="90000"/>
              </a:lnSpc>
              <a:spcBef>
                <a:spcPts val="0"/>
              </a:spcBef>
              <a:spcAft>
                <a:spcPts val="0"/>
              </a:spcAft>
              <a:buClr>
                <a:schemeClr val="dk1"/>
              </a:buClr>
              <a:buSzPts val="1100"/>
              <a:buFont typeface="Arial"/>
              <a:buNone/>
              <a:defRPr sz="3200" b="0" i="0" u="none" strike="noStrike" cap="none">
                <a:solidFill>
                  <a:srgbClr val="3C4043"/>
                </a:solidFill>
                <a:latin typeface="Google Sans"/>
                <a:ea typeface="Google Sans"/>
                <a:cs typeface="Google Sans"/>
                <a:sym typeface="Google Sans"/>
              </a:defRPr>
            </a:lvl1pPr>
            <a:lvl2pPr marR="0" lvl="1" algn="ctr" rtl="0">
              <a:lnSpc>
                <a:spcPct val="100000"/>
              </a:lnSpc>
              <a:spcBef>
                <a:spcPts val="0"/>
              </a:spcBef>
              <a:spcAft>
                <a:spcPts val="0"/>
              </a:spcAft>
              <a:buClr>
                <a:srgbClr val="000000"/>
              </a:buClr>
              <a:buSzPts val="4200"/>
              <a:buFont typeface="Helvetica Neue Light"/>
              <a:buNone/>
              <a:defRPr sz="5600" b="0" i="0" u="none" strike="noStrike" cap="none">
                <a:solidFill>
                  <a:srgbClr val="000000"/>
                </a:solidFill>
                <a:latin typeface="Helvetica Neue Light"/>
                <a:ea typeface="Helvetica Neue Light"/>
                <a:cs typeface="Helvetica Neue Light"/>
                <a:sym typeface="Helvetica Neue Light"/>
              </a:defRPr>
            </a:lvl2pPr>
            <a:lvl3pPr marR="0" lvl="2" algn="ctr" rtl="0">
              <a:lnSpc>
                <a:spcPct val="100000"/>
              </a:lnSpc>
              <a:spcBef>
                <a:spcPts val="0"/>
              </a:spcBef>
              <a:spcAft>
                <a:spcPts val="0"/>
              </a:spcAft>
              <a:buClr>
                <a:srgbClr val="000000"/>
              </a:buClr>
              <a:buSzPts val="4200"/>
              <a:buFont typeface="Helvetica Neue Light"/>
              <a:buNone/>
              <a:defRPr sz="5600" b="0" i="0" u="none" strike="noStrike" cap="none">
                <a:solidFill>
                  <a:srgbClr val="000000"/>
                </a:solidFill>
                <a:latin typeface="Helvetica Neue Light"/>
                <a:ea typeface="Helvetica Neue Light"/>
                <a:cs typeface="Helvetica Neue Light"/>
                <a:sym typeface="Helvetica Neue Light"/>
              </a:defRPr>
            </a:lvl3pPr>
            <a:lvl4pPr marR="0" lvl="3" algn="ctr" rtl="0">
              <a:lnSpc>
                <a:spcPct val="100000"/>
              </a:lnSpc>
              <a:spcBef>
                <a:spcPts val="0"/>
              </a:spcBef>
              <a:spcAft>
                <a:spcPts val="0"/>
              </a:spcAft>
              <a:buClr>
                <a:srgbClr val="000000"/>
              </a:buClr>
              <a:buSzPts val="4200"/>
              <a:buFont typeface="Helvetica Neue Light"/>
              <a:buNone/>
              <a:defRPr sz="5600" b="0" i="0" u="none" strike="noStrike" cap="none">
                <a:solidFill>
                  <a:srgbClr val="000000"/>
                </a:solidFill>
                <a:latin typeface="Helvetica Neue Light"/>
                <a:ea typeface="Helvetica Neue Light"/>
                <a:cs typeface="Helvetica Neue Light"/>
                <a:sym typeface="Helvetica Neue Light"/>
              </a:defRPr>
            </a:lvl4pPr>
            <a:lvl5pPr marR="0" lvl="4" algn="ctr" rtl="0">
              <a:lnSpc>
                <a:spcPct val="100000"/>
              </a:lnSpc>
              <a:spcBef>
                <a:spcPts val="0"/>
              </a:spcBef>
              <a:spcAft>
                <a:spcPts val="0"/>
              </a:spcAft>
              <a:buClr>
                <a:srgbClr val="000000"/>
              </a:buClr>
              <a:buSzPts val="4200"/>
              <a:buFont typeface="Helvetica Neue Light"/>
              <a:buNone/>
              <a:defRPr sz="5600" b="0" i="0" u="none" strike="noStrike" cap="none">
                <a:solidFill>
                  <a:srgbClr val="000000"/>
                </a:solidFill>
                <a:latin typeface="Helvetica Neue Light"/>
                <a:ea typeface="Helvetica Neue Light"/>
                <a:cs typeface="Helvetica Neue Light"/>
                <a:sym typeface="Helvetica Neue Light"/>
              </a:defRPr>
            </a:lvl5pPr>
            <a:lvl6pPr marR="0" lvl="5" algn="ctr" rtl="0">
              <a:lnSpc>
                <a:spcPct val="100000"/>
              </a:lnSpc>
              <a:spcBef>
                <a:spcPts val="0"/>
              </a:spcBef>
              <a:spcAft>
                <a:spcPts val="0"/>
              </a:spcAft>
              <a:buClr>
                <a:srgbClr val="000000"/>
              </a:buClr>
              <a:buSzPts val="4200"/>
              <a:buFont typeface="Helvetica Neue Light"/>
              <a:buNone/>
              <a:defRPr sz="5600" b="0" i="0" u="none" strike="noStrike" cap="none">
                <a:solidFill>
                  <a:srgbClr val="000000"/>
                </a:solidFill>
                <a:latin typeface="Helvetica Neue Light"/>
                <a:ea typeface="Helvetica Neue Light"/>
                <a:cs typeface="Helvetica Neue Light"/>
                <a:sym typeface="Helvetica Neue Light"/>
              </a:defRPr>
            </a:lvl6pPr>
            <a:lvl7pPr marR="0" lvl="6" algn="ctr" rtl="0">
              <a:lnSpc>
                <a:spcPct val="100000"/>
              </a:lnSpc>
              <a:spcBef>
                <a:spcPts val="0"/>
              </a:spcBef>
              <a:spcAft>
                <a:spcPts val="0"/>
              </a:spcAft>
              <a:buClr>
                <a:srgbClr val="000000"/>
              </a:buClr>
              <a:buSzPts val="4200"/>
              <a:buFont typeface="Helvetica Neue Light"/>
              <a:buNone/>
              <a:defRPr sz="5600" b="0" i="0" u="none" strike="noStrike" cap="none">
                <a:solidFill>
                  <a:srgbClr val="000000"/>
                </a:solidFill>
                <a:latin typeface="Helvetica Neue Light"/>
                <a:ea typeface="Helvetica Neue Light"/>
                <a:cs typeface="Helvetica Neue Light"/>
                <a:sym typeface="Helvetica Neue Light"/>
              </a:defRPr>
            </a:lvl7pPr>
            <a:lvl8pPr marR="0" lvl="7" algn="ctr" rtl="0">
              <a:lnSpc>
                <a:spcPct val="100000"/>
              </a:lnSpc>
              <a:spcBef>
                <a:spcPts val="0"/>
              </a:spcBef>
              <a:spcAft>
                <a:spcPts val="0"/>
              </a:spcAft>
              <a:buClr>
                <a:srgbClr val="000000"/>
              </a:buClr>
              <a:buSzPts val="4200"/>
              <a:buFont typeface="Helvetica Neue Light"/>
              <a:buNone/>
              <a:defRPr sz="5600" b="0" i="0" u="none" strike="noStrike" cap="none">
                <a:solidFill>
                  <a:srgbClr val="000000"/>
                </a:solidFill>
                <a:latin typeface="Helvetica Neue Light"/>
                <a:ea typeface="Helvetica Neue Light"/>
                <a:cs typeface="Helvetica Neue Light"/>
                <a:sym typeface="Helvetica Neue Light"/>
              </a:defRPr>
            </a:lvl8pPr>
            <a:lvl9pPr marR="0" lvl="8" algn="ctr" rtl="0">
              <a:lnSpc>
                <a:spcPct val="100000"/>
              </a:lnSpc>
              <a:spcBef>
                <a:spcPts val="0"/>
              </a:spcBef>
              <a:spcAft>
                <a:spcPts val="0"/>
              </a:spcAft>
              <a:buClr>
                <a:srgbClr val="000000"/>
              </a:buClr>
              <a:buSzPts val="4200"/>
              <a:buFont typeface="Helvetica Neue Light"/>
              <a:buNone/>
              <a:defRPr sz="5600" b="0" i="0" u="none" strike="noStrike" cap="none">
                <a:solidFill>
                  <a:srgbClr val="000000"/>
                </a:solidFill>
                <a:latin typeface="Helvetica Neue Light"/>
                <a:ea typeface="Helvetica Neue Light"/>
                <a:cs typeface="Helvetica Neue Light"/>
                <a:sym typeface="Helvetica Neue Light"/>
              </a:defRPr>
            </a:lvl9pPr>
          </a:lstStyle>
          <a:p>
            <a:endParaRPr/>
          </a:p>
        </p:txBody>
      </p:sp>
      <p:grpSp>
        <p:nvGrpSpPr>
          <p:cNvPr id="1290" name="Google Shape;1290;p141"/>
          <p:cNvGrpSpPr/>
          <p:nvPr/>
        </p:nvGrpSpPr>
        <p:grpSpPr>
          <a:xfrm>
            <a:off x="11292163" y="6405041"/>
            <a:ext cx="560655" cy="182680"/>
            <a:chOff x="0" y="0"/>
            <a:chExt cx="2077525" cy="676925"/>
          </a:xfrm>
        </p:grpSpPr>
        <p:sp>
          <p:nvSpPr>
            <p:cNvPr id="1291" name="Google Shape;1291;p141"/>
            <p:cNvSpPr/>
            <p:nvPr/>
          </p:nvSpPr>
          <p:spPr>
            <a:xfrm>
              <a:off x="0" y="0"/>
              <a:ext cx="511375" cy="524800"/>
            </a:xfrm>
            <a:custGeom>
              <a:avLst/>
              <a:gdLst/>
              <a:ahLst/>
              <a:cxnLst/>
              <a:rect l="l" t="t" r="r" b="b"/>
              <a:pathLst>
                <a:path w="20455" h="20992" extrusionOk="0">
                  <a:moveTo>
                    <a:pt x="10700" y="12450"/>
                  </a:moveTo>
                  <a:lnTo>
                    <a:pt x="10700" y="9583"/>
                  </a:lnTo>
                  <a:lnTo>
                    <a:pt x="20300" y="9583"/>
                  </a:lnTo>
                  <a:cubicBezTo>
                    <a:pt x="20398" y="10088"/>
                    <a:pt x="20455" y="10690"/>
                    <a:pt x="20455" y="11341"/>
                  </a:cubicBezTo>
                  <a:cubicBezTo>
                    <a:pt x="20455" y="13491"/>
                    <a:pt x="19866" y="16154"/>
                    <a:pt x="17972" y="18048"/>
                  </a:cubicBezTo>
                  <a:cubicBezTo>
                    <a:pt x="16129" y="19968"/>
                    <a:pt x="13773" y="20992"/>
                    <a:pt x="10650" y="20992"/>
                  </a:cubicBezTo>
                  <a:cubicBezTo>
                    <a:pt x="4864" y="20993"/>
                    <a:pt x="0" y="16282"/>
                    <a:pt x="0" y="10496"/>
                  </a:cubicBezTo>
                  <a:cubicBezTo>
                    <a:pt x="0" y="4710"/>
                    <a:pt x="4864" y="0"/>
                    <a:pt x="10650" y="0"/>
                  </a:cubicBezTo>
                  <a:cubicBezTo>
                    <a:pt x="13850" y="0"/>
                    <a:pt x="16129" y="1254"/>
                    <a:pt x="17844" y="2893"/>
                  </a:cubicBezTo>
                  <a:lnTo>
                    <a:pt x="15822" y="4915"/>
                  </a:lnTo>
                  <a:cubicBezTo>
                    <a:pt x="14593" y="3763"/>
                    <a:pt x="12929" y="2867"/>
                    <a:pt x="10651" y="2867"/>
                  </a:cubicBezTo>
                  <a:cubicBezTo>
                    <a:pt x="6427" y="2867"/>
                    <a:pt x="3124" y="6272"/>
                    <a:pt x="3124" y="10496"/>
                  </a:cubicBezTo>
                  <a:cubicBezTo>
                    <a:pt x="3124" y="14720"/>
                    <a:pt x="6427" y="18125"/>
                    <a:pt x="10651" y="18125"/>
                  </a:cubicBezTo>
                  <a:cubicBezTo>
                    <a:pt x="13390" y="18125"/>
                    <a:pt x="14952" y="17024"/>
                    <a:pt x="15950" y="16026"/>
                  </a:cubicBezTo>
                  <a:cubicBezTo>
                    <a:pt x="16764" y="15213"/>
                    <a:pt x="17299" y="14046"/>
                    <a:pt x="17507" y="12450"/>
                  </a:cubicBezTo>
                  <a:lnTo>
                    <a:pt x="10700" y="12450"/>
                  </a:lnTo>
                  <a:close/>
                </a:path>
              </a:pathLst>
            </a:custGeom>
            <a:solidFill>
              <a:srgbClr val="AEB3B7"/>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595959"/>
                </a:solidFill>
                <a:latin typeface="Arial"/>
                <a:ea typeface="Arial"/>
                <a:cs typeface="Arial"/>
                <a:sym typeface="Arial"/>
              </a:endParaRPr>
            </a:p>
          </p:txBody>
        </p:sp>
        <p:sp>
          <p:nvSpPr>
            <p:cNvPr id="1292" name="Google Shape;1292;p141"/>
            <p:cNvSpPr/>
            <p:nvPr/>
          </p:nvSpPr>
          <p:spPr>
            <a:xfrm>
              <a:off x="540400" y="187300"/>
              <a:ext cx="339200" cy="337950"/>
            </a:xfrm>
            <a:custGeom>
              <a:avLst/>
              <a:gdLst/>
              <a:ahLst/>
              <a:cxnLst/>
              <a:rect l="l" t="t" r="r" b="b"/>
              <a:pathLst>
                <a:path w="13568" h="13518" extrusionOk="0">
                  <a:moveTo>
                    <a:pt x="13568" y="6759"/>
                  </a:moveTo>
                  <a:cubicBezTo>
                    <a:pt x="13568" y="10650"/>
                    <a:pt x="10522" y="13518"/>
                    <a:pt x="6784" y="13518"/>
                  </a:cubicBezTo>
                  <a:cubicBezTo>
                    <a:pt x="3046" y="13518"/>
                    <a:pt x="0" y="10651"/>
                    <a:pt x="0" y="6759"/>
                  </a:cubicBezTo>
                  <a:cubicBezTo>
                    <a:pt x="0" y="2842"/>
                    <a:pt x="3046" y="0"/>
                    <a:pt x="6784" y="0"/>
                  </a:cubicBezTo>
                  <a:cubicBezTo>
                    <a:pt x="10522" y="0"/>
                    <a:pt x="13568" y="2842"/>
                    <a:pt x="13568" y="6759"/>
                  </a:cubicBezTo>
                  <a:close/>
                  <a:moveTo>
                    <a:pt x="10599" y="6759"/>
                  </a:moveTo>
                  <a:cubicBezTo>
                    <a:pt x="10599" y="4327"/>
                    <a:pt x="8833" y="2663"/>
                    <a:pt x="6785" y="2663"/>
                  </a:cubicBezTo>
                  <a:cubicBezTo>
                    <a:pt x="4737" y="2663"/>
                    <a:pt x="2970" y="4327"/>
                    <a:pt x="2970" y="6759"/>
                  </a:cubicBezTo>
                  <a:cubicBezTo>
                    <a:pt x="2970" y="9165"/>
                    <a:pt x="4736" y="10855"/>
                    <a:pt x="6785" y="10855"/>
                  </a:cubicBezTo>
                  <a:cubicBezTo>
                    <a:pt x="8832" y="10855"/>
                    <a:pt x="10599" y="9165"/>
                    <a:pt x="10599" y="6759"/>
                  </a:cubicBezTo>
                  <a:close/>
                </a:path>
              </a:pathLst>
            </a:custGeom>
            <a:solidFill>
              <a:srgbClr val="AEB3B7"/>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595959"/>
                </a:solidFill>
                <a:latin typeface="Arial"/>
                <a:ea typeface="Arial"/>
                <a:cs typeface="Arial"/>
                <a:sym typeface="Arial"/>
              </a:endParaRPr>
            </a:p>
          </p:txBody>
        </p:sp>
        <p:sp>
          <p:nvSpPr>
            <p:cNvPr id="1293" name="Google Shape;1293;p141"/>
            <p:cNvSpPr/>
            <p:nvPr/>
          </p:nvSpPr>
          <p:spPr>
            <a:xfrm>
              <a:off x="910400" y="187300"/>
              <a:ext cx="339200" cy="337950"/>
            </a:xfrm>
            <a:custGeom>
              <a:avLst/>
              <a:gdLst/>
              <a:ahLst/>
              <a:cxnLst/>
              <a:rect l="l" t="t" r="r" b="b"/>
              <a:pathLst>
                <a:path w="13568" h="13518" extrusionOk="0">
                  <a:moveTo>
                    <a:pt x="13568" y="6759"/>
                  </a:moveTo>
                  <a:cubicBezTo>
                    <a:pt x="13568" y="10650"/>
                    <a:pt x="10522" y="13518"/>
                    <a:pt x="6784" y="13518"/>
                  </a:cubicBezTo>
                  <a:cubicBezTo>
                    <a:pt x="3046" y="13518"/>
                    <a:pt x="0" y="10651"/>
                    <a:pt x="0" y="6759"/>
                  </a:cubicBezTo>
                  <a:cubicBezTo>
                    <a:pt x="0" y="2842"/>
                    <a:pt x="3046" y="0"/>
                    <a:pt x="6784" y="0"/>
                  </a:cubicBezTo>
                  <a:cubicBezTo>
                    <a:pt x="10522" y="0"/>
                    <a:pt x="13568" y="2842"/>
                    <a:pt x="13568" y="6759"/>
                  </a:cubicBezTo>
                  <a:close/>
                  <a:moveTo>
                    <a:pt x="10599" y="6759"/>
                  </a:moveTo>
                  <a:cubicBezTo>
                    <a:pt x="10599" y="4327"/>
                    <a:pt x="8833" y="2663"/>
                    <a:pt x="6785" y="2663"/>
                  </a:cubicBezTo>
                  <a:cubicBezTo>
                    <a:pt x="4737" y="2663"/>
                    <a:pt x="2970" y="4327"/>
                    <a:pt x="2970" y="6759"/>
                  </a:cubicBezTo>
                  <a:cubicBezTo>
                    <a:pt x="2970" y="9165"/>
                    <a:pt x="4736" y="10855"/>
                    <a:pt x="6785" y="10855"/>
                  </a:cubicBezTo>
                  <a:cubicBezTo>
                    <a:pt x="8832" y="10855"/>
                    <a:pt x="10599" y="9165"/>
                    <a:pt x="10599" y="6759"/>
                  </a:cubicBezTo>
                  <a:close/>
                </a:path>
              </a:pathLst>
            </a:custGeom>
            <a:solidFill>
              <a:srgbClr val="AEB3B7"/>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595959"/>
                </a:solidFill>
                <a:latin typeface="Arial"/>
                <a:ea typeface="Arial"/>
                <a:cs typeface="Arial"/>
                <a:sym typeface="Arial"/>
              </a:endParaRPr>
            </a:p>
          </p:txBody>
        </p:sp>
        <p:sp>
          <p:nvSpPr>
            <p:cNvPr id="1294" name="Google Shape;1294;p141"/>
            <p:cNvSpPr/>
            <p:nvPr/>
          </p:nvSpPr>
          <p:spPr>
            <a:xfrm>
              <a:off x="1280400" y="187325"/>
              <a:ext cx="323850" cy="489600"/>
            </a:xfrm>
            <a:custGeom>
              <a:avLst/>
              <a:gdLst/>
              <a:ahLst/>
              <a:cxnLst/>
              <a:rect l="l" t="t" r="r" b="b"/>
              <a:pathLst>
                <a:path w="12954" h="19584" extrusionOk="0">
                  <a:moveTo>
                    <a:pt x="12954" y="409"/>
                  </a:moveTo>
                  <a:lnTo>
                    <a:pt x="12954" y="12544"/>
                  </a:lnTo>
                  <a:cubicBezTo>
                    <a:pt x="12954" y="17536"/>
                    <a:pt x="10010" y="19584"/>
                    <a:pt x="6528" y="19584"/>
                  </a:cubicBezTo>
                  <a:cubicBezTo>
                    <a:pt x="3251" y="19584"/>
                    <a:pt x="1280" y="17382"/>
                    <a:pt x="537" y="15590"/>
                  </a:cubicBezTo>
                  <a:lnTo>
                    <a:pt x="3123" y="14515"/>
                  </a:lnTo>
                  <a:cubicBezTo>
                    <a:pt x="3584" y="15616"/>
                    <a:pt x="4710" y="16922"/>
                    <a:pt x="6528" y="16922"/>
                  </a:cubicBezTo>
                  <a:cubicBezTo>
                    <a:pt x="8755" y="16922"/>
                    <a:pt x="10138" y="15539"/>
                    <a:pt x="10138" y="12954"/>
                  </a:cubicBezTo>
                  <a:lnTo>
                    <a:pt x="10138" y="11981"/>
                  </a:lnTo>
                  <a:lnTo>
                    <a:pt x="10036" y="11981"/>
                  </a:lnTo>
                  <a:cubicBezTo>
                    <a:pt x="9370" y="12800"/>
                    <a:pt x="8090" y="13517"/>
                    <a:pt x="6477" y="13517"/>
                  </a:cubicBezTo>
                  <a:cubicBezTo>
                    <a:pt x="3098" y="13517"/>
                    <a:pt x="0" y="10573"/>
                    <a:pt x="0" y="6784"/>
                  </a:cubicBezTo>
                  <a:cubicBezTo>
                    <a:pt x="0" y="2969"/>
                    <a:pt x="3098" y="0"/>
                    <a:pt x="6477" y="0"/>
                  </a:cubicBezTo>
                  <a:cubicBezTo>
                    <a:pt x="8090" y="0"/>
                    <a:pt x="9370" y="717"/>
                    <a:pt x="10036" y="1511"/>
                  </a:cubicBezTo>
                  <a:lnTo>
                    <a:pt x="10138" y="1511"/>
                  </a:lnTo>
                  <a:lnTo>
                    <a:pt x="10138" y="409"/>
                  </a:lnTo>
                  <a:lnTo>
                    <a:pt x="12954" y="409"/>
                  </a:lnTo>
                  <a:close/>
                  <a:moveTo>
                    <a:pt x="10343" y="6784"/>
                  </a:moveTo>
                  <a:cubicBezTo>
                    <a:pt x="10343" y="4403"/>
                    <a:pt x="8756" y="2662"/>
                    <a:pt x="6733" y="2662"/>
                  </a:cubicBezTo>
                  <a:cubicBezTo>
                    <a:pt x="4685" y="2662"/>
                    <a:pt x="2970" y="4403"/>
                    <a:pt x="2970" y="6784"/>
                  </a:cubicBezTo>
                  <a:cubicBezTo>
                    <a:pt x="2970" y="9139"/>
                    <a:pt x="4685" y="10855"/>
                    <a:pt x="6733" y="10855"/>
                  </a:cubicBezTo>
                  <a:cubicBezTo>
                    <a:pt x="8755" y="10854"/>
                    <a:pt x="10343" y="9139"/>
                    <a:pt x="10343" y="6784"/>
                  </a:cubicBezTo>
                  <a:close/>
                </a:path>
              </a:pathLst>
            </a:custGeom>
            <a:solidFill>
              <a:srgbClr val="AEB3B7"/>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595959"/>
                </a:solidFill>
                <a:latin typeface="Arial"/>
                <a:ea typeface="Arial"/>
                <a:cs typeface="Arial"/>
                <a:sym typeface="Arial"/>
              </a:endParaRPr>
            </a:p>
          </p:txBody>
        </p:sp>
        <p:sp>
          <p:nvSpPr>
            <p:cNvPr id="1295" name="Google Shape;1295;p141"/>
            <p:cNvSpPr/>
            <p:nvPr/>
          </p:nvSpPr>
          <p:spPr>
            <a:xfrm>
              <a:off x="1655750" y="20000"/>
              <a:ext cx="74250" cy="495000"/>
            </a:xfrm>
            <a:custGeom>
              <a:avLst/>
              <a:gdLst/>
              <a:ahLst/>
              <a:cxnLst/>
              <a:rect l="l" t="t" r="r" b="b"/>
              <a:pathLst>
                <a:path w="2970" h="19800" extrusionOk="0">
                  <a:moveTo>
                    <a:pt x="2970" y="0"/>
                  </a:moveTo>
                  <a:lnTo>
                    <a:pt x="2970" y="19800"/>
                  </a:lnTo>
                  <a:lnTo>
                    <a:pt x="0" y="19800"/>
                  </a:lnTo>
                  <a:lnTo>
                    <a:pt x="0" y="0"/>
                  </a:lnTo>
                  <a:lnTo>
                    <a:pt x="2970" y="0"/>
                  </a:lnTo>
                  <a:close/>
                </a:path>
              </a:pathLst>
            </a:custGeom>
            <a:solidFill>
              <a:srgbClr val="AEB3B7"/>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595959"/>
                </a:solidFill>
                <a:latin typeface="Arial"/>
                <a:ea typeface="Arial"/>
                <a:cs typeface="Arial"/>
                <a:sym typeface="Arial"/>
              </a:endParaRPr>
            </a:p>
          </p:txBody>
        </p:sp>
        <p:sp>
          <p:nvSpPr>
            <p:cNvPr id="1296" name="Google Shape;1296;p141"/>
            <p:cNvSpPr/>
            <p:nvPr/>
          </p:nvSpPr>
          <p:spPr>
            <a:xfrm>
              <a:off x="1765825" y="187275"/>
              <a:ext cx="311700" cy="337950"/>
            </a:xfrm>
            <a:custGeom>
              <a:avLst/>
              <a:gdLst/>
              <a:ahLst/>
              <a:cxnLst/>
              <a:rect l="l" t="t" r="r" b="b"/>
              <a:pathLst>
                <a:path w="12468" h="13518" extrusionOk="0">
                  <a:moveTo>
                    <a:pt x="10035" y="8987"/>
                  </a:moveTo>
                  <a:lnTo>
                    <a:pt x="12339" y="10523"/>
                  </a:lnTo>
                  <a:cubicBezTo>
                    <a:pt x="11596" y="11624"/>
                    <a:pt x="9804" y="13518"/>
                    <a:pt x="6707" y="13518"/>
                  </a:cubicBezTo>
                  <a:cubicBezTo>
                    <a:pt x="2867" y="13518"/>
                    <a:pt x="0" y="10548"/>
                    <a:pt x="0" y="6759"/>
                  </a:cubicBezTo>
                  <a:cubicBezTo>
                    <a:pt x="0" y="2739"/>
                    <a:pt x="2893" y="0"/>
                    <a:pt x="6375" y="0"/>
                  </a:cubicBezTo>
                  <a:cubicBezTo>
                    <a:pt x="9882" y="0"/>
                    <a:pt x="11598" y="2791"/>
                    <a:pt x="12161" y="4301"/>
                  </a:cubicBezTo>
                  <a:lnTo>
                    <a:pt x="12468" y="5069"/>
                  </a:lnTo>
                  <a:lnTo>
                    <a:pt x="3431" y="8807"/>
                  </a:lnTo>
                  <a:cubicBezTo>
                    <a:pt x="4122" y="10164"/>
                    <a:pt x="5198" y="10855"/>
                    <a:pt x="6708" y="10855"/>
                  </a:cubicBezTo>
                  <a:cubicBezTo>
                    <a:pt x="8217" y="10856"/>
                    <a:pt x="9267" y="10114"/>
                    <a:pt x="10035" y="8987"/>
                  </a:cubicBezTo>
                  <a:close/>
                  <a:moveTo>
                    <a:pt x="2943" y="6555"/>
                  </a:moveTo>
                  <a:lnTo>
                    <a:pt x="8985" y="4046"/>
                  </a:lnTo>
                  <a:cubicBezTo>
                    <a:pt x="8652" y="3201"/>
                    <a:pt x="7654" y="2612"/>
                    <a:pt x="6476" y="2612"/>
                  </a:cubicBezTo>
                  <a:cubicBezTo>
                    <a:pt x="4966" y="2613"/>
                    <a:pt x="2867" y="3944"/>
                    <a:pt x="2943" y="6555"/>
                  </a:cubicBezTo>
                  <a:close/>
                </a:path>
              </a:pathLst>
            </a:custGeom>
            <a:solidFill>
              <a:srgbClr val="AEB3B7"/>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595959"/>
                </a:solidFill>
                <a:latin typeface="Arial"/>
                <a:ea typeface="Arial"/>
                <a:cs typeface="Arial"/>
                <a:sym typeface="Arial"/>
              </a:endParaRPr>
            </a:p>
          </p:txBody>
        </p:sp>
      </p:grpSp>
    </p:spTree>
    <p:extLst>
      <p:ext uri="{BB962C8B-B14F-4D97-AF65-F5344CB8AC3E}">
        <p14:creationId xmlns:p14="http://schemas.microsoft.com/office/powerpoint/2010/main" val="21681006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YouTube" preserve="1">
  <p:cSld name="YouTube">
    <p:spTree>
      <p:nvGrpSpPr>
        <p:cNvPr id="1" name="Shape 1306"/>
        <p:cNvGrpSpPr/>
        <p:nvPr/>
      </p:nvGrpSpPr>
      <p:grpSpPr>
        <a:xfrm>
          <a:off x="0" y="0"/>
          <a:ext cx="0" cy="0"/>
          <a:chOff x="0" y="0"/>
          <a:chExt cx="0" cy="0"/>
        </a:xfrm>
      </p:grpSpPr>
      <p:grpSp>
        <p:nvGrpSpPr>
          <p:cNvPr id="1307" name="Google Shape;1307;p143"/>
          <p:cNvGrpSpPr/>
          <p:nvPr/>
        </p:nvGrpSpPr>
        <p:grpSpPr>
          <a:xfrm>
            <a:off x="10323997" y="6405324"/>
            <a:ext cx="560655" cy="182680"/>
            <a:chOff x="0" y="0"/>
            <a:chExt cx="2077525" cy="676925"/>
          </a:xfrm>
        </p:grpSpPr>
        <p:sp>
          <p:nvSpPr>
            <p:cNvPr id="1308" name="Google Shape;1308;p143"/>
            <p:cNvSpPr/>
            <p:nvPr/>
          </p:nvSpPr>
          <p:spPr>
            <a:xfrm>
              <a:off x="0" y="0"/>
              <a:ext cx="511375" cy="524800"/>
            </a:xfrm>
            <a:custGeom>
              <a:avLst/>
              <a:gdLst/>
              <a:ahLst/>
              <a:cxnLst/>
              <a:rect l="l" t="t" r="r" b="b"/>
              <a:pathLst>
                <a:path w="20455" h="20992" extrusionOk="0">
                  <a:moveTo>
                    <a:pt x="10700" y="12450"/>
                  </a:moveTo>
                  <a:lnTo>
                    <a:pt x="10700" y="9583"/>
                  </a:lnTo>
                  <a:lnTo>
                    <a:pt x="20300" y="9583"/>
                  </a:lnTo>
                  <a:cubicBezTo>
                    <a:pt x="20398" y="10088"/>
                    <a:pt x="20455" y="10690"/>
                    <a:pt x="20455" y="11341"/>
                  </a:cubicBezTo>
                  <a:cubicBezTo>
                    <a:pt x="20455" y="13491"/>
                    <a:pt x="19866" y="16154"/>
                    <a:pt x="17972" y="18048"/>
                  </a:cubicBezTo>
                  <a:cubicBezTo>
                    <a:pt x="16129" y="19968"/>
                    <a:pt x="13773" y="20992"/>
                    <a:pt x="10650" y="20992"/>
                  </a:cubicBezTo>
                  <a:cubicBezTo>
                    <a:pt x="4864" y="20993"/>
                    <a:pt x="0" y="16282"/>
                    <a:pt x="0" y="10496"/>
                  </a:cubicBezTo>
                  <a:cubicBezTo>
                    <a:pt x="0" y="4710"/>
                    <a:pt x="4864" y="0"/>
                    <a:pt x="10650" y="0"/>
                  </a:cubicBezTo>
                  <a:cubicBezTo>
                    <a:pt x="13850" y="0"/>
                    <a:pt x="16129" y="1254"/>
                    <a:pt x="17844" y="2893"/>
                  </a:cubicBezTo>
                  <a:lnTo>
                    <a:pt x="15822" y="4915"/>
                  </a:lnTo>
                  <a:cubicBezTo>
                    <a:pt x="14593" y="3763"/>
                    <a:pt x="12929" y="2867"/>
                    <a:pt x="10651" y="2867"/>
                  </a:cubicBezTo>
                  <a:cubicBezTo>
                    <a:pt x="6427" y="2867"/>
                    <a:pt x="3124" y="6272"/>
                    <a:pt x="3124" y="10496"/>
                  </a:cubicBezTo>
                  <a:cubicBezTo>
                    <a:pt x="3124" y="14720"/>
                    <a:pt x="6427" y="18125"/>
                    <a:pt x="10651" y="18125"/>
                  </a:cubicBezTo>
                  <a:cubicBezTo>
                    <a:pt x="13390" y="18125"/>
                    <a:pt x="14952" y="17024"/>
                    <a:pt x="15950" y="16026"/>
                  </a:cubicBezTo>
                  <a:cubicBezTo>
                    <a:pt x="16764" y="15213"/>
                    <a:pt x="17299" y="14046"/>
                    <a:pt x="17507" y="12450"/>
                  </a:cubicBezTo>
                  <a:lnTo>
                    <a:pt x="10700" y="12450"/>
                  </a:lnTo>
                  <a:close/>
                </a:path>
              </a:pathLst>
            </a:custGeom>
            <a:solidFill>
              <a:srgbClr val="AEB3B7"/>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595959"/>
                </a:solidFill>
                <a:latin typeface="Arial"/>
                <a:ea typeface="Arial"/>
                <a:cs typeface="Arial"/>
                <a:sym typeface="Arial"/>
              </a:endParaRPr>
            </a:p>
          </p:txBody>
        </p:sp>
        <p:sp>
          <p:nvSpPr>
            <p:cNvPr id="1309" name="Google Shape;1309;p143"/>
            <p:cNvSpPr/>
            <p:nvPr/>
          </p:nvSpPr>
          <p:spPr>
            <a:xfrm>
              <a:off x="540400" y="187300"/>
              <a:ext cx="339200" cy="337950"/>
            </a:xfrm>
            <a:custGeom>
              <a:avLst/>
              <a:gdLst/>
              <a:ahLst/>
              <a:cxnLst/>
              <a:rect l="l" t="t" r="r" b="b"/>
              <a:pathLst>
                <a:path w="13568" h="13518" extrusionOk="0">
                  <a:moveTo>
                    <a:pt x="13568" y="6759"/>
                  </a:moveTo>
                  <a:cubicBezTo>
                    <a:pt x="13568" y="10650"/>
                    <a:pt x="10522" y="13518"/>
                    <a:pt x="6784" y="13518"/>
                  </a:cubicBezTo>
                  <a:cubicBezTo>
                    <a:pt x="3046" y="13518"/>
                    <a:pt x="0" y="10651"/>
                    <a:pt x="0" y="6759"/>
                  </a:cubicBezTo>
                  <a:cubicBezTo>
                    <a:pt x="0" y="2842"/>
                    <a:pt x="3046" y="0"/>
                    <a:pt x="6784" y="0"/>
                  </a:cubicBezTo>
                  <a:cubicBezTo>
                    <a:pt x="10522" y="0"/>
                    <a:pt x="13568" y="2842"/>
                    <a:pt x="13568" y="6759"/>
                  </a:cubicBezTo>
                  <a:close/>
                  <a:moveTo>
                    <a:pt x="10599" y="6759"/>
                  </a:moveTo>
                  <a:cubicBezTo>
                    <a:pt x="10599" y="4327"/>
                    <a:pt x="8833" y="2663"/>
                    <a:pt x="6785" y="2663"/>
                  </a:cubicBezTo>
                  <a:cubicBezTo>
                    <a:pt x="4737" y="2663"/>
                    <a:pt x="2970" y="4327"/>
                    <a:pt x="2970" y="6759"/>
                  </a:cubicBezTo>
                  <a:cubicBezTo>
                    <a:pt x="2970" y="9165"/>
                    <a:pt x="4736" y="10855"/>
                    <a:pt x="6785" y="10855"/>
                  </a:cubicBezTo>
                  <a:cubicBezTo>
                    <a:pt x="8832" y="10855"/>
                    <a:pt x="10599" y="9165"/>
                    <a:pt x="10599" y="6759"/>
                  </a:cubicBezTo>
                  <a:close/>
                </a:path>
              </a:pathLst>
            </a:custGeom>
            <a:solidFill>
              <a:srgbClr val="AEB3B7"/>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595959"/>
                </a:solidFill>
                <a:latin typeface="Arial"/>
                <a:ea typeface="Arial"/>
                <a:cs typeface="Arial"/>
                <a:sym typeface="Arial"/>
              </a:endParaRPr>
            </a:p>
          </p:txBody>
        </p:sp>
        <p:sp>
          <p:nvSpPr>
            <p:cNvPr id="1310" name="Google Shape;1310;p143"/>
            <p:cNvSpPr/>
            <p:nvPr/>
          </p:nvSpPr>
          <p:spPr>
            <a:xfrm>
              <a:off x="910400" y="187300"/>
              <a:ext cx="339200" cy="337950"/>
            </a:xfrm>
            <a:custGeom>
              <a:avLst/>
              <a:gdLst/>
              <a:ahLst/>
              <a:cxnLst/>
              <a:rect l="l" t="t" r="r" b="b"/>
              <a:pathLst>
                <a:path w="13568" h="13518" extrusionOk="0">
                  <a:moveTo>
                    <a:pt x="13568" y="6759"/>
                  </a:moveTo>
                  <a:cubicBezTo>
                    <a:pt x="13568" y="10650"/>
                    <a:pt x="10522" y="13518"/>
                    <a:pt x="6784" y="13518"/>
                  </a:cubicBezTo>
                  <a:cubicBezTo>
                    <a:pt x="3046" y="13518"/>
                    <a:pt x="0" y="10651"/>
                    <a:pt x="0" y="6759"/>
                  </a:cubicBezTo>
                  <a:cubicBezTo>
                    <a:pt x="0" y="2842"/>
                    <a:pt x="3046" y="0"/>
                    <a:pt x="6784" y="0"/>
                  </a:cubicBezTo>
                  <a:cubicBezTo>
                    <a:pt x="10522" y="0"/>
                    <a:pt x="13568" y="2842"/>
                    <a:pt x="13568" y="6759"/>
                  </a:cubicBezTo>
                  <a:close/>
                  <a:moveTo>
                    <a:pt x="10599" y="6759"/>
                  </a:moveTo>
                  <a:cubicBezTo>
                    <a:pt x="10599" y="4327"/>
                    <a:pt x="8833" y="2663"/>
                    <a:pt x="6785" y="2663"/>
                  </a:cubicBezTo>
                  <a:cubicBezTo>
                    <a:pt x="4737" y="2663"/>
                    <a:pt x="2970" y="4327"/>
                    <a:pt x="2970" y="6759"/>
                  </a:cubicBezTo>
                  <a:cubicBezTo>
                    <a:pt x="2970" y="9165"/>
                    <a:pt x="4736" y="10855"/>
                    <a:pt x="6785" y="10855"/>
                  </a:cubicBezTo>
                  <a:cubicBezTo>
                    <a:pt x="8832" y="10855"/>
                    <a:pt x="10599" y="9165"/>
                    <a:pt x="10599" y="6759"/>
                  </a:cubicBezTo>
                  <a:close/>
                </a:path>
              </a:pathLst>
            </a:custGeom>
            <a:solidFill>
              <a:srgbClr val="AEB3B7"/>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595959"/>
                </a:solidFill>
                <a:latin typeface="Arial"/>
                <a:ea typeface="Arial"/>
                <a:cs typeface="Arial"/>
                <a:sym typeface="Arial"/>
              </a:endParaRPr>
            </a:p>
          </p:txBody>
        </p:sp>
        <p:sp>
          <p:nvSpPr>
            <p:cNvPr id="1311" name="Google Shape;1311;p143"/>
            <p:cNvSpPr/>
            <p:nvPr/>
          </p:nvSpPr>
          <p:spPr>
            <a:xfrm>
              <a:off x="1280400" y="187325"/>
              <a:ext cx="323850" cy="489600"/>
            </a:xfrm>
            <a:custGeom>
              <a:avLst/>
              <a:gdLst/>
              <a:ahLst/>
              <a:cxnLst/>
              <a:rect l="l" t="t" r="r" b="b"/>
              <a:pathLst>
                <a:path w="12954" h="19584" extrusionOk="0">
                  <a:moveTo>
                    <a:pt x="12954" y="409"/>
                  </a:moveTo>
                  <a:lnTo>
                    <a:pt x="12954" y="12544"/>
                  </a:lnTo>
                  <a:cubicBezTo>
                    <a:pt x="12954" y="17536"/>
                    <a:pt x="10010" y="19584"/>
                    <a:pt x="6528" y="19584"/>
                  </a:cubicBezTo>
                  <a:cubicBezTo>
                    <a:pt x="3251" y="19584"/>
                    <a:pt x="1280" y="17382"/>
                    <a:pt x="537" y="15590"/>
                  </a:cubicBezTo>
                  <a:lnTo>
                    <a:pt x="3123" y="14515"/>
                  </a:lnTo>
                  <a:cubicBezTo>
                    <a:pt x="3584" y="15616"/>
                    <a:pt x="4710" y="16922"/>
                    <a:pt x="6528" y="16922"/>
                  </a:cubicBezTo>
                  <a:cubicBezTo>
                    <a:pt x="8755" y="16922"/>
                    <a:pt x="10138" y="15539"/>
                    <a:pt x="10138" y="12954"/>
                  </a:cubicBezTo>
                  <a:lnTo>
                    <a:pt x="10138" y="11981"/>
                  </a:lnTo>
                  <a:lnTo>
                    <a:pt x="10036" y="11981"/>
                  </a:lnTo>
                  <a:cubicBezTo>
                    <a:pt x="9370" y="12800"/>
                    <a:pt x="8090" y="13517"/>
                    <a:pt x="6477" y="13517"/>
                  </a:cubicBezTo>
                  <a:cubicBezTo>
                    <a:pt x="3098" y="13517"/>
                    <a:pt x="0" y="10573"/>
                    <a:pt x="0" y="6784"/>
                  </a:cubicBezTo>
                  <a:cubicBezTo>
                    <a:pt x="0" y="2969"/>
                    <a:pt x="3098" y="0"/>
                    <a:pt x="6477" y="0"/>
                  </a:cubicBezTo>
                  <a:cubicBezTo>
                    <a:pt x="8090" y="0"/>
                    <a:pt x="9370" y="717"/>
                    <a:pt x="10036" y="1511"/>
                  </a:cubicBezTo>
                  <a:lnTo>
                    <a:pt x="10138" y="1511"/>
                  </a:lnTo>
                  <a:lnTo>
                    <a:pt x="10138" y="409"/>
                  </a:lnTo>
                  <a:lnTo>
                    <a:pt x="12954" y="409"/>
                  </a:lnTo>
                  <a:close/>
                  <a:moveTo>
                    <a:pt x="10343" y="6784"/>
                  </a:moveTo>
                  <a:cubicBezTo>
                    <a:pt x="10343" y="4403"/>
                    <a:pt x="8756" y="2662"/>
                    <a:pt x="6733" y="2662"/>
                  </a:cubicBezTo>
                  <a:cubicBezTo>
                    <a:pt x="4685" y="2662"/>
                    <a:pt x="2970" y="4403"/>
                    <a:pt x="2970" y="6784"/>
                  </a:cubicBezTo>
                  <a:cubicBezTo>
                    <a:pt x="2970" y="9139"/>
                    <a:pt x="4685" y="10855"/>
                    <a:pt x="6733" y="10855"/>
                  </a:cubicBezTo>
                  <a:cubicBezTo>
                    <a:pt x="8755" y="10854"/>
                    <a:pt x="10343" y="9139"/>
                    <a:pt x="10343" y="6784"/>
                  </a:cubicBezTo>
                  <a:close/>
                </a:path>
              </a:pathLst>
            </a:custGeom>
            <a:solidFill>
              <a:srgbClr val="AEB3B7"/>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595959"/>
                </a:solidFill>
                <a:latin typeface="Arial"/>
                <a:ea typeface="Arial"/>
                <a:cs typeface="Arial"/>
                <a:sym typeface="Arial"/>
              </a:endParaRPr>
            </a:p>
          </p:txBody>
        </p:sp>
        <p:sp>
          <p:nvSpPr>
            <p:cNvPr id="1312" name="Google Shape;1312;p143"/>
            <p:cNvSpPr/>
            <p:nvPr/>
          </p:nvSpPr>
          <p:spPr>
            <a:xfrm>
              <a:off x="1655750" y="20000"/>
              <a:ext cx="74250" cy="495000"/>
            </a:xfrm>
            <a:custGeom>
              <a:avLst/>
              <a:gdLst/>
              <a:ahLst/>
              <a:cxnLst/>
              <a:rect l="l" t="t" r="r" b="b"/>
              <a:pathLst>
                <a:path w="2970" h="19800" extrusionOk="0">
                  <a:moveTo>
                    <a:pt x="2970" y="0"/>
                  </a:moveTo>
                  <a:lnTo>
                    <a:pt x="2970" y="19800"/>
                  </a:lnTo>
                  <a:lnTo>
                    <a:pt x="0" y="19800"/>
                  </a:lnTo>
                  <a:lnTo>
                    <a:pt x="0" y="0"/>
                  </a:lnTo>
                  <a:lnTo>
                    <a:pt x="2970" y="0"/>
                  </a:lnTo>
                  <a:close/>
                </a:path>
              </a:pathLst>
            </a:custGeom>
            <a:solidFill>
              <a:srgbClr val="AEB3B7"/>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595959"/>
                </a:solidFill>
                <a:latin typeface="Arial"/>
                <a:ea typeface="Arial"/>
                <a:cs typeface="Arial"/>
                <a:sym typeface="Arial"/>
              </a:endParaRPr>
            </a:p>
          </p:txBody>
        </p:sp>
        <p:sp>
          <p:nvSpPr>
            <p:cNvPr id="1313" name="Google Shape;1313;p143"/>
            <p:cNvSpPr/>
            <p:nvPr/>
          </p:nvSpPr>
          <p:spPr>
            <a:xfrm>
              <a:off x="1765825" y="187275"/>
              <a:ext cx="311700" cy="337950"/>
            </a:xfrm>
            <a:custGeom>
              <a:avLst/>
              <a:gdLst/>
              <a:ahLst/>
              <a:cxnLst/>
              <a:rect l="l" t="t" r="r" b="b"/>
              <a:pathLst>
                <a:path w="12468" h="13518" extrusionOk="0">
                  <a:moveTo>
                    <a:pt x="10035" y="8987"/>
                  </a:moveTo>
                  <a:lnTo>
                    <a:pt x="12339" y="10523"/>
                  </a:lnTo>
                  <a:cubicBezTo>
                    <a:pt x="11596" y="11624"/>
                    <a:pt x="9804" y="13518"/>
                    <a:pt x="6707" y="13518"/>
                  </a:cubicBezTo>
                  <a:cubicBezTo>
                    <a:pt x="2867" y="13518"/>
                    <a:pt x="0" y="10548"/>
                    <a:pt x="0" y="6759"/>
                  </a:cubicBezTo>
                  <a:cubicBezTo>
                    <a:pt x="0" y="2739"/>
                    <a:pt x="2893" y="0"/>
                    <a:pt x="6375" y="0"/>
                  </a:cubicBezTo>
                  <a:cubicBezTo>
                    <a:pt x="9882" y="0"/>
                    <a:pt x="11598" y="2791"/>
                    <a:pt x="12161" y="4301"/>
                  </a:cubicBezTo>
                  <a:lnTo>
                    <a:pt x="12468" y="5069"/>
                  </a:lnTo>
                  <a:lnTo>
                    <a:pt x="3431" y="8807"/>
                  </a:lnTo>
                  <a:cubicBezTo>
                    <a:pt x="4122" y="10164"/>
                    <a:pt x="5198" y="10855"/>
                    <a:pt x="6708" y="10855"/>
                  </a:cubicBezTo>
                  <a:cubicBezTo>
                    <a:pt x="8217" y="10856"/>
                    <a:pt x="9267" y="10114"/>
                    <a:pt x="10035" y="8987"/>
                  </a:cubicBezTo>
                  <a:close/>
                  <a:moveTo>
                    <a:pt x="2943" y="6555"/>
                  </a:moveTo>
                  <a:lnTo>
                    <a:pt x="8985" y="4046"/>
                  </a:lnTo>
                  <a:cubicBezTo>
                    <a:pt x="8652" y="3201"/>
                    <a:pt x="7654" y="2612"/>
                    <a:pt x="6476" y="2612"/>
                  </a:cubicBezTo>
                  <a:cubicBezTo>
                    <a:pt x="4966" y="2613"/>
                    <a:pt x="2867" y="3944"/>
                    <a:pt x="2943" y="6555"/>
                  </a:cubicBezTo>
                  <a:close/>
                </a:path>
              </a:pathLst>
            </a:custGeom>
            <a:solidFill>
              <a:srgbClr val="AEB3B7"/>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595959"/>
                </a:solidFill>
                <a:latin typeface="Arial"/>
                <a:ea typeface="Arial"/>
                <a:cs typeface="Arial"/>
                <a:sym typeface="Arial"/>
              </a:endParaRPr>
            </a:p>
          </p:txBody>
        </p:sp>
      </p:grpSp>
      <p:grpSp>
        <p:nvGrpSpPr>
          <p:cNvPr id="1314" name="Google Shape;1314;p143"/>
          <p:cNvGrpSpPr/>
          <p:nvPr/>
        </p:nvGrpSpPr>
        <p:grpSpPr>
          <a:xfrm>
            <a:off x="11103233" y="6405312"/>
            <a:ext cx="749617" cy="167237"/>
            <a:chOff x="238125" y="2060625"/>
            <a:chExt cx="7143750" cy="1593750"/>
          </a:xfrm>
        </p:grpSpPr>
        <p:sp>
          <p:nvSpPr>
            <p:cNvPr id="1315" name="Google Shape;1315;p143"/>
            <p:cNvSpPr/>
            <p:nvPr/>
          </p:nvSpPr>
          <p:spPr>
            <a:xfrm>
              <a:off x="238125" y="2060625"/>
              <a:ext cx="2278125" cy="1593750"/>
            </a:xfrm>
            <a:custGeom>
              <a:avLst/>
              <a:gdLst/>
              <a:ahLst/>
              <a:cxnLst/>
              <a:rect l="l" t="t" r="r" b="b"/>
              <a:pathLst>
                <a:path w="91125" h="63750" extrusionOk="0">
                  <a:moveTo>
                    <a:pt x="36563" y="18188"/>
                  </a:moveTo>
                  <a:lnTo>
                    <a:pt x="60188" y="31875"/>
                  </a:lnTo>
                  <a:lnTo>
                    <a:pt x="36563" y="45563"/>
                  </a:lnTo>
                  <a:lnTo>
                    <a:pt x="36563" y="18188"/>
                  </a:lnTo>
                  <a:close/>
                  <a:moveTo>
                    <a:pt x="41063" y="0"/>
                  </a:moveTo>
                  <a:lnTo>
                    <a:pt x="30563" y="188"/>
                  </a:lnTo>
                  <a:lnTo>
                    <a:pt x="24375" y="375"/>
                  </a:lnTo>
                  <a:lnTo>
                    <a:pt x="18563" y="750"/>
                  </a:lnTo>
                  <a:lnTo>
                    <a:pt x="13500" y="1313"/>
                  </a:lnTo>
                  <a:lnTo>
                    <a:pt x="11625" y="1500"/>
                  </a:lnTo>
                  <a:lnTo>
                    <a:pt x="9938" y="1875"/>
                  </a:lnTo>
                  <a:lnTo>
                    <a:pt x="8625" y="2438"/>
                  </a:lnTo>
                  <a:lnTo>
                    <a:pt x="7313" y="3000"/>
                  </a:lnTo>
                  <a:lnTo>
                    <a:pt x="6000" y="3938"/>
                  </a:lnTo>
                  <a:lnTo>
                    <a:pt x="4875" y="4875"/>
                  </a:lnTo>
                  <a:lnTo>
                    <a:pt x="3938" y="6000"/>
                  </a:lnTo>
                  <a:lnTo>
                    <a:pt x="3188" y="7125"/>
                  </a:lnTo>
                  <a:lnTo>
                    <a:pt x="2438" y="8438"/>
                  </a:lnTo>
                  <a:lnTo>
                    <a:pt x="1875" y="9938"/>
                  </a:lnTo>
                  <a:lnTo>
                    <a:pt x="1313" y="12938"/>
                  </a:lnTo>
                  <a:lnTo>
                    <a:pt x="938" y="16313"/>
                  </a:lnTo>
                  <a:lnTo>
                    <a:pt x="563" y="20063"/>
                  </a:lnTo>
                  <a:lnTo>
                    <a:pt x="375" y="23625"/>
                  </a:lnTo>
                  <a:lnTo>
                    <a:pt x="0" y="29438"/>
                  </a:lnTo>
                  <a:lnTo>
                    <a:pt x="0" y="31875"/>
                  </a:lnTo>
                  <a:lnTo>
                    <a:pt x="0" y="34313"/>
                  </a:lnTo>
                  <a:lnTo>
                    <a:pt x="375" y="40125"/>
                  </a:lnTo>
                  <a:lnTo>
                    <a:pt x="563" y="43688"/>
                  </a:lnTo>
                  <a:lnTo>
                    <a:pt x="938" y="47438"/>
                  </a:lnTo>
                  <a:lnTo>
                    <a:pt x="1313" y="50813"/>
                  </a:lnTo>
                  <a:lnTo>
                    <a:pt x="1875" y="53813"/>
                  </a:lnTo>
                  <a:lnTo>
                    <a:pt x="2438" y="55125"/>
                  </a:lnTo>
                  <a:lnTo>
                    <a:pt x="3188" y="56625"/>
                  </a:lnTo>
                  <a:lnTo>
                    <a:pt x="3938" y="57750"/>
                  </a:lnTo>
                  <a:lnTo>
                    <a:pt x="4875" y="58875"/>
                  </a:lnTo>
                  <a:lnTo>
                    <a:pt x="6000" y="59813"/>
                  </a:lnTo>
                  <a:lnTo>
                    <a:pt x="7313" y="60750"/>
                  </a:lnTo>
                  <a:lnTo>
                    <a:pt x="8625" y="61313"/>
                  </a:lnTo>
                  <a:lnTo>
                    <a:pt x="9938" y="61875"/>
                  </a:lnTo>
                  <a:lnTo>
                    <a:pt x="11625" y="62250"/>
                  </a:lnTo>
                  <a:lnTo>
                    <a:pt x="13500" y="62438"/>
                  </a:lnTo>
                  <a:lnTo>
                    <a:pt x="18563" y="63000"/>
                  </a:lnTo>
                  <a:lnTo>
                    <a:pt x="24375" y="63375"/>
                  </a:lnTo>
                  <a:lnTo>
                    <a:pt x="30563" y="63563"/>
                  </a:lnTo>
                  <a:lnTo>
                    <a:pt x="41063" y="63750"/>
                  </a:lnTo>
                  <a:lnTo>
                    <a:pt x="50250" y="63750"/>
                  </a:lnTo>
                  <a:lnTo>
                    <a:pt x="60750" y="63563"/>
                  </a:lnTo>
                  <a:lnTo>
                    <a:pt x="66750" y="63375"/>
                  </a:lnTo>
                  <a:lnTo>
                    <a:pt x="72563" y="63000"/>
                  </a:lnTo>
                  <a:lnTo>
                    <a:pt x="77625" y="62438"/>
                  </a:lnTo>
                  <a:lnTo>
                    <a:pt x="79688" y="62250"/>
                  </a:lnTo>
                  <a:lnTo>
                    <a:pt x="81188" y="61875"/>
                  </a:lnTo>
                  <a:lnTo>
                    <a:pt x="82688" y="61313"/>
                  </a:lnTo>
                  <a:lnTo>
                    <a:pt x="84000" y="60750"/>
                  </a:lnTo>
                  <a:lnTo>
                    <a:pt x="85125" y="59813"/>
                  </a:lnTo>
                  <a:lnTo>
                    <a:pt x="86250" y="58875"/>
                  </a:lnTo>
                  <a:lnTo>
                    <a:pt x="87375" y="57750"/>
                  </a:lnTo>
                  <a:lnTo>
                    <a:pt x="88125" y="56625"/>
                  </a:lnTo>
                  <a:lnTo>
                    <a:pt x="88875" y="55125"/>
                  </a:lnTo>
                  <a:lnTo>
                    <a:pt x="89250" y="53813"/>
                  </a:lnTo>
                  <a:lnTo>
                    <a:pt x="89813" y="50813"/>
                  </a:lnTo>
                  <a:lnTo>
                    <a:pt x="90375" y="47438"/>
                  </a:lnTo>
                  <a:lnTo>
                    <a:pt x="90750" y="43688"/>
                  </a:lnTo>
                  <a:lnTo>
                    <a:pt x="90938" y="40125"/>
                  </a:lnTo>
                  <a:lnTo>
                    <a:pt x="91125" y="34313"/>
                  </a:lnTo>
                  <a:lnTo>
                    <a:pt x="91125" y="31875"/>
                  </a:lnTo>
                  <a:lnTo>
                    <a:pt x="91125" y="29438"/>
                  </a:lnTo>
                  <a:lnTo>
                    <a:pt x="90938" y="23625"/>
                  </a:lnTo>
                  <a:lnTo>
                    <a:pt x="90750" y="20063"/>
                  </a:lnTo>
                  <a:lnTo>
                    <a:pt x="90375" y="16313"/>
                  </a:lnTo>
                  <a:lnTo>
                    <a:pt x="89813" y="12938"/>
                  </a:lnTo>
                  <a:lnTo>
                    <a:pt x="89250" y="9938"/>
                  </a:lnTo>
                  <a:lnTo>
                    <a:pt x="88875" y="8438"/>
                  </a:lnTo>
                  <a:lnTo>
                    <a:pt x="88125" y="7125"/>
                  </a:lnTo>
                  <a:lnTo>
                    <a:pt x="87375" y="6000"/>
                  </a:lnTo>
                  <a:lnTo>
                    <a:pt x="86250" y="4875"/>
                  </a:lnTo>
                  <a:lnTo>
                    <a:pt x="85125" y="3938"/>
                  </a:lnTo>
                  <a:lnTo>
                    <a:pt x="84000" y="3000"/>
                  </a:lnTo>
                  <a:lnTo>
                    <a:pt x="82688" y="2438"/>
                  </a:lnTo>
                  <a:lnTo>
                    <a:pt x="81188" y="1875"/>
                  </a:lnTo>
                  <a:lnTo>
                    <a:pt x="79688" y="1500"/>
                  </a:lnTo>
                  <a:lnTo>
                    <a:pt x="77625" y="1313"/>
                  </a:lnTo>
                  <a:lnTo>
                    <a:pt x="72563" y="750"/>
                  </a:lnTo>
                  <a:lnTo>
                    <a:pt x="66750" y="375"/>
                  </a:lnTo>
                  <a:lnTo>
                    <a:pt x="60750" y="188"/>
                  </a:lnTo>
                  <a:lnTo>
                    <a:pt x="50250" y="0"/>
                  </a:lnTo>
                  <a:close/>
                </a:path>
              </a:pathLst>
            </a:custGeom>
            <a:solidFill>
              <a:srgbClr val="AEB3B7"/>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1316" name="Google Shape;1316;p143"/>
            <p:cNvSpPr/>
            <p:nvPr/>
          </p:nvSpPr>
          <p:spPr>
            <a:xfrm>
              <a:off x="3420925" y="2520000"/>
              <a:ext cx="623450" cy="1035950"/>
            </a:xfrm>
            <a:custGeom>
              <a:avLst/>
              <a:gdLst/>
              <a:ahLst/>
              <a:cxnLst/>
              <a:rect l="l" t="t" r="r" b="b"/>
              <a:pathLst>
                <a:path w="24938" h="41438" extrusionOk="0">
                  <a:moveTo>
                    <a:pt x="12376" y="6188"/>
                  </a:moveTo>
                  <a:lnTo>
                    <a:pt x="13313" y="6375"/>
                  </a:lnTo>
                  <a:lnTo>
                    <a:pt x="14063" y="6750"/>
                  </a:lnTo>
                  <a:lnTo>
                    <a:pt x="14626" y="7313"/>
                  </a:lnTo>
                  <a:lnTo>
                    <a:pt x="15188" y="8250"/>
                  </a:lnTo>
                  <a:lnTo>
                    <a:pt x="15376" y="9375"/>
                  </a:lnTo>
                  <a:lnTo>
                    <a:pt x="15751" y="10875"/>
                  </a:lnTo>
                  <a:lnTo>
                    <a:pt x="15938" y="14438"/>
                  </a:lnTo>
                  <a:lnTo>
                    <a:pt x="15938" y="27000"/>
                  </a:lnTo>
                  <a:lnTo>
                    <a:pt x="15751" y="30750"/>
                  </a:lnTo>
                  <a:lnTo>
                    <a:pt x="15376" y="32250"/>
                  </a:lnTo>
                  <a:lnTo>
                    <a:pt x="15188" y="33375"/>
                  </a:lnTo>
                  <a:lnTo>
                    <a:pt x="14626" y="34125"/>
                  </a:lnTo>
                  <a:lnTo>
                    <a:pt x="14063" y="34875"/>
                  </a:lnTo>
                  <a:lnTo>
                    <a:pt x="13313" y="35250"/>
                  </a:lnTo>
                  <a:lnTo>
                    <a:pt x="11626" y="35250"/>
                  </a:lnTo>
                  <a:lnTo>
                    <a:pt x="10876" y="34875"/>
                  </a:lnTo>
                  <a:lnTo>
                    <a:pt x="10313" y="34125"/>
                  </a:lnTo>
                  <a:lnTo>
                    <a:pt x="9938" y="33375"/>
                  </a:lnTo>
                  <a:lnTo>
                    <a:pt x="9563" y="32250"/>
                  </a:lnTo>
                  <a:lnTo>
                    <a:pt x="9376" y="30750"/>
                  </a:lnTo>
                  <a:lnTo>
                    <a:pt x="9188" y="27000"/>
                  </a:lnTo>
                  <a:lnTo>
                    <a:pt x="9188" y="14438"/>
                  </a:lnTo>
                  <a:lnTo>
                    <a:pt x="9376" y="10875"/>
                  </a:lnTo>
                  <a:lnTo>
                    <a:pt x="9563" y="9375"/>
                  </a:lnTo>
                  <a:lnTo>
                    <a:pt x="9938" y="8250"/>
                  </a:lnTo>
                  <a:lnTo>
                    <a:pt x="10313" y="7313"/>
                  </a:lnTo>
                  <a:lnTo>
                    <a:pt x="10876" y="6750"/>
                  </a:lnTo>
                  <a:lnTo>
                    <a:pt x="11626" y="6375"/>
                  </a:lnTo>
                  <a:lnTo>
                    <a:pt x="12376" y="6188"/>
                  </a:lnTo>
                  <a:close/>
                  <a:moveTo>
                    <a:pt x="12751" y="0"/>
                  </a:moveTo>
                  <a:lnTo>
                    <a:pt x="10501" y="188"/>
                  </a:lnTo>
                  <a:lnTo>
                    <a:pt x="8626" y="563"/>
                  </a:lnTo>
                  <a:lnTo>
                    <a:pt x="6938" y="1125"/>
                  </a:lnTo>
                  <a:lnTo>
                    <a:pt x="5438" y="1875"/>
                  </a:lnTo>
                  <a:lnTo>
                    <a:pt x="4126" y="2813"/>
                  </a:lnTo>
                  <a:lnTo>
                    <a:pt x="3001" y="4125"/>
                  </a:lnTo>
                  <a:lnTo>
                    <a:pt x="2063" y="5813"/>
                  </a:lnTo>
                  <a:lnTo>
                    <a:pt x="1313" y="7500"/>
                  </a:lnTo>
                  <a:lnTo>
                    <a:pt x="751" y="9750"/>
                  </a:lnTo>
                  <a:lnTo>
                    <a:pt x="376" y="12188"/>
                  </a:lnTo>
                  <a:lnTo>
                    <a:pt x="188" y="14813"/>
                  </a:lnTo>
                  <a:lnTo>
                    <a:pt x="1" y="18000"/>
                  </a:lnTo>
                  <a:lnTo>
                    <a:pt x="1" y="23625"/>
                  </a:lnTo>
                  <a:lnTo>
                    <a:pt x="1" y="26813"/>
                  </a:lnTo>
                  <a:lnTo>
                    <a:pt x="376" y="29438"/>
                  </a:lnTo>
                  <a:lnTo>
                    <a:pt x="751" y="31875"/>
                  </a:lnTo>
                  <a:lnTo>
                    <a:pt x="1126" y="33938"/>
                  </a:lnTo>
                  <a:lnTo>
                    <a:pt x="1876" y="35813"/>
                  </a:lnTo>
                  <a:lnTo>
                    <a:pt x="2626" y="37313"/>
                  </a:lnTo>
                  <a:lnTo>
                    <a:pt x="3751" y="38625"/>
                  </a:lnTo>
                  <a:lnTo>
                    <a:pt x="5063" y="39563"/>
                  </a:lnTo>
                  <a:lnTo>
                    <a:pt x="6563" y="40500"/>
                  </a:lnTo>
                  <a:lnTo>
                    <a:pt x="8251" y="41063"/>
                  </a:lnTo>
                  <a:lnTo>
                    <a:pt x="10126" y="41250"/>
                  </a:lnTo>
                  <a:lnTo>
                    <a:pt x="12376" y="41438"/>
                  </a:lnTo>
                  <a:lnTo>
                    <a:pt x="14626" y="41250"/>
                  </a:lnTo>
                  <a:lnTo>
                    <a:pt x="16688" y="41063"/>
                  </a:lnTo>
                  <a:lnTo>
                    <a:pt x="18376" y="40500"/>
                  </a:lnTo>
                  <a:lnTo>
                    <a:pt x="19876" y="39563"/>
                  </a:lnTo>
                  <a:lnTo>
                    <a:pt x="21001" y="38625"/>
                  </a:lnTo>
                  <a:lnTo>
                    <a:pt x="22126" y="37313"/>
                  </a:lnTo>
                  <a:lnTo>
                    <a:pt x="23063" y="35813"/>
                  </a:lnTo>
                  <a:lnTo>
                    <a:pt x="23626" y="33938"/>
                  </a:lnTo>
                  <a:lnTo>
                    <a:pt x="24188" y="31875"/>
                  </a:lnTo>
                  <a:lnTo>
                    <a:pt x="24563" y="29438"/>
                  </a:lnTo>
                  <a:lnTo>
                    <a:pt x="24751" y="26813"/>
                  </a:lnTo>
                  <a:lnTo>
                    <a:pt x="24938" y="23625"/>
                  </a:lnTo>
                  <a:lnTo>
                    <a:pt x="24938" y="18000"/>
                  </a:lnTo>
                  <a:lnTo>
                    <a:pt x="24751" y="14813"/>
                  </a:lnTo>
                  <a:lnTo>
                    <a:pt x="24563" y="12188"/>
                  </a:lnTo>
                  <a:lnTo>
                    <a:pt x="24188" y="9750"/>
                  </a:lnTo>
                  <a:lnTo>
                    <a:pt x="23626" y="7500"/>
                  </a:lnTo>
                  <a:lnTo>
                    <a:pt x="22876" y="5813"/>
                  </a:lnTo>
                  <a:lnTo>
                    <a:pt x="22126" y="4313"/>
                  </a:lnTo>
                  <a:lnTo>
                    <a:pt x="21001" y="3000"/>
                  </a:lnTo>
                  <a:lnTo>
                    <a:pt x="19688" y="1875"/>
                  </a:lnTo>
                  <a:lnTo>
                    <a:pt x="18376" y="1125"/>
                  </a:lnTo>
                  <a:lnTo>
                    <a:pt x="16688" y="563"/>
                  </a:lnTo>
                  <a:lnTo>
                    <a:pt x="14813" y="188"/>
                  </a:lnTo>
                  <a:lnTo>
                    <a:pt x="12751" y="0"/>
                  </a:lnTo>
                  <a:close/>
                </a:path>
              </a:pathLst>
            </a:custGeom>
            <a:solidFill>
              <a:srgbClr val="AEB3B7"/>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1317" name="Google Shape;1317;p143"/>
            <p:cNvSpPr/>
            <p:nvPr/>
          </p:nvSpPr>
          <p:spPr>
            <a:xfrm>
              <a:off x="6786550" y="2524675"/>
              <a:ext cx="595325" cy="1031275"/>
            </a:xfrm>
            <a:custGeom>
              <a:avLst/>
              <a:gdLst/>
              <a:ahLst/>
              <a:cxnLst/>
              <a:rect l="l" t="t" r="r" b="b"/>
              <a:pathLst>
                <a:path w="23813" h="41251" extrusionOk="0">
                  <a:moveTo>
                    <a:pt x="12751" y="6001"/>
                  </a:moveTo>
                  <a:lnTo>
                    <a:pt x="13313" y="6188"/>
                  </a:lnTo>
                  <a:lnTo>
                    <a:pt x="13688" y="6376"/>
                  </a:lnTo>
                  <a:lnTo>
                    <a:pt x="14063" y="6751"/>
                  </a:lnTo>
                  <a:lnTo>
                    <a:pt x="14438" y="7313"/>
                  </a:lnTo>
                  <a:lnTo>
                    <a:pt x="14813" y="7876"/>
                  </a:lnTo>
                  <a:lnTo>
                    <a:pt x="15001" y="9563"/>
                  </a:lnTo>
                  <a:lnTo>
                    <a:pt x="15376" y="12001"/>
                  </a:lnTo>
                  <a:lnTo>
                    <a:pt x="15376" y="15376"/>
                  </a:lnTo>
                  <a:lnTo>
                    <a:pt x="15376" y="18376"/>
                  </a:lnTo>
                  <a:lnTo>
                    <a:pt x="8813" y="18376"/>
                  </a:lnTo>
                  <a:lnTo>
                    <a:pt x="8813" y="15376"/>
                  </a:lnTo>
                  <a:lnTo>
                    <a:pt x="8813" y="12001"/>
                  </a:lnTo>
                  <a:lnTo>
                    <a:pt x="9001" y="9563"/>
                  </a:lnTo>
                  <a:lnTo>
                    <a:pt x="9376" y="7876"/>
                  </a:lnTo>
                  <a:lnTo>
                    <a:pt x="9938" y="6751"/>
                  </a:lnTo>
                  <a:lnTo>
                    <a:pt x="10313" y="6376"/>
                  </a:lnTo>
                  <a:lnTo>
                    <a:pt x="10688" y="6188"/>
                  </a:lnTo>
                  <a:lnTo>
                    <a:pt x="11438" y="6001"/>
                  </a:lnTo>
                  <a:close/>
                  <a:moveTo>
                    <a:pt x="10688" y="1"/>
                  </a:moveTo>
                  <a:lnTo>
                    <a:pt x="9188" y="188"/>
                  </a:lnTo>
                  <a:lnTo>
                    <a:pt x="7688" y="563"/>
                  </a:lnTo>
                  <a:lnTo>
                    <a:pt x="6563" y="938"/>
                  </a:lnTo>
                  <a:lnTo>
                    <a:pt x="5438" y="1501"/>
                  </a:lnTo>
                  <a:lnTo>
                    <a:pt x="4313" y="2251"/>
                  </a:lnTo>
                  <a:lnTo>
                    <a:pt x="3563" y="3001"/>
                  </a:lnTo>
                  <a:lnTo>
                    <a:pt x="2813" y="4126"/>
                  </a:lnTo>
                  <a:lnTo>
                    <a:pt x="2063" y="5063"/>
                  </a:lnTo>
                  <a:lnTo>
                    <a:pt x="1501" y="6376"/>
                  </a:lnTo>
                  <a:lnTo>
                    <a:pt x="1126" y="7876"/>
                  </a:lnTo>
                  <a:lnTo>
                    <a:pt x="751" y="9376"/>
                  </a:lnTo>
                  <a:lnTo>
                    <a:pt x="188" y="12938"/>
                  </a:lnTo>
                  <a:lnTo>
                    <a:pt x="1" y="17251"/>
                  </a:lnTo>
                  <a:lnTo>
                    <a:pt x="1" y="24188"/>
                  </a:lnTo>
                  <a:lnTo>
                    <a:pt x="188" y="28313"/>
                  </a:lnTo>
                  <a:lnTo>
                    <a:pt x="563" y="31688"/>
                  </a:lnTo>
                  <a:lnTo>
                    <a:pt x="938" y="33188"/>
                  </a:lnTo>
                  <a:lnTo>
                    <a:pt x="1501" y="34688"/>
                  </a:lnTo>
                  <a:lnTo>
                    <a:pt x="2063" y="36001"/>
                  </a:lnTo>
                  <a:lnTo>
                    <a:pt x="2626" y="37126"/>
                  </a:lnTo>
                  <a:lnTo>
                    <a:pt x="3376" y="38063"/>
                  </a:lnTo>
                  <a:lnTo>
                    <a:pt x="4313" y="38813"/>
                  </a:lnTo>
                  <a:lnTo>
                    <a:pt x="5251" y="39563"/>
                  </a:lnTo>
                  <a:lnTo>
                    <a:pt x="6376" y="40126"/>
                  </a:lnTo>
                  <a:lnTo>
                    <a:pt x="7501" y="40688"/>
                  </a:lnTo>
                  <a:lnTo>
                    <a:pt x="8813" y="40876"/>
                  </a:lnTo>
                  <a:lnTo>
                    <a:pt x="10313" y="41063"/>
                  </a:lnTo>
                  <a:lnTo>
                    <a:pt x="12001" y="41251"/>
                  </a:lnTo>
                  <a:lnTo>
                    <a:pt x="14626" y="41063"/>
                  </a:lnTo>
                  <a:lnTo>
                    <a:pt x="16876" y="40501"/>
                  </a:lnTo>
                  <a:lnTo>
                    <a:pt x="18938" y="39751"/>
                  </a:lnTo>
                  <a:lnTo>
                    <a:pt x="19688" y="39188"/>
                  </a:lnTo>
                  <a:lnTo>
                    <a:pt x="20438" y="38438"/>
                  </a:lnTo>
                  <a:lnTo>
                    <a:pt x="21188" y="37688"/>
                  </a:lnTo>
                  <a:lnTo>
                    <a:pt x="21938" y="36938"/>
                  </a:lnTo>
                  <a:lnTo>
                    <a:pt x="22313" y="36001"/>
                  </a:lnTo>
                  <a:lnTo>
                    <a:pt x="22876" y="35063"/>
                  </a:lnTo>
                  <a:lnTo>
                    <a:pt x="23063" y="33938"/>
                  </a:lnTo>
                  <a:lnTo>
                    <a:pt x="23438" y="32813"/>
                  </a:lnTo>
                  <a:lnTo>
                    <a:pt x="23626" y="30188"/>
                  </a:lnTo>
                  <a:lnTo>
                    <a:pt x="23438" y="28688"/>
                  </a:lnTo>
                  <a:lnTo>
                    <a:pt x="15751" y="28313"/>
                  </a:lnTo>
                  <a:lnTo>
                    <a:pt x="15563" y="31501"/>
                  </a:lnTo>
                  <a:lnTo>
                    <a:pt x="15188" y="32626"/>
                  </a:lnTo>
                  <a:lnTo>
                    <a:pt x="15001" y="33563"/>
                  </a:lnTo>
                  <a:lnTo>
                    <a:pt x="14438" y="34126"/>
                  </a:lnTo>
                  <a:lnTo>
                    <a:pt x="13876" y="34688"/>
                  </a:lnTo>
                  <a:lnTo>
                    <a:pt x="13126" y="35063"/>
                  </a:lnTo>
                  <a:lnTo>
                    <a:pt x="11438" y="35063"/>
                  </a:lnTo>
                  <a:lnTo>
                    <a:pt x="10876" y="34876"/>
                  </a:lnTo>
                  <a:lnTo>
                    <a:pt x="10313" y="34688"/>
                  </a:lnTo>
                  <a:lnTo>
                    <a:pt x="9938" y="34126"/>
                  </a:lnTo>
                  <a:lnTo>
                    <a:pt x="9563" y="33751"/>
                  </a:lnTo>
                  <a:lnTo>
                    <a:pt x="9376" y="33001"/>
                  </a:lnTo>
                  <a:lnTo>
                    <a:pt x="9001" y="31501"/>
                  </a:lnTo>
                  <a:lnTo>
                    <a:pt x="8813" y="29063"/>
                  </a:lnTo>
                  <a:lnTo>
                    <a:pt x="8813" y="25688"/>
                  </a:lnTo>
                  <a:lnTo>
                    <a:pt x="8813" y="23626"/>
                  </a:lnTo>
                  <a:lnTo>
                    <a:pt x="23813" y="23626"/>
                  </a:lnTo>
                  <a:lnTo>
                    <a:pt x="23813" y="16876"/>
                  </a:lnTo>
                  <a:lnTo>
                    <a:pt x="23813" y="13876"/>
                  </a:lnTo>
                  <a:lnTo>
                    <a:pt x="23626" y="11063"/>
                  </a:lnTo>
                  <a:lnTo>
                    <a:pt x="23251" y="8813"/>
                  </a:lnTo>
                  <a:lnTo>
                    <a:pt x="22876" y="6938"/>
                  </a:lnTo>
                  <a:lnTo>
                    <a:pt x="22126" y="5251"/>
                  </a:lnTo>
                  <a:lnTo>
                    <a:pt x="21376" y="3751"/>
                  </a:lnTo>
                  <a:lnTo>
                    <a:pt x="20438" y="2626"/>
                  </a:lnTo>
                  <a:lnTo>
                    <a:pt x="19313" y="1688"/>
                  </a:lnTo>
                  <a:lnTo>
                    <a:pt x="18001" y="938"/>
                  </a:lnTo>
                  <a:lnTo>
                    <a:pt x="16313" y="376"/>
                  </a:lnTo>
                  <a:lnTo>
                    <a:pt x="14438" y="1"/>
                  </a:lnTo>
                  <a:close/>
                </a:path>
              </a:pathLst>
            </a:custGeom>
            <a:solidFill>
              <a:srgbClr val="AEB3B7"/>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1318" name="Google Shape;1318;p143"/>
            <p:cNvSpPr/>
            <p:nvPr/>
          </p:nvSpPr>
          <p:spPr>
            <a:xfrm>
              <a:off x="2741250" y="2173125"/>
              <a:ext cx="735950" cy="1368750"/>
            </a:xfrm>
            <a:custGeom>
              <a:avLst/>
              <a:gdLst/>
              <a:ahLst/>
              <a:cxnLst/>
              <a:rect l="l" t="t" r="r" b="b"/>
              <a:pathLst>
                <a:path w="29438" h="54750" extrusionOk="0">
                  <a:moveTo>
                    <a:pt x="0" y="0"/>
                  </a:moveTo>
                  <a:lnTo>
                    <a:pt x="10313" y="36938"/>
                  </a:lnTo>
                  <a:lnTo>
                    <a:pt x="10313" y="54750"/>
                  </a:lnTo>
                  <a:lnTo>
                    <a:pt x="19125" y="54750"/>
                  </a:lnTo>
                  <a:lnTo>
                    <a:pt x="19125" y="36938"/>
                  </a:lnTo>
                  <a:lnTo>
                    <a:pt x="29438" y="0"/>
                  </a:lnTo>
                  <a:lnTo>
                    <a:pt x="20625" y="0"/>
                  </a:lnTo>
                  <a:lnTo>
                    <a:pt x="16875" y="16875"/>
                  </a:lnTo>
                  <a:lnTo>
                    <a:pt x="15563" y="23063"/>
                  </a:lnTo>
                  <a:lnTo>
                    <a:pt x="14813" y="27375"/>
                  </a:lnTo>
                  <a:lnTo>
                    <a:pt x="14625" y="27375"/>
                  </a:lnTo>
                  <a:lnTo>
                    <a:pt x="13688" y="22500"/>
                  </a:lnTo>
                  <a:lnTo>
                    <a:pt x="12563" y="16688"/>
                  </a:lnTo>
                  <a:lnTo>
                    <a:pt x="9000" y="0"/>
                  </a:lnTo>
                  <a:close/>
                </a:path>
              </a:pathLst>
            </a:custGeom>
            <a:solidFill>
              <a:srgbClr val="AEB3B7"/>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1319" name="Google Shape;1319;p143"/>
            <p:cNvSpPr/>
            <p:nvPr/>
          </p:nvSpPr>
          <p:spPr>
            <a:xfrm>
              <a:off x="4161550" y="2543425"/>
              <a:ext cx="609400" cy="1012525"/>
            </a:xfrm>
            <a:custGeom>
              <a:avLst/>
              <a:gdLst/>
              <a:ahLst/>
              <a:cxnLst/>
              <a:rect l="l" t="t" r="r" b="b"/>
              <a:pathLst>
                <a:path w="24376" h="40501" extrusionOk="0">
                  <a:moveTo>
                    <a:pt x="1" y="1"/>
                  </a:moveTo>
                  <a:lnTo>
                    <a:pt x="1" y="29813"/>
                  </a:lnTo>
                  <a:lnTo>
                    <a:pt x="1" y="32251"/>
                  </a:lnTo>
                  <a:lnTo>
                    <a:pt x="376" y="34501"/>
                  </a:lnTo>
                  <a:lnTo>
                    <a:pt x="938" y="36376"/>
                  </a:lnTo>
                  <a:lnTo>
                    <a:pt x="1876" y="37876"/>
                  </a:lnTo>
                  <a:lnTo>
                    <a:pt x="3001" y="39001"/>
                  </a:lnTo>
                  <a:lnTo>
                    <a:pt x="4313" y="39938"/>
                  </a:lnTo>
                  <a:lnTo>
                    <a:pt x="5813" y="40313"/>
                  </a:lnTo>
                  <a:lnTo>
                    <a:pt x="7688" y="40501"/>
                  </a:lnTo>
                  <a:lnTo>
                    <a:pt x="9001" y="40501"/>
                  </a:lnTo>
                  <a:lnTo>
                    <a:pt x="10313" y="40126"/>
                  </a:lnTo>
                  <a:lnTo>
                    <a:pt x="11626" y="39751"/>
                  </a:lnTo>
                  <a:lnTo>
                    <a:pt x="12751" y="39188"/>
                  </a:lnTo>
                  <a:lnTo>
                    <a:pt x="13688" y="38251"/>
                  </a:lnTo>
                  <a:lnTo>
                    <a:pt x="14626" y="37313"/>
                  </a:lnTo>
                  <a:lnTo>
                    <a:pt x="15563" y="36188"/>
                  </a:lnTo>
                  <a:lnTo>
                    <a:pt x="16313" y="34876"/>
                  </a:lnTo>
                  <a:lnTo>
                    <a:pt x="16501" y="34876"/>
                  </a:lnTo>
                  <a:lnTo>
                    <a:pt x="17251" y="39938"/>
                  </a:lnTo>
                  <a:lnTo>
                    <a:pt x="24376" y="39938"/>
                  </a:lnTo>
                  <a:lnTo>
                    <a:pt x="24376" y="1"/>
                  </a:lnTo>
                  <a:lnTo>
                    <a:pt x="15376" y="1"/>
                  </a:lnTo>
                  <a:lnTo>
                    <a:pt x="15376" y="31688"/>
                  </a:lnTo>
                  <a:lnTo>
                    <a:pt x="14626" y="32626"/>
                  </a:lnTo>
                  <a:lnTo>
                    <a:pt x="13688" y="33376"/>
                  </a:lnTo>
                  <a:lnTo>
                    <a:pt x="12563" y="33938"/>
                  </a:lnTo>
                  <a:lnTo>
                    <a:pt x="11438" y="34126"/>
                  </a:lnTo>
                  <a:lnTo>
                    <a:pt x="10876" y="34126"/>
                  </a:lnTo>
                  <a:lnTo>
                    <a:pt x="10313" y="33938"/>
                  </a:lnTo>
                  <a:lnTo>
                    <a:pt x="9938" y="33563"/>
                  </a:lnTo>
                  <a:lnTo>
                    <a:pt x="9563" y="33001"/>
                  </a:lnTo>
                  <a:lnTo>
                    <a:pt x="9188" y="32438"/>
                  </a:lnTo>
                  <a:lnTo>
                    <a:pt x="9001" y="31501"/>
                  </a:lnTo>
                  <a:lnTo>
                    <a:pt x="9001" y="29251"/>
                  </a:lnTo>
                  <a:lnTo>
                    <a:pt x="9001" y="1"/>
                  </a:lnTo>
                  <a:close/>
                </a:path>
              </a:pathLst>
            </a:custGeom>
            <a:solidFill>
              <a:srgbClr val="AEB3B7"/>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1320" name="Google Shape;1320;p143"/>
            <p:cNvSpPr/>
            <p:nvPr/>
          </p:nvSpPr>
          <p:spPr>
            <a:xfrm>
              <a:off x="5314675" y="2543425"/>
              <a:ext cx="609400" cy="1012525"/>
            </a:xfrm>
            <a:custGeom>
              <a:avLst/>
              <a:gdLst/>
              <a:ahLst/>
              <a:cxnLst/>
              <a:rect l="l" t="t" r="r" b="b"/>
              <a:pathLst>
                <a:path w="24376" h="40501" extrusionOk="0">
                  <a:moveTo>
                    <a:pt x="1" y="1"/>
                  </a:moveTo>
                  <a:lnTo>
                    <a:pt x="1" y="29813"/>
                  </a:lnTo>
                  <a:lnTo>
                    <a:pt x="1" y="32251"/>
                  </a:lnTo>
                  <a:lnTo>
                    <a:pt x="376" y="34501"/>
                  </a:lnTo>
                  <a:lnTo>
                    <a:pt x="938" y="36376"/>
                  </a:lnTo>
                  <a:lnTo>
                    <a:pt x="1876" y="37876"/>
                  </a:lnTo>
                  <a:lnTo>
                    <a:pt x="2813" y="39001"/>
                  </a:lnTo>
                  <a:lnTo>
                    <a:pt x="4313" y="39938"/>
                  </a:lnTo>
                  <a:lnTo>
                    <a:pt x="5813" y="40313"/>
                  </a:lnTo>
                  <a:lnTo>
                    <a:pt x="7688" y="40501"/>
                  </a:lnTo>
                  <a:lnTo>
                    <a:pt x="9001" y="40501"/>
                  </a:lnTo>
                  <a:lnTo>
                    <a:pt x="10313" y="40126"/>
                  </a:lnTo>
                  <a:lnTo>
                    <a:pt x="11626" y="39751"/>
                  </a:lnTo>
                  <a:lnTo>
                    <a:pt x="12751" y="39188"/>
                  </a:lnTo>
                  <a:lnTo>
                    <a:pt x="13688" y="38251"/>
                  </a:lnTo>
                  <a:lnTo>
                    <a:pt x="14626" y="37313"/>
                  </a:lnTo>
                  <a:lnTo>
                    <a:pt x="15563" y="36188"/>
                  </a:lnTo>
                  <a:lnTo>
                    <a:pt x="16313" y="34876"/>
                  </a:lnTo>
                  <a:lnTo>
                    <a:pt x="16501" y="34876"/>
                  </a:lnTo>
                  <a:lnTo>
                    <a:pt x="17251" y="39938"/>
                  </a:lnTo>
                  <a:lnTo>
                    <a:pt x="24376" y="39938"/>
                  </a:lnTo>
                  <a:lnTo>
                    <a:pt x="24376" y="1"/>
                  </a:lnTo>
                  <a:lnTo>
                    <a:pt x="15376" y="1"/>
                  </a:lnTo>
                  <a:lnTo>
                    <a:pt x="15376" y="31688"/>
                  </a:lnTo>
                  <a:lnTo>
                    <a:pt x="14626" y="32626"/>
                  </a:lnTo>
                  <a:lnTo>
                    <a:pt x="13688" y="33376"/>
                  </a:lnTo>
                  <a:lnTo>
                    <a:pt x="12563" y="33938"/>
                  </a:lnTo>
                  <a:lnTo>
                    <a:pt x="11438" y="34126"/>
                  </a:lnTo>
                  <a:lnTo>
                    <a:pt x="10876" y="34126"/>
                  </a:lnTo>
                  <a:lnTo>
                    <a:pt x="10313" y="33938"/>
                  </a:lnTo>
                  <a:lnTo>
                    <a:pt x="9938" y="33563"/>
                  </a:lnTo>
                  <a:lnTo>
                    <a:pt x="9563" y="33001"/>
                  </a:lnTo>
                  <a:lnTo>
                    <a:pt x="9188" y="32438"/>
                  </a:lnTo>
                  <a:lnTo>
                    <a:pt x="9001" y="31501"/>
                  </a:lnTo>
                  <a:lnTo>
                    <a:pt x="9001" y="29251"/>
                  </a:lnTo>
                  <a:lnTo>
                    <a:pt x="9001" y="1"/>
                  </a:lnTo>
                  <a:close/>
                </a:path>
              </a:pathLst>
            </a:custGeom>
            <a:solidFill>
              <a:srgbClr val="AEB3B7"/>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1321" name="Google Shape;1321;p143"/>
            <p:cNvSpPr/>
            <p:nvPr/>
          </p:nvSpPr>
          <p:spPr>
            <a:xfrm>
              <a:off x="4714675" y="2173125"/>
              <a:ext cx="665650" cy="1368750"/>
            </a:xfrm>
            <a:custGeom>
              <a:avLst/>
              <a:gdLst/>
              <a:ahLst/>
              <a:cxnLst/>
              <a:rect l="l" t="t" r="r" b="b"/>
              <a:pathLst>
                <a:path w="26626" h="54750" extrusionOk="0">
                  <a:moveTo>
                    <a:pt x="1" y="0"/>
                  </a:moveTo>
                  <a:lnTo>
                    <a:pt x="1" y="7313"/>
                  </a:lnTo>
                  <a:lnTo>
                    <a:pt x="8813" y="7313"/>
                  </a:lnTo>
                  <a:lnTo>
                    <a:pt x="8813" y="54750"/>
                  </a:lnTo>
                  <a:lnTo>
                    <a:pt x="17626" y="54750"/>
                  </a:lnTo>
                  <a:lnTo>
                    <a:pt x="17626" y="7313"/>
                  </a:lnTo>
                  <a:lnTo>
                    <a:pt x="26626" y="7313"/>
                  </a:lnTo>
                  <a:lnTo>
                    <a:pt x="26626" y="0"/>
                  </a:lnTo>
                  <a:close/>
                </a:path>
              </a:pathLst>
            </a:custGeom>
            <a:solidFill>
              <a:srgbClr val="AEB3B7"/>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1322" name="Google Shape;1322;p143"/>
            <p:cNvSpPr/>
            <p:nvPr/>
          </p:nvSpPr>
          <p:spPr>
            <a:xfrm>
              <a:off x="6060000" y="2121550"/>
              <a:ext cx="628125" cy="1434400"/>
            </a:xfrm>
            <a:custGeom>
              <a:avLst/>
              <a:gdLst/>
              <a:ahLst/>
              <a:cxnLst/>
              <a:rect l="l" t="t" r="r" b="b"/>
              <a:pathLst>
                <a:path w="25125" h="57376" extrusionOk="0">
                  <a:moveTo>
                    <a:pt x="12563" y="22313"/>
                  </a:moveTo>
                  <a:lnTo>
                    <a:pt x="13125" y="22501"/>
                  </a:lnTo>
                  <a:lnTo>
                    <a:pt x="13688" y="22688"/>
                  </a:lnTo>
                  <a:lnTo>
                    <a:pt x="14250" y="23063"/>
                  </a:lnTo>
                  <a:lnTo>
                    <a:pt x="14625" y="23438"/>
                  </a:lnTo>
                  <a:lnTo>
                    <a:pt x="15000" y="24188"/>
                  </a:lnTo>
                  <a:lnTo>
                    <a:pt x="15375" y="24938"/>
                  </a:lnTo>
                  <a:lnTo>
                    <a:pt x="15750" y="27001"/>
                  </a:lnTo>
                  <a:lnTo>
                    <a:pt x="15938" y="30188"/>
                  </a:lnTo>
                  <a:lnTo>
                    <a:pt x="15938" y="34313"/>
                  </a:lnTo>
                  <a:lnTo>
                    <a:pt x="15938" y="39376"/>
                  </a:lnTo>
                  <a:lnTo>
                    <a:pt x="15938" y="43313"/>
                  </a:lnTo>
                  <a:lnTo>
                    <a:pt x="15750" y="46313"/>
                  </a:lnTo>
                  <a:lnTo>
                    <a:pt x="15188" y="48376"/>
                  </a:lnTo>
                  <a:lnTo>
                    <a:pt x="14813" y="49126"/>
                  </a:lnTo>
                  <a:lnTo>
                    <a:pt x="14438" y="49876"/>
                  </a:lnTo>
                  <a:lnTo>
                    <a:pt x="14063" y="50251"/>
                  </a:lnTo>
                  <a:lnTo>
                    <a:pt x="13500" y="50626"/>
                  </a:lnTo>
                  <a:lnTo>
                    <a:pt x="12938" y="50813"/>
                  </a:lnTo>
                  <a:lnTo>
                    <a:pt x="11063" y="50813"/>
                  </a:lnTo>
                  <a:lnTo>
                    <a:pt x="10125" y="50251"/>
                  </a:lnTo>
                  <a:lnTo>
                    <a:pt x="9188" y="49688"/>
                  </a:lnTo>
                  <a:lnTo>
                    <a:pt x="8625" y="48751"/>
                  </a:lnTo>
                  <a:lnTo>
                    <a:pt x="8625" y="26063"/>
                  </a:lnTo>
                  <a:lnTo>
                    <a:pt x="9188" y="24563"/>
                  </a:lnTo>
                  <a:lnTo>
                    <a:pt x="10125" y="23438"/>
                  </a:lnTo>
                  <a:lnTo>
                    <a:pt x="10688" y="23063"/>
                  </a:lnTo>
                  <a:lnTo>
                    <a:pt x="11250" y="22688"/>
                  </a:lnTo>
                  <a:lnTo>
                    <a:pt x="12000" y="22501"/>
                  </a:lnTo>
                  <a:lnTo>
                    <a:pt x="12563" y="22313"/>
                  </a:lnTo>
                  <a:close/>
                  <a:moveTo>
                    <a:pt x="0" y="1"/>
                  </a:moveTo>
                  <a:lnTo>
                    <a:pt x="0" y="56813"/>
                  </a:lnTo>
                  <a:lnTo>
                    <a:pt x="7313" y="56813"/>
                  </a:lnTo>
                  <a:lnTo>
                    <a:pt x="8250" y="52876"/>
                  </a:lnTo>
                  <a:lnTo>
                    <a:pt x="8438" y="52876"/>
                  </a:lnTo>
                  <a:lnTo>
                    <a:pt x="9000" y="53813"/>
                  </a:lnTo>
                  <a:lnTo>
                    <a:pt x="9750" y="54751"/>
                  </a:lnTo>
                  <a:lnTo>
                    <a:pt x="10688" y="55501"/>
                  </a:lnTo>
                  <a:lnTo>
                    <a:pt x="11625" y="56063"/>
                  </a:lnTo>
                  <a:lnTo>
                    <a:pt x="12563" y="56626"/>
                  </a:lnTo>
                  <a:lnTo>
                    <a:pt x="13875" y="57001"/>
                  </a:lnTo>
                  <a:lnTo>
                    <a:pt x="15000" y="57188"/>
                  </a:lnTo>
                  <a:lnTo>
                    <a:pt x="16125" y="57376"/>
                  </a:lnTo>
                  <a:lnTo>
                    <a:pt x="17250" y="57188"/>
                  </a:lnTo>
                  <a:lnTo>
                    <a:pt x="18375" y="57001"/>
                  </a:lnTo>
                  <a:lnTo>
                    <a:pt x="19313" y="56813"/>
                  </a:lnTo>
                  <a:lnTo>
                    <a:pt x="20250" y="56251"/>
                  </a:lnTo>
                  <a:lnTo>
                    <a:pt x="21000" y="55688"/>
                  </a:lnTo>
                  <a:lnTo>
                    <a:pt x="21750" y="54938"/>
                  </a:lnTo>
                  <a:lnTo>
                    <a:pt x="22313" y="54188"/>
                  </a:lnTo>
                  <a:lnTo>
                    <a:pt x="22875" y="53063"/>
                  </a:lnTo>
                  <a:lnTo>
                    <a:pt x="23438" y="51938"/>
                  </a:lnTo>
                  <a:lnTo>
                    <a:pt x="23813" y="50626"/>
                  </a:lnTo>
                  <a:lnTo>
                    <a:pt x="24563" y="47813"/>
                  </a:lnTo>
                  <a:lnTo>
                    <a:pt x="24938" y="44063"/>
                  </a:lnTo>
                  <a:lnTo>
                    <a:pt x="25125" y="39938"/>
                  </a:lnTo>
                  <a:lnTo>
                    <a:pt x="25125" y="33751"/>
                  </a:lnTo>
                  <a:lnTo>
                    <a:pt x="24938" y="30563"/>
                  </a:lnTo>
                  <a:lnTo>
                    <a:pt x="24938" y="27751"/>
                  </a:lnTo>
                  <a:lnTo>
                    <a:pt x="24563" y="25313"/>
                  </a:lnTo>
                  <a:lnTo>
                    <a:pt x="24188" y="23251"/>
                  </a:lnTo>
                  <a:lnTo>
                    <a:pt x="23813" y="21376"/>
                  </a:lnTo>
                  <a:lnTo>
                    <a:pt x="23250" y="19876"/>
                  </a:lnTo>
                  <a:lnTo>
                    <a:pt x="22500" y="18751"/>
                  </a:lnTo>
                  <a:lnTo>
                    <a:pt x="21563" y="17626"/>
                  </a:lnTo>
                  <a:lnTo>
                    <a:pt x="20625" y="16876"/>
                  </a:lnTo>
                  <a:lnTo>
                    <a:pt x="19500" y="16501"/>
                  </a:lnTo>
                  <a:lnTo>
                    <a:pt x="18188" y="16126"/>
                  </a:lnTo>
                  <a:lnTo>
                    <a:pt x="16688" y="15938"/>
                  </a:lnTo>
                  <a:lnTo>
                    <a:pt x="15375" y="16126"/>
                  </a:lnTo>
                  <a:lnTo>
                    <a:pt x="14250" y="16313"/>
                  </a:lnTo>
                  <a:lnTo>
                    <a:pt x="13125" y="16876"/>
                  </a:lnTo>
                  <a:lnTo>
                    <a:pt x="12000" y="17438"/>
                  </a:lnTo>
                  <a:lnTo>
                    <a:pt x="10875" y="18188"/>
                  </a:lnTo>
                  <a:lnTo>
                    <a:pt x="10125" y="18938"/>
                  </a:lnTo>
                  <a:lnTo>
                    <a:pt x="9375" y="20063"/>
                  </a:lnTo>
                  <a:lnTo>
                    <a:pt x="8625" y="21001"/>
                  </a:lnTo>
                  <a:lnTo>
                    <a:pt x="8625" y="1"/>
                  </a:lnTo>
                  <a:close/>
                </a:path>
              </a:pathLst>
            </a:custGeom>
            <a:solidFill>
              <a:srgbClr val="AEB3B7"/>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grpSp>
      <p:cxnSp>
        <p:nvCxnSpPr>
          <p:cNvPr id="1323" name="Google Shape;1323;p143"/>
          <p:cNvCxnSpPr/>
          <p:nvPr/>
        </p:nvCxnSpPr>
        <p:spPr>
          <a:xfrm>
            <a:off x="10985733" y="6404733"/>
            <a:ext cx="0" cy="168400"/>
          </a:xfrm>
          <a:prstGeom prst="straightConnector1">
            <a:avLst/>
          </a:prstGeom>
          <a:noFill/>
          <a:ln w="9525" cap="flat" cmpd="sng">
            <a:solidFill>
              <a:srgbClr val="D9D9D9"/>
            </a:solidFill>
            <a:prstDash val="solid"/>
            <a:round/>
            <a:headEnd type="none" w="sm" len="sm"/>
            <a:tailEnd type="none" w="sm" len="sm"/>
          </a:ln>
        </p:spPr>
      </p:cxnSp>
    </p:spTree>
    <p:extLst>
      <p:ext uri="{BB962C8B-B14F-4D97-AF65-F5344CB8AC3E}">
        <p14:creationId xmlns:p14="http://schemas.microsoft.com/office/powerpoint/2010/main" val="222061164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Google Cover Slide 1" preserve="1">
  <p:cSld name="Google Cover Slide 1">
    <p:bg>
      <p:bgPr>
        <a:solidFill>
          <a:srgbClr val="FFFFFF"/>
        </a:solidFill>
        <a:effectLst/>
      </p:bgPr>
    </p:bg>
    <p:spTree>
      <p:nvGrpSpPr>
        <p:cNvPr id="1" name="Shape 1337"/>
        <p:cNvGrpSpPr/>
        <p:nvPr/>
      </p:nvGrpSpPr>
      <p:grpSpPr>
        <a:xfrm>
          <a:off x="0" y="0"/>
          <a:ext cx="0" cy="0"/>
          <a:chOff x="0" y="0"/>
          <a:chExt cx="0" cy="0"/>
        </a:xfrm>
      </p:grpSpPr>
      <p:pic>
        <p:nvPicPr>
          <p:cNvPr id="1338" name="Google Shape;1338;p145"/>
          <p:cNvPicPr preferRelativeResize="0"/>
          <p:nvPr/>
        </p:nvPicPr>
        <p:blipFill rotWithShape="1">
          <a:blip r:embed="rId2">
            <a:alphaModFix/>
          </a:blip>
          <a:srcRect r="-4482"/>
          <a:stretch/>
        </p:blipFill>
        <p:spPr>
          <a:xfrm>
            <a:off x="696767" y="426067"/>
            <a:ext cx="1030501" cy="319200"/>
          </a:xfrm>
          <a:prstGeom prst="rect">
            <a:avLst/>
          </a:prstGeom>
          <a:noFill/>
          <a:ln>
            <a:noFill/>
          </a:ln>
        </p:spPr>
      </p:pic>
      <p:sp>
        <p:nvSpPr>
          <p:cNvPr id="1339" name="Google Shape;1339;p145"/>
          <p:cNvSpPr txBox="1">
            <a:spLocks noGrp="1"/>
          </p:cNvSpPr>
          <p:nvPr>
            <p:ph type="subTitle" idx="1"/>
          </p:nvPr>
        </p:nvSpPr>
        <p:spPr>
          <a:xfrm>
            <a:off x="563933" y="3978900"/>
            <a:ext cx="10401600" cy="400000"/>
          </a:xfrm>
          <a:prstGeom prst="rect">
            <a:avLst/>
          </a:prstGeom>
        </p:spPr>
        <p:txBody>
          <a:bodyPr spcFirstLastPara="1" wrap="square" lIns="91425" tIns="91425" rIns="91425" bIns="91425" anchor="ctr" anchorCtr="0">
            <a:noAutofit/>
          </a:bodyPr>
          <a:lstStyle>
            <a:lvl1pPr lvl="0" rtl="0">
              <a:spcBef>
                <a:spcPts val="0"/>
              </a:spcBef>
              <a:spcAft>
                <a:spcPts val="0"/>
              </a:spcAft>
              <a:buNone/>
              <a:defRPr sz="3200">
                <a:solidFill>
                  <a:srgbClr val="3C4043"/>
                </a:solidFill>
                <a:latin typeface="Google Sans"/>
                <a:ea typeface="Google Sans"/>
                <a:cs typeface="Google Sans"/>
                <a:sym typeface="Google Sans"/>
              </a:defRPr>
            </a:lvl1pPr>
            <a:lvl2pPr lvl="1" rtl="0">
              <a:spcBef>
                <a:spcPts val="2933"/>
              </a:spcBef>
              <a:spcAft>
                <a:spcPts val="0"/>
              </a:spcAft>
              <a:buNone/>
              <a:defRPr/>
            </a:lvl2pPr>
            <a:lvl3pPr lvl="2" rtl="0">
              <a:spcBef>
                <a:spcPts val="2933"/>
              </a:spcBef>
              <a:spcAft>
                <a:spcPts val="0"/>
              </a:spcAft>
              <a:buNone/>
              <a:defRPr/>
            </a:lvl3pPr>
            <a:lvl4pPr lvl="3" rtl="0">
              <a:spcBef>
                <a:spcPts val="2933"/>
              </a:spcBef>
              <a:spcAft>
                <a:spcPts val="0"/>
              </a:spcAft>
              <a:buNone/>
              <a:defRPr/>
            </a:lvl4pPr>
            <a:lvl5pPr lvl="4" rtl="0">
              <a:spcBef>
                <a:spcPts val="2933"/>
              </a:spcBef>
              <a:spcAft>
                <a:spcPts val="0"/>
              </a:spcAft>
              <a:buNone/>
              <a:defRPr/>
            </a:lvl5pPr>
            <a:lvl6pPr lvl="5" rtl="0">
              <a:spcBef>
                <a:spcPts val="2933"/>
              </a:spcBef>
              <a:spcAft>
                <a:spcPts val="0"/>
              </a:spcAft>
              <a:buNone/>
              <a:defRPr/>
            </a:lvl6pPr>
            <a:lvl7pPr lvl="6" rtl="0">
              <a:spcBef>
                <a:spcPts val="2933"/>
              </a:spcBef>
              <a:spcAft>
                <a:spcPts val="0"/>
              </a:spcAft>
              <a:buNone/>
              <a:defRPr/>
            </a:lvl7pPr>
            <a:lvl8pPr lvl="7" rtl="0">
              <a:spcBef>
                <a:spcPts val="2933"/>
              </a:spcBef>
              <a:spcAft>
                <a:spcPts val="0"/>
              </a:spcAft>
              <a:buNone/>
              <a:defRPr/>
            </a:lvl8pPr>
            <a:lvl9pPr lvl="8" rtl="0">
              <a:spcBef>
                <a:spcPts val="2933"/>
              </a:spcBef>
              <a:spcAft>
                <a:spcPts val="0"/>
              </a:spcAft>
              <a:buNone/>
              <a:defRPr/>
            </a:lvl9pPr>
          </a:lstStyle>
          <a:p>
            <a:endParaRPr/>
          </a:p>
        </p:txBody>
      </p:sp>
      <p:sp>
        <p:nvSpPr>
          <p:cNvPr id="1340" name="Google Shape;1340;p145"/>
          <p:cNvSpPr txBox="1">
            <a:spLocks noGrp="1"/>
          </p:cNvSpPr>
          <p:nvPr>
            <p:ph type="title"/>
          </p:nvPr>
        </p:nvSpPr>
        <p:spPr>
          <a:xfrm>
            <a:off x="523900" y="1398900"/>
            <a:ext cx="10441600" cy="2580000"/>
          </a:xfrm>
          <a:prstGeom prst="rect">
            <a:avLst/>
          </a:prstGeom>
        </p:spPr>
        <p:txBody>
          <a:bodyPr spcFirstLastPara="1" wrap="square" lIns="91425" tIns="91425" rIns="91425" bIns="91425" anchor="b" anchorCtr="0">
            <a:noAutofit/>
          </a:bodyPr>
          <a:lstStyle>
            <a:lvl1pPr lvl="0" rtl="0">
              <a:lnSpc>
                <a:spcPct val="90000"/>
              </a:lnSpc>
              <a:spcBef>
                <a:spcPts val="0"/>
              </a:spcBef>
              <a:spcAft>
                <a:spcPts val="0"/>
              </a:spcAft>
              <a:buNone/>
              <a:defRPr sz="7333">
                <a:solidFill>
                  <a:srgbClr val="3C4043"/>
                </a:solidFill>
                <a:latin typeface="Google Sans Medium"/>
                <a:ea typeface="Google Sans Medium"/>
                <a:cs typeface="Google Sans Medium"/>
                <a:sym typeface="Google Sans Medium"/>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a:endParaRPr/>
          </a:p>
        </p:txBody>
      </p:sp>
      <p:sp>
        <p:nvSpPr>
          <p:cNvPr id="1341" name="Google Shape;1341;p145"/>
          <p:cNvSpPr/>
          <p:nvPr/>
        </p:nvSpPr>
        <p:spPr>
          <a:xfrm>
            <a:off x="696767" y="4611600"/>
            <a:ext cx="621200" cy="126000"/>
          </a:xfrm>
          <a:prstGeom prst="roundRect">
            <a:avLst>
              <a:gd name="adj" fmla="val 50000"/>
            </a:avLst>
          </a:prstGeom>
          <a:solidFill>
            <a:srgbClr val="4285F4"/>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1342" name="Google Shape;1342;p145"/>
          <p:cNvSpPr txBox="1">
            <a:spLocks noGrp="1"/>
          </p:cNvSpPr>
          <p:nvPr>
            <p:ph type="subTitle" idx="2"/>
          </p:nvPr>
        </p:nvSpPr>
        <p:spPr>
          <a:xfrm>
            <a:off x="563933" y="4952100"/>
            <a:ext cx="10441600" cy="400000"/>
          </a:xfrm>
          <a:prstGeom prst="rect">
            <a:avLst/>
          </a:prstGeom>
        </p:spPr>
        <p:txBody>
          <a:bodyPr spcFirstLastPara="1" wrap="square" lIns="91425" tIns="91425" rIns="91425" bIns="91425" anchor="ctr" anchorCtr="0">
            <a:noAutofit/>
          </a:bodyPr>
          <a:lstStyle>
            <a:lvl1pPr lvl="0" rtl="0">
              <a:spcBef>
                <a:spcPts val="0"/>
              </a:spcBef>
              <a:spcAft>
                <a:spcPts val="0"/>
              </a:spcAft>
              <a:buNone/>
              <a:defRPr sz="2400">
                <a:solidFill>
                  <a:srgbClr val="9AA0A6"/>
                </a:solidFill>
                <a:latin typeface="Google Sans"/>
                <a:ea typeface="Google Sans"/>
                <a:cs typeface="Google Sans"/>
                <a:sym typeface="Google Sans"/>
              </a:defRPr>
            </a:lvl1pPr>
            <a:lvl2pPr lvl="1" rtl="0">
              <a:spcBef>
                <a:spcPts val="2933"/>
              </a:spcBef>
              <a:spcAft>
                <a:spcPts val="0"/>
              </a:spcAft>
              <a:buNone/>
              <a:defRPr sz="2400"/>
            </a:lvl2pPr>
            <a:lvl3pPr lvl="2" rtl="0">
              <a:spcBef>
                <a:spcPts val="2933"/>
              </a:spcBef>
              <a:spcAft>
                <a:spcPts val="0"/>
              </a:spcAft>
              <a:buNone/>
              <a:defRPr sz="2400"/>
            </a:lvl3pPr>
            <a:lvl4pPr lvl="3" rtl="0">
              <a:spcBef>
                <a:spcPts val="2933"/>
              </a:spcBef>
              <a:spcAft>
                <a:spcPts val="0"/>
              </a:spcAft>
              <a:buNone/>
              <a:defRPr sz="2400"/>
            </a:lvl4pPr>
            <a:lvl5pPr lvl="4" rtl="0">
              <a:spcBef>
                <a:spcPts val="2933"/>
              </a:spcBef>
              <a:spcAft>
                <a:spcPts val="0"/>
              </a:spcAft>
              <a:buNone/>
              <a:defRPr sz="2400"/>
            </a:lvl5pPr>
            <a:lvl6pPr lvl="5" rtl="0">
              <a:spcBef>
                <a:spcPts val="2933"/>
              </a:spcBef>
              <a:spcAft>
                <a:spcPts val="0"/>
              </a:spcAft>
              <a:buNone/>
              <a:defRPr sz="2400"/>
            </a:lvl6pPr>
            <a:lvl7pPr lvl="6" rtl="0">
              <a:spcBef>
                <a:spcPts val="2933"/>
              </a:spcBef>
              <a:spcAft>
                <a:spcPts val="0"/>
              </a:spcAft>
              <a:buNone/>
              <a:defRPr sz="2400"/>
            </a:lvl7pPr>
            <a:lvl8pPr lvl="7" rtl="0">
              <a:spcBef>
                <a:spcPts val="2933"/>
              </a:spcBef>
              <a:spcAft>
                <a:spcPts val="0"/>
              </a:spcAft>
              <a:buNone/>
              <a:defRPr sz="2400"/>
            </a:lvl8pPr>
            <a:lvl9pPr lvl="8" rtl="0">
              <a:spcBef>
                <a:spcPts val="2933"/>
              </a:spcBef>
              <a:spcAft>
                <a:spcPts val="0"/>
              </a:spcAft>
              <a:buNone/>
              <a:defRPr sz="2400"/>
            </a:lvl9pPr>
          </a:lstStyle>
          <a:p>
            <a:endParaRPr/>
          </a:p>
        </p:txBody>
      </p:sp>
    </p:spTree>
    <p:extLst>
      <p:ext uri="{BB962C8B-B14F-4D97-AF65-F5344CB8AC3E}">
        <p14:creationId xmlns:p14="http://schemas.microsoft.com/office/powerpoint/2010/main" val="1708260320"/>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Google Ads Cover Slide" preserve="1">
  <p:cSld name="Google Ads Cover Slide">
    <p:spTree>
      <p:nvGrpSpPr>
        <p:cNvPr id="1" name="Shape 1399"/>
        <p:cNvGrpSpPr/>
        <p:nvPr/>
      </p:nvGrpSpPr>
      <p:grpSpPr>
        <a:xfrm>
          <a:off x="0" y="0"/>
          <a:ext cx="0" cy="0"/>
          <a:chOff x="0" y="0"/>
          <a:chExt cx="0" cy="0"/>
        </a:xfrm>
      </p:grpSpPr>
      <p:pic>
        <p:nvPicPr>
          <p:cNvPr id="1400" name="Google Shape;1400;p150"/>
          <p:cNvPicPr preferRelativeResize="0"/>
          <p:nvPr/>
        </p:nvPicPr>
        <p:blipFill rotWithShape="1">
          <a:blip r:embed="rId2">
            <a:alphaModFix/>
          </a:blip>
          <a:srcRect/>
          <a:stretch/>
        </p:blipFill>
        <p:spPr>
          <a:xfrm>
            <a:off x="696767" y="426067"/>
            <a:ext cx="1562767" cy="319200"/>
          </a:xfrm>
          <a:prstGeom prst="rect">
            <a:avLst/>
          </a:prstGeom>
          <a:noFill/>
          <a:ln>
            <a:noFill/>
          </a:ln>
        </p:spPr>
      </p:pic>
    </p:spTree>
    <p:extLst>
      <p:ext uri="{BB962C8B-B14F-4D97-AF65-F5344CB8AC3E}">
        <p14:creationId xmlns:p14="http://schemas.microsoft.com/office/powerpoint/2010/main" val="147833181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Google Marketing Platform Cover Slide" preserve="1">
  <p:cSld name="Google Marketing Platform Cover Slide">
    <p:bg>
      <p:bgPr>
        <a:solidFill>
          <a:srgbClr val="FFFFFF"/>
        </a:solidFill>
        <a:effectLst/>
      </p:bgPr>
    </p:bg>
    <p:spTree>
      <p:nvGrpSpPr>
        <p:cNvPr id="1" name="Shape 1401"/>
        <p:cNvGrpSpPr/>
        <p:nvPr/>
      </p:nvGrpSpPr>
      <p:grpSpPr>
        <a:xfrm>
          <a:off x="0" y="0"/>
          <a:ext cx="0" cy="0"/>
          <a:chOff x="0" y="0"/>
          <a:chExt cx="0" cy="0"/>
        </a:xfrm>
      </p:grpSpPr>
      <p:pic>
        <p:nvPicPr>
          <p:cNvPr id="1402" name="Google Shape;1402;p151"/>
          <p:cNvPicPr preferRelativeResize="0"/>
          <p:nvPr/>
        </p:nvPicPr>
        <p:blipFill rotWithShape="1">
          <a:blip r:embed="rId2">
            <a:alphaModFix/>
          </a:blip>
          <a:srcRect/>
          <a:stretch/>
        </p:blipFill>
        <p:spPr>
          <a:xfrm>
            <a:off x="696768" y="426067"/>
            <a:ext cx="3542233" cy="319200"/>
          </a:xfrm>
          <a:prstGeom prst="rect">
            <a:avLst/>
          </a:prstGeom>
          <a:noFill/>
          <a:ln>
            <a:noFill/>
          </a:ln>
        </p:spPr>
      </p:pic>
    </p:spTree>
    <p:extLst>
      <p:ext uri="{BB962C8B-B14F-4D97-AF65-F5344CB8AC3E}">
        <p14:creationId xmlns:p14="http://schemas.microsoft.com/office/powerpoint/2010/main" val="713532303"/>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Google Ad Manager Cover Slide" preserve="1">
  <p:cSld name="Google Ad Manager Cover Slide">
    <p:bg>
      <p:bgPr>
        <a:solidFill>
          <a:srgbClr val="FFFFFF"/>
        </a:solidFill>
        <a:effectLst/>
      </p:bgPr>
    </p:bg>
    <p:spTree>
      <p:nvGrpSpPr>
        <p:cNvPr id="1" name="Shape 1403"/>
        <p:cNvGrpSpPr/>
        <p:nvPr/>
      </p:nvGrpSpPr>
      <p:grpSpPr>
        <a:xfrm>
          <a:off x="0" y="0"/>
          <a:ext cx="0" cy="0"/>
          <a:chOff x="0" y="0"/>
          <a:chExt cx="0" cy="0"/>
        </a:xfrm>
      </p:grpSpPr>
      <p:pic>
        <p:nvPicPr>
          <p:cNvPr id="1404" name="Google Shape;1404;p152"/>
          <p:cNvPicPr preferRelativeResize="0"/>
          <p:nvPr/>
        </p:nvPicPr>
        <p:blipFill>
          <a:blip r:embed="rId2">
            <a:alphaModFix/>
          </a:blip>
          <a:stretch>
            <a:fillRect/>
          </a:stretch>
        </p:blipFill>
        <p:spPr>
          <a:xfrm>
            <a:off x="653816" y="327300"/>
            <a:ext cx="2721801" cy="454400"/>
          </a:xfrm>
          <a:prstGeom prst="rect">
            <a:avLst/>
          </a:prstGeom>
          <a:noFill/>
          <a:ln>
            <a:noFill/>
          </a:ln>
        </p:spPr>
      </p:pic>
    </p:spTree>
    <p:extLst>
      <p:ext uri="{BB962C8B-B14F-4D97-AF65-F5344CB8AC3E}">
        <p14:creationId xmlns:p14="http://schemas.microsoft.com/office/powerpoint/2010/main" val="3595609384"/>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Title slide 2 2 1" preserve="1">
  <p:cSld name="Title slide 2 2 1">
    <p:bg>
      <p:bgPr>
        <a:solidFill>
          <a:srgbClr val="E1E8D7"/>
        </a:solidFill>
        <a:effectLst/>
      </p:bgPr>
    </p:bg>
    <p:spTree>
      <p:nvGrpSpPr>
        <p:cNvPr id="1" name="Shape 1405"/>
        <p:cNvGrpSpPr/>
        <p:nvPr/>
      </p:nvGrpSpPr>
      <p:grpSpPr>
        <a:xfrm>
          <a:off x="0" y="0"/>
          <a:ext cx="0" cy="0"/>
          <a:chOff x="0" y="0"/>
          <a:chExt cx="0" cy="0"/>
        </a:xfrm>
      </p:grpSpPr>
      <p:sp>
        <p:nvSpPr>
          <p:cNvPr id="1406" name="Google Shape;1406;p153"/>
          <p:cNvSpPr txBox="1">
            <a:spLocks noGrp="1"/>
          </p:cNvSpPr>
          <p:nvPr>
            <p:ph type="ctrTitle"/>
          </p:nvPr>
        </p:nvSpPr>
        <p:spPr>
          <a:xfrm>
            <a:off x="391211" y="1658112"/>
            <a:ext cx="11314000" cy="2727600"/>
          </a:xfrm>
          <a:prstGeom prst="rect">
            <a:avLst/>
          </a:prstGeom>
        </p:spPr>
        <p:txBody>
          <a:bodyPr spcFirstLastPara="1" wrap="square" lIns="91425" tIns="91425" rIns="91425" bIns="91425" anchor="ctr" anchorCtr="0">
            <a:noAutofit/>
          </a:bodyPr>
          <a:lstStyle>
            <a:lvl1pPr lvl="0" rtl="0">
              <a:lnSpc>
                <a:spcPct val="88000"/>
              </a:lnSpc>
              <a:spcBef>
                <a:spcPts val="0"/>
              </a:spcBef>
              <a:spcAft>
                <a:spcPts val="0"/>
              </a:spcAft>
              <a:buSzPts val="9600"/>
              <a:buFont typeface="Google Sans Medium"/>
              <a:buNone/>
              <a:defRPr sz="12800">
                <a:latin typeface="Google Sans Medium"/>
                <a:ea typeface="Google Sans Medium"/>
                <a:cs typeface="Google Sans Medium"/>
                <a:sym typeface="Google Sans Medium"/>
              </a:defRPr>
            </a:lvl1pPr>
            <a:lvl2pPr lvl="1" algn="ctr" rtl="0">
              <a:spcBef>
                <a:spcPts val="0"/>
              </a:spcBef>
              <a:spcAft>
                <a:spcPts val="0"/>
              </a:spcAft>
              <a:buSzPts val="10000"/>
              <a:buNone/>
              <a:defRPr sz="13333"/>
            </a:lvl2pPr>
            <a:lvl3pPr lvl="2" algn="ctr" rtl="0">
              <a:spcBef>
                <a:spcPts val="0"/>
              </a:spcBef>
              <a:spcAft>
                <a:spcPts val="0"/>
              </a:spcAft>
              <a:buSzPts val="10000"/>
              <a:buNone/>
              <a:defRPr sz="13333"/>
            </a:lvl3pPr>
            <a:lvl4pPr lvl="3" algn="ctr" rtl="0">
              <a:spcBef>
                <a:spcPts val="0"/>
              </a:spcBef>
              <a:spcAft>
                <a:spcPts val="0"/>
              </a:spcAft>
              <a:buSzPts val="10000"/>
              <a:buNone/>
              <a:defRPr sz="13333"/>
            </a:lvl4pPr>
            <a:lvl5pPr lvl="4" algn="ctr" rtl="0">
              <a:spcBef>
                <a:spcPts val="0"/>
              </a:spcBef>
              <a:spcAft>
                <a:spcPts val="0"/>
              </a:spcAft>
              <a:buSzPts val="10000"/>
              <a:buNone/>
              <a:defRPr sz="13333"/>
            </a:lvl5pPr>
            <a:lvl6pPr lvl="5" algn="ctr" rtl="0">
              <a:spcBef>
                <a:spcPts val="0"/>
              </a:spcBef>
              <a:spcAft>
                <a:spcPts val="0"/>
              </a:spcAft>
              <a:buSzPts val="10000"/>
              <a:buNone/>
              <a:defRPr sz="13333"/>
            </a:lvl6pPr>
            <a:lvl7pPr lvl="6" algn="ctr" rtl="0">
              <a:spcBef>
                <a:spcPts val="0"/>
              </a:spcBef>
              <a:spcAft>
                <a:spcPts val="0"/>
              </a:spcAft>
              <a:buSzPts val="10000"/>
              <a:buNone/>
              <a:defRPr sz="13333"/>
            </a:lvl7pPr>
            <a:lvl8pPr lvl="7" algn="ctr" rtl="0">
              <a:spcBef>
                <a:spcPts val="0"/>
              </a:spcBef>
              <a:spcAft>
                <a:spcPts val="0"/>
              </a:spcAft>
              <a:buSzPts val="10000"/>
              <a:buNone/>
              <a:defRPr sz="13333"/>
            </a:lvl8pPr>
            <a:lvl9pPr lvl="8" algn="ctr" rtl="0">
              <a:spcBef>
                <a:spcPts val="0"/>
              </a:spcBef>
              <a:spcAft>
                <a:spcPts val="0"/>
              </a:spcAft>
              <a:buSzPts val="10000"/>
              <a:buNone/>
              <a:defRPr sz="13333"/>
            </a:lvl9pPr>
          </a:lstStyle>
          <a:p>
            <a:endParaRPr/>
          </a:p>
        </p:txBody>
      </p:sp>
      <p:sp>
        <p:nvSpPr>
          <p:cNvPr id="1407" name="Google Shape;1407;p153"/>
          <p:cNvSpPr txBox="1">
            <a:spLocks noGrp="1"/>
          </p:cNvSpPr>
          <p:nvPr>
            <p:ph type="subTitle" idx="1"/>
          </p:nvPr>
        </p:nvSpPr>
        <p:spPr>
          <a:xfrm>
            <a:off x="391211" y="4693920"/>
            <a:ext cx="11360800" cy="1056800"/>
          </a:xfrm>
          <a:prstGeom prst="rect">
            <a:avLst/>
          </a:prstGeom>
        </p:spPr>
        <p:txBody>
          <a:bodyPr spcFirstLastPara="1" wrap="square" lIns="91425" tIns="91425" rIns="91425" bIns="91425" anchor="t" anchorCtr="0">
            <a:noAutofit/>
          </a:bodyPr>
          <a:lstStyle>
            <a:lvl1pPr lvl="0" rtl="0">
              <a:lnSpc>
                <a:spcPct val="100000"/>
              </a:lnSpc>
              <a:spcBef>
                <a:spcPts val="2933"/>
              </a:spcBef>
              <a:spcAft>
                <a:spcPts val="0"/>
              </a:spcAft>
              <a:buClr>
                <a:srgbClr val="55624C"/>
              </a:buClr>
              <a:buSzPts val="3400"/>
              <a:buFont typeface="Google Sans"/>
              <a:buNone/>
              <a:defRPr sz="4533">
                <a:solidFill>
                  <a:srgbClr val="55624C"/>
                </a:solidFill>
                <a:latin typeface="Google Sans"/>
                <a:ea typeface="Google Sans"/>
                <a:cs typeface="Google Sans"/>
                <a:sym typeface="Google Sans"/>
              </a:defRPr>
            </a:lvl1pPr>
            <a:lvl2pPr lvl="1" rtl="0">
              <a:lnSpc>
                <a:spcPct val="100000"/>
              </a:lnSpc>
              <a:spcBef>
                <a:spcPts val="2933"/>
              </a:spcBef>
              <a:spcAft>
                <a:spcPts val="0"/>
              </a:spcAft>
              <a:buSzPts val="2400"/>
              <a:buNone/>
              <a:defRPr sz="3200"/>
            </a:lvl2pPr>
            <a:lvl3pPr lvl="2" rtl="0">
              <a:lnSpc>
                <a:spcPct val="100000"/>
              </a:lnSpc>
              <a:spcBef>
                <a:spcPts val="2933"/>
              </a:spcBef>
              <a:spcAft>
                <a:spcPts val="0"/>
              </a:spcAft>
              <a:buSzPts val="2400"/>
              <a:buNone/>
              <a:defRPr sz="3200"/>
            </a:lvl3pPr>
            <a:lvl4pPr lvl="3" rtl="0">
              <a:lnSpc>
                <a:spcPct val="100000"/>
              </a:lnSpc>
              <a:spcBef>
                <a:spcPts val="2933"/>
              </a:spcBef>
              <a:spcAft>
                <a:spcPts val="0"/>
              </a:spcAft>
              <a:buSzPts val="2400"/>
              <a:buNone/>
              <a:defRPr sz="3200"/>
            </a:lvl4pPr>
            <a:lvl5pPr lvl="4" rtl="0">
              <a:lnSpc>
                <a:spcPct val="100000"/>
              </a:lnSpc>
              <a:spcBef>
                <a:spcPts val="2933"/>
              </a:spcBef>
              <a:spcAft>
                <a:spcPts val="0"/>
              </a:spcAft>
              <a:buSzPts val="2400"/>
              <a:buNone/>
              <a:defRPr sz="3200"/>
            </a:lvl5pPr>
            <a:lvl6pPr lvl="5" rtl="0">
              <a:lnSpc>
                <a:spcPct val="100000"/>
              </a:lnSpc>
              <a:spcBef>
                <a:spcPts val="2933"/>
              </a:spcBef>
              <a:spcAft>
                <a:spcPts val="0"/>
              </a:spcAft>
              <a:buSzPts val="2400"/>
              <a:buNone/>
              <a:defRPr sz="3200"/>
            </a:lvl6pPr>
            <a:lvl7pPr lvl="6" rtl="0">
              <a:lnSpc>
                <a:spcPct val="100000"/>
              </a:lnSpc>
              <a:spcBef>
                <a:spcPts val="2933"/>
              </a:spcBef>
              <a:spcAft>
                <a:spcPts val="0"/>
              </a:spcAft>
              <a:buSzPts val="2400"/>
              <a:buNone/>
              <a:defRPr sz="3200"/>
            </a:lvl7pPr>
            <a:lvl8pPr lvl="7" rtl="0">
              <a:lnSpc>
                <a:spcPct val="100000"/>
              </a:lnSpc>
              <a:spcBef>
                <a:spcPts val="2933"/>
              </a:spcBef>
              <a:spcAft>
                <a:spcPts val="0"/>
              </a:spcAft>
              <a:buSzPts val="2400"/>
              <a:buNone/>
              <a:defRPr sz="3200"/>
            </a:lvl8pPr>
            <a:lvl9pPr lvl="8" rtl="0">
              <a:lnSpc>
                <a:spcPct val="100000"/>
              </a:lnSpc>
              <a:spcBef>
                <a:spcPts val="2933"/>
              </a:spcBef>
              <a:spcAft>
                <a:spcPts val="0"/>
              </a:spcAft>
              <a:buSzPts val="2400"/>
              <a:buNone/>
              <a:defRPr sz="3200"/>
            </a:lvl9pPr>
          </a:lstStyle>
          <a:p>
            <a:endParaRPr/>
          </a:p>
        </p:txBody>
      </p:sp>
      <p:sp>
        <p:nvSpPr>
          <p:cNvPr id="1408" name="Google Shape;1408;p153"/>
          <p:cNvSpPr txBox="1">
            <a:spLocks noGrp="1"/>
          </p:cNvSpPr>
          <p:nvPr>
            <p:ph type="subTitle" idx="2"/>
          </p:nvPr>
        </p:nvSpPr>
        <p:spPr>
          <a:xfrm>
            <a:off x="390136" y="6108033"/>
            <a:ext cx="2185200" cy="479200"/>
          </a:xfrm>
          <a:prstGeom prst="rect">
            <a:avLst/>
          </a:prstGeom>
        </p:spPr>
        <p:txBody>
          <a:bodyPr spcFirstLastPara="1" wrap="square" lIns="91425" tIns="91425" rIns="91425" bIns="91425" anchor="t" anchorCtr="0">
            <a:noAutofit/>
          </a:bodyPr>
          <a:lstStyle>
            <a:lvl1pPr lvl="0" rtl="0">
              <a:lnSpc>
                <a:spcPct val="100000"/>
              </a:lnSpc>
              <a:spcBef>
                <a:spcPts val="2933"/>
              </a:spcBef>
              <a:spcAft>
                <a:spcPts val="0"/>
              </a:spcAft>
              <a:buClr>
                <a:srgbClr val="434343"/>
              </a:buClr>
              <a:buSzPts val="800"/>
              <a:buNone/>
              <a:defRPr sz="1067">
                <a:solidFill>
                  <a:srgbClr val="434343"/>
                </a:solidFill>
              </a:defRPr>
            </a:lvl1pPr>
            <a:lvl2pPr lvl="1" rtl="0">
              <a:lnSpc>
                <a:spcPct val="100000"/>
              </a:lnSpc>
              <a:spcBef>
                <a:spcPts val="2933"/>
              </a:spcBef>
              <a:spcAft>
                <a:spcPts val="0"/>
              </a:spcAft>
              <a:buClr>
                <a:srgbClr val="434343"/>
              </a:buClr>
              <a:buSzPts val="800"/>
              <a:buNone/>
              <a:defRPr sz="1067">
                <a:solidFill>
                  <a:srgbClr val="434343"/>
                </a:solidFill>
              </a:defRPr>
            </a:lvl2pPr>
            <a:lvl3pPr lvl="2" rtl="0">
              <a:lnSpc>
                <a:spcPct val="100000"/>
              </a:lnSpc>
              <a:spcBef>
                <a:spcPts val="2933"/>
              </a:spcBef>
              <a:spcAft>
                <a:spcPts val="0"/>
              </a:spcAft>
              <a:buClr>
                <a:srgbClr val="434343"/>
              </a:buClr>
              <a:buSzPts val="800"/>
              <a:buNone/>
              <a:defRPr sz="1067">
                <a:solidFill>
                  <a:srgbClr val="434343"/>
                </a:solidFill>
              </a:defRPr>
            </a:lvl3pPr>
            <a:lvl4pPr lvl="3" rtl="0">
              <a:lnSpc>
                <a:spcPct val="100000"/>
              </a:lnSpc>
              <a:spcBef>
                <a:spcPts val="2933"/>
              </a:spcBef>
              <a:spcAft>
                <a:spcPts val="0"/>
              </a:spcAft>
              <a:buClr>
                <a:srgbClr val="434343"/>
              </a:buClr>
              <a:buSzPts val="800"/>
              <a:buNone/>
              <a:defRPr sz="1067">
                <a:solidFill>
                  <a:srgbClr val="434343"/>
                </a:solidFill>
              </a:defRPr>
            </a:lvl4pPr>
            <a:lvl5pPr lvl="4" rtl="0">
              <a:lnSpc>
                <a:spcPct val="100000"/>
              </a:lnSpc>
              <a:spcBef>
                <a:spcPts val="2933"/>
              </a:spcBef>
              <a:spcAft>
                <a:spcPts val="0"/>
              </a:spcAft>
              <a:buClr>
                <a:srgbClr val="434343"/>
              </a:buClr>
              <a:buSzPts val="800"/>
              <a:buNone/>
              <a:defRPr sz="1067">
                <a:solidFill>
                  <a:srgbClr val="434343"/>
                </a:solidFill>
              </a:defRPr>
            </a:lvl5pPr>
            <a:lvl6pPr lvl="5" rtl="0">
              <a:lnSpc>
                <a:spcPct val="100000"/>
              </a:lnSpc>
              <a:spcBef>
                <a:spcPts val="2933"/>
              </a:spcBef>
              <a:spcAft>
                <a:spcPts val="0"/>
              </a:spcAft>
              <a:buClr>
                <a:srgbClr val="434343"/>
              </a:buClr>
              <a:buSzPts val="800"/>
              <a:buNone/>
              <a:defRPr sz="1067">
                <a:solidFill>
                  <a:srgbClr val="434343"/>
                </a:solidFill>
              </a:defRPr>
            </a:lvl6pPr>
            <a:lvl7pPr lvl="6" rtl="0">
              <a:lnSpc>
                <a:spcPct val="100000"/>
              </a:lnSpc>
              <a:spcBef>
                <a:spcPts val="2933"/>
              </a:spcBef>
              <a:spcAft>
                <a:spcPts val="0"/>
              </a:spcAft>
              <a:buClr>
                <a:srgbClr val="434343"/>
              </a:buClr>
              <a:buSzPts val="800"/>
              <a:buNone/>
              <a:defRPr sz="1067">
                <a:solidFill>
                  <a:srgbClr val="434343"/>
                </a:solidFill>
              </a:defRPr>
            </a:lvl7pPr>
            <a:lvl8pPr lvl="7" rtl="0">
              <a:lnSpc>
                <a:spcPct val="100000"/>
              </a:lnSpc>
              <a:spcBef>
                <a:spcPts val="2933"/>
              </a:spcBef>
              <a:spcAft>
                <a:spcPts val="0"/>
              </a:spcAft>
              <a:buClr>
                <a:srgbClr val="434343"/>
              </a:buClr>
              <a:buSzPts val="800"/>
              <a:buNone/>
              <a:defRPr sz="1067">
                <a:solidFill>
                  <a:srgbClr val="434343"/>
                </a:solidFill>
              </a:defRPr>
            </a:lvl8pPr>
            <a:lvl9pPr lvl="8" rtl="0">
              <a:lnSpc>
                <a:spcPct val="100000"/>
              </a:lnSpc>
              <a:spcBef>
                <a:spcPts val="2933"/>
              </a:spcBef>
              <a:spcAft>
                <a:spcPts val="0"/>
              </a:spcAft>
              <a:buClr>
                <a:srgbClr val="434343"/>
              </a:buClr>
              <a:buSzPts val="800"/>
              <a:buNone/>
              <a:defRPr sz="1067">
                <a:solidFill>
                  <a:srgbClr val="434343"/>
                </a:solidFill>
              </a:defRPr>
            </a:lvl9pPr>
          </a:lstStyle>
          <a:p>
            <a:endParaRPr/>
          </a:p>
        </p:txBody>
      </p:sp>
      <p:sp>
        <p:nvSpPr>
          <p:cNvPr id="1409" name="Google Shape;1409;p153"/>
          <p:cNvSpPr txBox="1">
            <a:spLocks noGrp="1"/>
          </p:cNvSpPr>
          <p:nvPr>
            <p:ph type="subTitle" idx="3"/>
          </p:nvPr>
        </p:nvSpPr>
        <p:spPr>
          <a:xfrm>
            <a:off x="2981336" y="6108033"/>
            <a:ext cx="2185200" cy="479200"/>
          </a:xfrm>
          <a:prstGeom prst="rect">
            <a:avLst/>
          </a:prstGeom>
        </p:spPr>
        <p:txBody>
          <a:bodyPr spcFirstLastPara="1" wrap="square" lIns="91425" tIns="91425" rIns="91425" bIns="91425" anchor="t" anchorCtr="0">
            <a:noAutofit/>
          </a:bodyPr>
          <a:lstStyle>
            <a:lvl1pPr lvl="0" rtl="0">
              <a:lnSpc>
                <a:spcPct val="100000"/>
              </a:lnSpc>
              <a:spcBef>
                <a:spcPts val="2933"/>
              </a:spcBef>
              <a:spcAft>
                <a:spcPts val="0"/>
              </a:spcAft>
              <a:buClr>
                <a:srgbClr val="434343"/>
              </a:buClr>
              <a:buSzPts val="800"/>
              <a:buNone/>
              <a:defRPr sz="1067">
                <a:solidFill>
                  <a:srgbClr val="434343"/>
                </a:solidFill>
              </a:defRPr>
            </a:lvl1pPr>
            <a:lvl2pPr lvl="1" rtl="0">
              <a:lnSpc>
                <a:spcPct val="100000"/>
              </a:lnSpc>
              <a:spcBef>
                <a:spcPts val="2933"/>
              </a:spcBef>
              <a:spcAft>
                <a:spcPts val="0"/>
              </a:spcAft>
              <a:buClr>
                <a:srgbClr val="434343"/>
              </a:buClr>
              <a:buSzPts val="800"/>
              <a:buNone/>
              <a:defRPr sz="1067">
                <a:solidFill>
                  <a:srgbClr val="434343"/>
                </a:solidFill>
              </a:defRPr>
            </a:lvl2pPr>
            <a:lvl3pPr lvl="2" rtl="0">
              <a:lnSpc>
                <a:spcPct val="100000"/>
              </a:lnSpc>
              <a:spcBef>
                <a:spcPts val="2933"/>
              </a:spcBef>
              <a:spcAft>
                <a:spcPts val="0"/>
              </a:spcAft>
              <a:buClr>
                <a:srgbClr val="434343"/>
              </a:buClr>
              <a:buSzPts val="800"/>
              <a:buNone/>
              <a:defRPr sz="1067">
                <a:solidFill>
                  <a:srgbClr val="434343"/>
                </a:solidFill>
              </a:defRPr>
            </a:lvl3pPr>
            <a:lvl4pPr lvl="3" rtl="0">
              <a:lnSpc>
                <a:spcPct val="100000"/>
              </a:lnSpc>
              <a:spcBef>
                <a:spcPts val="2933"/>
              </a:spcBef>
              <a:spcAft>
                <a:spcPts val="0"/>
              </a:spcAft>
              <a:buClr>
                <a:srgbClr val="434343"/>
              </a:buClr>
              <a:buSzPts val="800"/>
              <a:buNone/>
              <a:defRPr sz="1067">
                <a:solidFill>
                  <a:srgbClr val="434343"/>
                </a:solidFill>
              </a:defRPr>
            </a:lvl4pPr>
            <a:lvl5pPr lvl="4" rtl="0">
              <a:lnSpc>
                <a:spcPct val="100000"/>
              </a:lnSpc>
              <a:spcBef>
                <a:spcPts val="2933"/>
              </a:spcBef>
              <a:spcAft>
                <a:spcPts val="0"/>
              </a:spcAft>
              <a:buClr>
                <a:srgbClr val="434343"/>
              </a:buClr>
              <a:buSzPts val="800"/>
              <a:buNone/>
              <a:defRPr sz="1067">
                <a:solidFill>
                  <a:srgbClr val="434343"/>
                </a:solidFill>
              </a:defRPr>
            </a:lvl5pPr>
            <a:lvl6pPr lvl="5" rtl="0">
              <a:lnSpc>
                <a:spcPct val="100000"/>
              </a:lnSpc>
              <a:spcBef>
                <a:spcPts val="2933"/>
              </a:spcBef>
              <a:spcAft>
                <a:spcPts val="0"/>
              </a:spcAft>
              <a:buClr>
                <a:srgbClr val="434343"/>
              </a:buClr>
              <a:buSzPts val="800"/>
              <a:buNone/>
              <a:defRPr sz="1067">
                <a:solidFill>
                  <a:srgbClr val="434343"/>
                </a:solidFill>
              </a:defRPr>
            </a:lvl6pPr>
            <a:lvl7pPr lvl="6" rtl="0">
              <a:lnSpc>
                <a:spcPct val="100000"/>
              </a:lnSpc>
              <a:spcBef>
                <a:spcPts val="2933"/>
              </a:spcBef>
              <a:spcAft>
                <a:spcPts val="0"/>
              </a:spcAft>
              <a:buClr>
                <a:srgbClr val="434343"/>
              </a:buClr>
              <a:buSzPts val="800"/>
              <a:buNone/>
              <a:defRPr sz="1067">
                <a:solidFill>
                  <a:srgbClr val="434343"/>
                </a:solidFill>
              </a:defRPr>
            </a:lvl7pPr>
            <a:lvl8pPr lvl="7" rtl="0">
              <a:lnSpc>
                <a:spcPct val="100000"/>
              </a:lnSpc>
              <a:spcBef>
                <a:spcPts val="2933"/>
              </a:spcBef>
              <a:spcAft>
                <a:spcPts val="0"/>
              </a:spcAft>
              <a:buClr>
                <a:srgbClr val="434343"/>
              </a:buClr>
              <a:buSzPts val="800"/>
              <a:buNone/>
              <a:defRPr sz="1067">
                <a:solidFill>
                  <a:srgbClr val="434343"/>
                </a:solidFill>
              </a:defRPr>
            </a:lvl8pPr>
            <a:lvl9pPr lvl="8" rtl="0">
              <a:lnSpc>
                <a:spcPct val="100000"/>
              </a:lnSpc>
              <a:spcBef>
                <a:spcPts val="2933"/>
              </a:spcBef>
              <a:spcAft>
                <a:spcPts val="0"/>
              </a:spcAft>
              <a:buClr>
                <a:srgbClr val="434343"/>
              </a:buClr>
              <a:buSzPts val="800"/>
              <a:buNone/>
              <a:defRPr sz="1067">
                <a:solidFill>
                  <a:srgbClr val="434343"/>
                </a:solidFill>
              </a:defRPr>
            </a:lvl9pPr>
          </a:lstStyle>
          <a:p>
            <a:endParaRPr/>
          </a:p>
        </p:txBody>
      </p:sp>
      <p:sp>
        <p:nvSpPr>
          <p:cNvPr id="1410" name="Google Shape;1410;p153"/>
          <p:cNvSpPr txBox="1">
            <a:spLocks noGrp="1"/>
          </p:cNvSpPr>
          <p:nvPr>
            <p:ph type="subTitle" idx="4"/>
          </p:nvPr>
        </p:nvSpPr>
        <p:spPr>
          <a:xfrm>
            <a:off x="5572536" y="6108033"/>
            <a:ext cx="2185200" cy="479200"/>
          </a:xfrm>
          <a:prstGeom prst="rect">
            <a:avLst/>
          </a:prstGeom>
        </p:spPr>
        <p:txBody>
          <a:bodyPr spcFirstLastPara="1" wrap="square" lIns="91425" tIns="91425" rIns="91425" bIns="91425" anchor="t" anchorCtr="0">
            <a:noAutofit/>
          </a:bodyPr>
          <a:lstStyle>
            <a:lvl1pPr lvl="0" rtl="0">
              <a:lnSpc>
                <a:spcPct val="100000"/>
              </a:lnSpc>
              <a:spcBef>
                <a:spcPts val="2933"/>
              </a:spcBef>
              <a:spcAft>
                <a:spcPts val="0"/>
              </a:spcAft>
              <a:buClr>
                <a:srgbClr val="434343"/>
              </a:buClr>
              <a:buSzPts val="800"/>
              <a:buNone/>
              <a:defRPr sz="1067">
                <a:solidFill>
                  <a:srgbClr val="434343"/>
                </a:solidFill>
              </a:defRPr>
            </a:lvl1pPr>
            <a:lvl2pPr lvl="1" rtl="0">
              <a:lnSpc>
                <a:spcPct val="100000"/>
              </a:lnSpc>
              <a:spcBef>
                <a:spcPts val="2933"/>
              </a:spcBef>
              <a:spcAft>
                <a:spcPts val="0"/>
              </a:spcAft>
              <a:buClr>
                <a:srgbClr val="434343"/>
              </a:buClr>
              <a:buSzPts val="800"/>
              <a:buNone/>
              <a:defRPr sz="1067">
                <a:solidFill>
                  <a:srgbClr val="434343"/>
                </a:solidFill>
              </a:defRPr>
            </a:lvl2pPr>
            <a:lvl3pPr lvl="2" rtl="0">
              <a:lnSpc>
                <a:spcPct val="100000"/>
              </a:lnSpc>
              <a:spcBef>
                <a:spcPts val="2933"/>
              </a:spcBef>
              <a:spcAft>
                <a:spcPts val="0"/>
              </a:spcAft>
              <a:buClr>
                <a:srgbClr val="434343"/>
              </a:buClr>
              <a:buSzPts val="800"/>
              <a:buNone/>
              <a:defRPr sz="1067">
                <a:solidFill>
                  <a:srgbClr val="434343"/>
                </a:solidFill>
              </a:defRPr>
            </a:lvl3pPr>
            <a:lvl4pPr lvl="3" rtl="0">
              <a:lnSpc>
                <a:spcPct val="100000"/>
              </a:lnSpc>
              <a:spcBef>
                <a:spcPts val="2933"/>
              </a:spcBef>
              <a:spcAft>
                <a:spcPts val="0"/>
              </a:spcAft>
              <a:buClr>
                <a:srgbClr val="434343"/>
              </a:buClr>
              <a:buSzPts val="800"/>
              <a:buNone/>
              <a:defRPr sz="1067">
                <a:solidFill>
                  <a:srgbClr val="434343"/>
                </a:solidFill>
              </a:defRPr>
            </a:lvl4pPr>
            <a:lvl5pPr lvl="4" rtl="0">
              <a:lnSpc>
                <a:spcPct val="100000"/>
              </a:lnSpc>
              <a:spcBef>
                <a:spcPts val="2933"/>
              </a:spcBef>
              <a:spcAft>
                <a:spcPts val="0"/>
              </a:spcAft>
              <a:buClr>
                <a:srgbClr val="434343"/>
              </a:buClr>
              <a:buSzPts val="800"/>
              <a:buNone/>
              <a:defRPr sz="1067">
                <a:solidFill>
                  <a:srgbClr val="434343"/>
                </a:solidFill>
              </a:defRPr>
            </a:lvl5pPr>
            <a:lvl6pPr lvl="5" rtl="0">
              <a:lnSpc>
                <a:spcPct val="100000"/>
              </a:lnSpc>
              <a:spcBef>
                <a:spcPts val="2933"/>
              </a:spcBef>
              <a:spcAft>
                <a:spcPts val="0"/>
              </a:spcAft>
              <a:buClr>
                <a:srgbClr val="434343"/>
              </a:buClr>
              <a:buSzPts val="800"/>
              <a:buNone/>
              <a:defRPr sz="1067">
                <a:solidFill>
                  <a:srgbClr val="434343"/>
                </a:solidFill>
              </a:defRPr>
            </a:lvl6pPr>
            <a:lvl7pPr lvl="6" rtl="0">
              <a:lnSpc>
                <a:spcPct val="100000"/>
              </a:lnSpc>
              <a:spcBef>
                <a:spcPts val="2933"/>
              </a:spcBef>
              <a:spcAft>
                <a:spcPts val="0"/>
              </a:spcAft>
              <a:buClr>
                <a:srgbClr val="434343"/>
              </a:buClr>
              <a:buSzPts val="800"/>
              <a:buNone/>
              <a:defRPr sz="1067">
                <a:solidFill>
                  <a:srgbClr val="434343"/>
                </a:solidFill>
              </a:defRPr>
            </a:lvl7pPr>
            <a:lvl8pPr lvl="7" rtl="0">
              <a:lnSpc>
                <a:spcPct val="100000"/>
              </a:lnSpc>
              <a:spcBef>
                <a:spcPts val="2933"/>
              </a:spcBef>
              <a:spcAft>
                <a:spcPts val="0"/>
              </a:spcAft>
              <a:buClr>
                <a:srgbClr val="434343"/>
              </a:buClr>
              <a:buSzPts val="800"/>
              <a:buNone/>
              <a:defRPr sz="1067">
                <a:solidFill>
                  <a:srgbClr val="434343"/>
                </a:solidFill>
              </a:defRPr>
            </a:lvl8pPr>
            <a:lvl9pPr lvl="8" rtl="0">
              <a:lnSpc>
                <a:spcPct val="100000"/>
              </a:lnSpc>
              <a:spcBef>
                <a:spcPts val="2933"/>
              </a:spcBef>
              <a:spcAft>
                <a:spcPts val="0"/>
              </a:spcAft>
              <a:buClr>
                <a:srgbClr val="434343"/>
              </a:buClr>
              <a:buSzPts val="800"/>
              <a:buNone/>
              <a:defRPr sz="1067">
                <a:solidFill>
                  <a:srgbClr val="434343"/>
                </a:solidFill>
              </a:defRPr>
            </a:lvl9pPr>
          </a:lstStyle>
          <a:p>
            <a:endParaRPr/>
          </a:p>
        </p:txBody>
      </p:sp>
      <p:sp>
        <p:nvSpPr>
          <p:cNvPr id="1411" name="Google Shape;1411;p153"/>
          <p:cNvSpPr txBox="1">
            <a:spLocks noGrp="1"/>
          </p:cNvSpPr>
          <p:nvPr>
            <p:ph type="subTitle" idx="5"/>
          </p:nvPr>
        </p:nvSpPr>
        <p:spPr>
          <a:xfrm>
            <a:off x="8163736" y="6108033"/>
            <a:ext cx="2185200" cy="479200"/>
          </a:xfrm>
          <a:prstGeom prst="rect">
            <a:avLst/>
          </a:prstGeom>
        </p:spPr>
        <p:txBody>
          <a:bodyPr spcFirstLastPara="1" wrap="square" lIns="91425" tIns="91425" rIns="91425" bIns="91425" anchor="t" anchorCtr="0">
            <a:noAutofit/>
          </a:bodyPr>
          <a:lstStyle>
            <a:lvl1pPr lvl="0" rtl="0">
              <a:lnSpc>
                <a:spcPct val="100000"/>
              </a:lnSpc>
              <a:spcBef>
                <a:spcPts val="2933"/>
              </a:spcBef>
              <a:spcAft>
                <a:spcPts val="0"/>
              </a:spcAft>
              <a:buClr>
                <a:srgbClr val="434343"/>
              </a:buClr>
              <a:buSzPts val="800"/>
              <a:buNone/>
              <a:defRPr sz="1067">
                <a:solidFill>
                  <a:srgbClr val="434343"/>
                </a:solidFill>
              </a:defRPr>
            </a:lvl1pPr>
            <a:lvl2pPr lvl="1" rtl="0">
              <a:lnSpc>
                <a:spcPct val="100000"/>
              </a:lnSpc>
              <a:spcBef>
                <a:spcPts val="2933"/>
              </a:spcBef>
              <a:spcAft>
                <a:spcPts val="0"/>
              </a:spcAft>
              <a:buClr>
                <a:srgbClr val="434343"/>
              </a:buClr>
              <a:buSzPts val="800"/>
              <a:buNone/>
              <a:defRPr sz="1067">
                <a:solidFill>
                  <a:srgbClr val="434343"/>
                </a:solidFill>
              </a:defRPr>
            </a:lvl2pPr>
            <a:lvl3pPr lvl="2" rtl="0">
              <a:lnSpc>
                <a:spcPct val="100000"/>
              </a:lnSpc>
              <a:spcBef>
                <a:spcPts val="2933"/>
              </a:spcBef>
              <a:spcAft>
                <a:spcPts val="0"/>
              </a:spcAft>
              <a:buClr>
                <a:srgbClr val="434343"/>
              </a:buClr>
              <a:buSzPts val="800"/>
              <a:buNone/>
              <a:defRPr sz="1067">
                <a:solidFill>
                  <a:srgbClr val="434343"/>
                </a:solidFill>
              </a:defRPr>
            </a:lvl3pPr>
            <a:lvl4pPr lvl="3" rtl="0">
              <a:lnSpc>
                <a:spcPct val="100000"/>
              </a:lnSpc>
              <a:spcBef>
                <a:spcPts val="2933"/>
              </a:spcBef>
              <a:spcAft>
                <a:spcPts val="0"/>
              </a:spcAft>
              <a:buClr>
                <a:srgbClr val="434343"/>
              </a:buClr>
              <a:buSzPts val="800"/>
              <a:buNone/>
              <a:defRPr sz="1067">
                <a:solidFill>
                  <a:srgbClr val="434343"/>
                </a:solidFill>
              </a:defRPr>
            </a:lvl4pPr>
            <a:lvl5pPr lvl="4" rtl="0">
              <a:lnSpc>
                <a:spcPct val="100000"/>
              </a:lnSpc>
              <a:spcBef>
                <a:spcPts val="2933"/>
              </a:spcBef>
              <a:spcAft>
                <a:spcPts val="0"/>
              </a:spcAft>
              <a:buClr>
                <a:srgbClr val="434343"/>
              </a:buClr>
              <a:buSzPts val="800"/>
              <a:buNone/>
              <a:defRPr sz="1067">
                <a:solidFill>
                  <a:srgbClr val="434343"/>
                </a:solidFill>
              </a:defRPr>
            </a:lvl5pPr>
            <a:lvl6pPr lvl="5" rtl="0">
              <a:lnSpc>
                <a:spcPct val="100000"/>
              </a:lnSpc>
              <a:spcBef>
                <a:spcPts val="2933"/>
              </a:spcBef>
              <a:spcAft>
                <a:spcPts val="0"/>
              </a:spcAft>
              <a:buClr>
                <a:srgbClr val="434343"/>
              </a:buClr>
              <a:buSzPts val="800"/>
              <a:buNone/>
              <a:defRPr sz="1067">
                <a:solidFill>
                  <a:srgbClr val="434343"/>
                </a:solidFill>
              </a:defRPr>
            </a:lvl6pPr>
            <a:lvl7pPr lvl="6" rtl="0">
              <a:lnSpc>
                <a:spcPct val="100000"/>
              </a:lnSpc>
              <a:spcBef>
                <a:spcPts val="2933"/>
              </a:spcBef>
              <a:spcAft>
                <a:spcPts val="0"/>
              </a:spcAft>
              <a:buClr>
                <a:srgbClr val="434343"/>
              </a:buClr>
              <a:buSzPts val="800"/>
              <a:buNone/>
              <a:defRPr sz="1067">
                <a:solidFill>
                  <a:srgbClr val="434343"/>
                </a:solidFill>
              </a:defRPr>
            </a:lvl7pPr>
            <a:lvl8pPr lvl="7" rtl="0">
              <a:lnSpc>
                <a:spcPct val="100000"/>
              </a:lnSpc>
              <a:spcBef>
                <a:spcPts val="2933"/>
              </a:spcBef>
              <a:spcAft>
                <a:spcPts val="0"/>
              </a:spcAft>
              <a:buClr>
                <a:srgbClr val="434343"/>
              </a:buClr>
              <a:buSzPts val="800"/>
              <a:buNone/>
              <a:defRPr sz="1067">
                <a:solidFill>
                  <a:srgbClr val="434343"/>
                </a:solidFill>
              </a:defRPr>
            </a:lvl8pPr>
            <a:lvl9pPr lvl="8" rtl="0">
              <a:lnSpc>
                <a:spcPct val="100000"/>
              </a:lnSpc>
              <a:spcBef>
                <a:spcPts val="2933"/>
              </a:spcBef>
              <a:spcAft>
                <a:spcPts val="0"/>
              </a:spcAft>
              <a:buClr>
                <a:srgbClr val="434343"/>
              </a:buClr>
              <a:buSzPts val="800"/>
              <a:buNone/>
              <a:defRPr sz="1067">
                <a:solidFill>
                  <a:srgbClr val="434343"/>
                </a:solidFill>
              </a:defRPr>
            </a:lvl9pPr>
          </a:lstStyle>
          <a:p>
            <a:endParaRPr/>
          </a:p>
        </p:txBody>
      </p:sp>
    </p:spTree>
    <p:extLst>
      <p:ext uri="{BB962C8B-B14F-4D97-AF65-F5344CB8AC3E}">
        <p14:creationId xmlns:p14="http://schemas.microsoft.com/office/powerpoint/2010/main" val="4249660648"/>
      </p:ext>
    </p:extLst>
  </p:cSld>
  <p:clrMapOvr>
    <a:masterClrMapping/>
  </p:clrMapOvr>
  <p:extLst>
    <p:ext uri="{DCECCB84-F9BA-43D5-87BE-67443E8EF086}">
      <p15:sldGuideLst xmlns:p15="http://schemas.microsoft.com/office/powerpoint/2012/main">
        <p15:guide id="1" orient="horz" pos="432">
          <p15:clr>
            <a:srgbClr val="FA7B17"/>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Title and two columns" type="twoColTx" preserve="1">
  <p:cSld name="Title and two columns">
    <p:spTree>
      <p:nvGrpSpPr>
        <p:cNvPr id="1" name="Shape 1412"/>
        <p:cNvGrpSpPr/>
        <p:nvPr/>
      </p:nvGrpSpPr>
      <p:grpSpPr>
        <a:xfrm>
          <a:off x="0" y="0"/>
          <a:ext cx="0" cy="0"/>
          <a:chOff x="0" y="0"/>
          <a:chExt cx="0" cy="0"/>
        </a:xfrm>
      </p:grpSpPr>
      <p:sp>
        <p:nvSpPr>
          <p:cNvPr id="1413" name="Google Shape;1413;p154"/>
          <p:cNvSpPr txBox="1">
            <a:spLocks noGrp="1"/>
          </p:cNvSpPr>
          <p:nvPr>
            <p:ph type="title"/>
          </p:nvPr>
        </p:nvSpPr>
        <p:spPr>
          <a:xfrm>
            <a:off x="415600" y="593367"/>
            <a:ext cx="11360800" cy="763600"/>
          </a:xfrm>
          <a:prstGeom prst="rect">
            <a:avLst/>
          </a:prstGeom>
        </p:spPr>
        <p:txBody>
          <a:bodyPr spcFirstLastPara="1" wrap="square" lIns="91425" tIns="91425" rIns="91425" bIns="91425" anchor="t" anchorCtr="0">
            <a:noAutofit/>
          </a:bodyPr>
          <a:lstStyle>
            <a:lvl1pPr lvl="0">
              <a:spcBef>
                <a:spcPts val="0"/>
              </a:spcBef>
              <a:spcAft>
                <a:spcPts val="0"/>
              </a:spcAft>
              <a:buSzPts val="2400"/>
              <a:buNone/>
              <a:defRPr>
                <a:solidFill>
                  <a:schemeClr val="tx1">
                    <a:lumMod val="50000"/>
                  </a:schemeClr>
                </a:solidFill>
                <a:latin typeface="Arial" panose="020B0604020202020204" pitchFamily="34" charset="0"/>
                <a:cs typeface="Arial" panose="020B0604020202020204" pitchFamily="34" charset="0"/>
              </a:defRPr>
            </a:lvl1pPr>
            <a:lvl2pPr lvl="1">
              <a:spcBef>
                <a:spcPts val="0"/>
              </a:spcBef>
              <a:spcAft>
                <a:spcPts val="0"/>
              </a:spcAft>
              <a:buSzPts val="4200"/>
              <a:buNone/>
              <a:defRPr/>
            </a:lvl2pPr>
            <a:lvl3pPr lvl="2">
              <a:spcBef>
                <a:spcPts val="0"/>
              </a:spcBef>
              <a:spcAft>
                <a:spcPts val="0"/>
              </a:spcAft>
              <a:buSzPts val="4200"/>
              <a:buNone/>
              <a:defRPr/>
            </a:lvl3pPr>
            <a:lvl4pPr lvl="3">
              <a:spcBef>
                <a:spcPts val="0"/>
              </a:spcBef>
              <a:spcAft>
                <a:spcPts val="0"/>
              </a:spcAft>
              <a:buSzPts val="4200"/>
              <a:buNone/>
              <a:defRPr/>
            </a:lvl4pPr>
            <a:lvl5pPr lvl="4">
              <a:spcBef>
                <a:spcPts val="0"/>
              </a:spcBef>
              <a:spcAft>
                <a:spcPts val="0"/>
              </a:spcAft>
              <a:buSzPts val="4200"/>
              <a:buNone/>
              <a:defRPr/>
            </a:lvl5pPr>
            <a:lvl6pPr lvl="5">
              <a:spcBef>
                <a:spcPts val="0"/>
              </a:spcBef>
              <a:spcAft>
                <a:spcPts val="0"/>
              </a:spcAft>
              <a:buSzPts val="4200"/>
              <a:buNone/>
              <a:defRPr/>
            </a:lvl6pPr>
            <a:lvl7pPr lvl="6">
              <a:spcBef>
                <a:spcPts val="0"/>
              </a:spcBef>
              <a:spcAft>
                <a:spcPts val="0"/>
              </a:spcAft>
              <a:buSzPts val="4200"/>
              <a:buNone/>
              <a:defRPr/>
            </a:lvl7pPr>
            <a:lvl8pPr lvl="7">
              <a:spcBef>
                <a:spcPts val="0"/>
              </a:spcBef>
              <a:spcAft>
                <a:spcPts val="0"/>
              </a:spcAft>
              <a:buSzPts val="4200"/>
              <a:buNone/>
              <a:defRPr/>
            </a:lvl8pPr>
            <a:lvl9pPr lvl="8">
              <a:spcBef>
                <a:spcPts val="0"/>
              </a:spcBef>
              <a:spcAft>
                <a:spcPts val="0"/>
              </a:spcAft>
              <a:buSzPts val="4200"/>
              <a:buNone/>
              <a:defRPr/>
            </a:lvl9pPr>
          </a:lstStyle>
          <a:p>
            <a:endParaRPr/>
          </a:p>
        </p:txBody>
      </p:sp>
      <p:sp>
        <p:nvSpPr>
          <p:cNvPr id="1414" name="Google Shape;1414;p154"/>
          <p:cNvSpPr txBox="1">
            <a:spLocks noGrp="1"/>
          </p:cNvSpPr>
          <p:nvPr>
            <p:ph type="body" idx="1"/>
          </p:nvPr>
        </p:nvSpPr>
        <p:spPr>
          <a:xfrm>
            <a:off x="415600" y="1536633"/>
            <a:ext cx="5333200" cy="4555200"/>
          </a:xfrm>
          <a:prstGeom prst="rect">
            <a:avLst/>
          </a:prstGeom>
        </p:spPr>
        <p:txBody>
          <a:bodyPr spcFirstLastPara="1" wrap="square" lIns="91425" tIns="91425" rIns="91425" bIns="91425" anchor="t" anchorCtr="0">
            <a:noAutofit/>
          </a:bodyPr>
          <a:lstStyle>
            <a:lvl1pPr marL="609585" lvl="0" indent="-423323">
              <a:spcBef>
                <a:spcPts val="2933"/>
              </a:spcBef>
              <a:spcAft>
                <a:spcPts val="0"/>
              </a:spcAft>
              <a:buSzPts val="1400"/>
              <a:buChar char="•"/>
              <a:defRPr sz="1867">
                <a:solidFill>
                  <a:schemeClr val="tx1">
                    <a:lumMod val="50000"/>
                  </a:schemeClr>
                </a:solidFill>
                <a:latin typeface="Arial" panose="020B0604020202020204" pitchFamily="34" charset="0"/>
                <a:cs typeface="Arial" panose="020B0604020202020204" pitchFamily="34" charset="0"/>
              </a:defRPr>
            </a:lvl1pPr>
            <a:lvl2pPr marL="1219170" lvl="1" indent="-406390">
              <a:spcBef>
                <a:spcPts val="2933"/>
              </a:spcBef>
              <a:spcAft>
                <a:spcPts val="0"/>
              </a:spcAft>
              <a:buSzPts val="1200"/>
              <a:buChar char="•"/>
              <a:defRPr sz="1600"/>
            </a:lvl2pPr>
            <a:lvl3pPr marL="1828754" lvl="2" indent="-406390">
              <a:spcBef>
                <a:spcPts val="2933"/>
              </a:spcBef>
              <a:spcAft>
                <a:spcPts val="0"/>
              </a:spcAft>
              <a:buSzPts val="1200"/>
              <a:buChar char="•"/>
              <a:defRPr sz="1600"/>
            </a:lvl3pPr>
            <a:lvl4pPr marL="2438339" lvl="3" indent="-406390">
              <a:spcBef>
                <a:spcPts val="2933"/>
              </a:spcBef>
              <a:spcAft>
                <a:spcPts val="0"/>
              </a:spcAft>
              <a:buSzPts val="1200"/>
              <a:buChar char="•"/>
              <a:defRPr sz="1600"/>
            </a:lvl4pPr>
            <a:lvl5pPr marL="3047924" lvl="4" indent="-406390">
              <a:spcBef>
                <a:spcPts val="2933"/>
              </a:spcBef>
              <a:spcAft>
                <a:spcPts val="0"/>
              </a:spcAft>
              <a:buSzPts val="1200"/>
              <a:buChar char="•"/>
              <a:defRPr sz="1600"/>
            </a:lvl5pPr>
            <a:lvl6pPr marL="3657509" lvl="5" indent="-406390">
              <a:spcBef>
                <a:spcPts val="2933"/>
              </a:spcBef>
              <a:spcAft>
                <a:spcPts val="0"/>
              </a:spcAft>
              <a:buSzPts val="1200"/>
              <a:buChar char="•"/>
              <a:defRPr sz="1600"/>
            </a:lvl6pPr>
            <a:lvl7pPr marL="4267093" lvl="6" indent="-406390">
              <a:spcBef>
                <a:spcPts val="2933"/>
              </a:spcBef>
              <a:spcAft>
                <a:spcPts val="0"/>
              </a:spcAft>
              <a:buSzPts val="1200"/>
              <a:buChar char="•"/>
              <a:defRPr sz="1600"/>
            </a:lvl7pPr>
            <a:lvl8pPr marL="4876678" lvl="7" indent="-406390">
              <a:spcBef>
                <a:spcPts val="2933"/>
              </a:spcBef>
              <a:spcAft>
                <a:spcPts val="0"/>
              </a:spcAft>
              <a:buSzPts val="1200"/>
              <a:buChar char="•"/>
              <a:defRPr sz="1600"/>
            </a:lvl8pPr>
            <a:lvl9pPr marL="5486263" lvl="8" indent="-406390">
              <a:spcBef>
                <a:spcPts val="2933"/>
              </a:spcBef>
              <a:spcAft>
                <a:spcPts val="0"/>
              </a:spcAft>
              <a:buSzPts val="1200"/>
              <a:buChar char="•"/>
              <a:defRPr sz="1600"/>
            </a:lvl9pPr>
          </a:lstStyle>
          <a:p>
            <a:endParaRPr/>
          </a:p>
        </p:txBody>
      </p:sp>
      <p:sp>
        <p:nvSpPr>
          <p:cNvPr id="1415" name="Google Shape;1415;p154"/>
          <p:cNvSpPr txBox="1">
            <a:spLocks noGrp="1"/>
          </p:cNvSpPr>
          <p:nvPr>
            <p:ph type="body" idx="2"/>
          </p:nvPr>
        </p:nvSpPr>
        <p:spPr>
          <a:xfrm>
            <a:off x="6443200" y="1536633"/>
            <a:ext cx="5333200" cy="4555200"/>
          </a:xfrm>
          <a:prstGeom prst="rect">
            <a:avLst/>
          </a:prstGeom>
        </p:spPr>
        <p:txBody>
          <a:bodyPr spcFirstLastPara="1" wrap="square" lIns="91425" tIns="91425" rIns="91425" bIns="91425" anchor="t" anchorCtr="0">
            <a:noAutofit/>
          </a:bodyPr>
          <a:lstStyle>
            <a:lvl1pPr marL="609585" lvl="0" indent="-423323">
              <a:spcBef>
                <a:spcPts val="2933"/>
              </a:spcBef>
              <a:spcAft>
                <a:spcPts val="0"/>
              </a:spcAft>
              <a:buSzPts val="1400"/>
              <a:buChar char="•"/>
              <a:defRPr sz="1867">
                <a:solidFill>
                  <a:schemeClr val="tx1">
                    <a:lumMod val="50000"/>
                  </a:schemeClr>
                </a:solidFill>
                <a:latin typeface="Arial" panose="020B0604020202020204" pitchFamily="34" charset="0"/>
                <a:cs typeface="Arial" panose="020B0604020202020204" pitchFamily="34" charset="0"/>
              </a:defRPr>
            </a:lvl1pPr>
            <a:lvl2pPr marL="1219170" lvl="1" indent="-406390">
              <a:spcBef>
                <a:spcPts val="2933"/>
              </a:spcBef>
              <a:spcAft>
                <a:spcPts val="0"/>
              </a:spcAft>
              <a:buSzPts val="1200"/>
              <a:buChar char="•"/>
              <a:defRPr sz="1600"/>
            </a:lvl2pPr>
            <a:lvl3pPr marL="1828754" lvl="2" indent="-406390">
              <a:spcBef>
                <a:spcPts val="2933"/>
              </a:spcBef>
              <a:spcAft>
                <a:spcPts val="0"/>
              </a:spcAft>
              <a:buSzPts val="1200"/>
              <a:buChar char="•"/>
              <a:defRPr sz="1600"/>
            </a:lvl3pPr>
            <a:lvl4pPr marL="2438339" lvl="3" indent="-406390">
              <a:spcBef>
                <a:spcPts val="2933"/>
              </a:spcBef>
              <a:spcAft>
                <a:spcPts val="0"/>
              </a:spcAft>
              <a:buSzPts val="1200"/>
              <a:buChar char="•"/>
              <a:defRPr sz="1600"/>
            </a:lvl4pPr>
            <a:lvl5pPr marL="3047924" lvl="4" indent="-406390">
              <a:spcBef>
                <a:spcPts val="2933"/>
              </a:spcBef>
              <a:spcAft>
                <a:spcPts val="0"/>
              </a:spcAft>
              <a:buSzPts val="1200"/>
              <a:buChar char="•"/>
              <a:defRPr sz="1600"/>
            </a:lvl5pPr>
            <a:lvl6pPr marL="3657509" lvl="5" indent="-406390">
              <a:spcBef>
                <a:spcPts val="2933"/>
              </a:spcBef>
              <a:spcAft>
                <a:spcPts val="0"/>
              </a:spcAft>
              <a:buSzPts val="1200"/>
              <a:buChar char="•"/>
              <a:defRPr sz="1600"/>
            </a:lvl6pPr>
            <a:lvl7pPr marL="4267093" lvl="6" indent="-406390">
              <a:spcBef>
                <a:spcPts val="2933"/>
              </a:spcBef>
              <a:spcAft>
                <a:spcPts val="0"/>
              </a:spcAft>
              <a:buSzPts val="1200"/>
              <a:buChar char="•"/>
              <a:defRPr sz="1600"/>
            </a:lvl7pPr>
            <a:lvl8pPr marL="4876678" lvl="7" indent="-406390">
              <a:spcBef>
                <a:spcPts val="2933"/>
              </a:spcBef>
              <a:spcAft>
                <a:spcPts val="0"/>
              </a:spcAft>
              <a:buSzPts val="1200"/>
              <a:buChar char="•"/>
              <a:defRPr sz="1600"/>
            </a:lvl8pPr>
            <a:lvl9pPr marL="5486263" lvl="8" indent="-406390">
              <a:spcBef>
                <a:spcPts val="2933"/>
              </a:spcBef>
              <a:spcAft>
                <a:spcPts val="0"/>
              </a:spcAft>
              <a:buSzPts val="1200"/>
              <a:buChar char="•"/>
              <a:defRPr sz="1600"/>
            </a:lvl9pPr>
          </a:lstStyle>
          <a:p>
            <a:endParaRPr/>
          </a:p>
        </p:txBody>
      </p:sp>
      <p:sp>
        <p:nvSpPr>
          <p:cNvPr id="1416" name="Google Shape;1416;p154"/>
          <p:cNvSpPr txBox="1">
            <a:spLocks noGrp="1"/>
          </p:cNvSpPr>
          <p:nvPr>
            <p:ph type="sldNum" idx="12"/>
          </p:nvPr>
        </p:nvSpPr>
        <p:spPr>
          <a:xfrm>
            <a:off x="11296611" y="6217623"/>
            <a:ext cx="731600" cy="524800"/>
          </a:xfrm>
          <a:prstGeom prst="rect">
            <a:avLst/>
          </a:prstGeom>
          <a:noFill/>
          <a:ln>
            <a:noFill/>
          </a:ln>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2321912640"/>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Title and body" type="tx" preserve="1">
  <p:cSld name="Title and body">
    <p:spTree>
      <p:nvGrpSpPr>
        <p:cNvPr id="1" name="Shape 1417"/>
        <p:cNvGrpSpPr/>
        <p:nvPr/>
      </p:nvGrpSpPr>
      <p:grpSpPr>
        <a:xfrm>
          <a:off x="0" y="0"/>
          <a:ext cx="0" cy="0"/>
          <a:chOff x="0" y="0"/>
          <a:chExt cx="0" cy="0"/>
        </a:xfrm>
      </p:grpSpPr>
      <p:sp>
        <p:nvSpPr>
          <p:cNvPr id="1418" name="Google Shape;1418;p155"/>
          <p:cNvSpPr txBox="1">
            <a:spLocks noGrp="1"/>
          </p:cNvSpPr>
          <p:nvPr>
            <p:ph type="title"/>
          </p:nvPr>
        </p:nvSpPr>
        <p:spPr>
          <a:xfrm>
            <a:off x="415600" y="186967"/>
            <a:ext cx="11360800" cy="763600"/>
          </a:xfrm>
          <a:prstGeom prst="rect">
            <a:avLst/>
          </a:prstGeom>
        </p:spPr>
        <p:txBody>
          <a:bodyPr spcFirstLastPara="1" wrap="square" lIns="91425" tIns="91425" rIns="91425" bIns="91425" anchor="t" anchorCtr="0">
            <a:noAutofit/>
          </a:bodyPr>
          <a:lstStyle>
            <a:lvl1pPr lvl="0">
              <a:spcBef>
                <a:spcPts val="0"/>
              </a:spcBef>
              <a:spcAft>
                <a:spcPts val="0"/>
              </a:spcAft>
              <a:buSzPts val="2400"/>
              <a:buNone/>
              <a:defRPr/>
            </a:lvl1pPr>
            <a:lvl2pPr lvl="1">
              <a:spcBef>
                <a:spcPts val="0"/>
              </a:spcBef>
              <a:spcAft>
                <a:spcPts val="0"/>
              </a:spcAft>
              <a:buSzPts val="4200"/>
              <a:buNone/>
              <a:defRPr/>
            </a:lvl2pPr>
            <a:lvl3pPr lvl="2">
              <a:spcBef>
                <a:spcPts val="0"/>
              </a:spcBef>
              <a:spcAft>
                <a:spcPts val="0"/>
              </a:spcAft>
              <a:buSzPts val="4200"/>
              <a:buNone/>
              <a:defRPr/>
            </a:lvl3pPr>
            <a:lvl4pPr lvl="3">
              <a:spcBef>
                <a:spcPts val="0"/>
              </a:spcBef>
              <a:spcAft>
                <a:spcPts val="0"/>
              </a:spcAft>
              <a:buSzPts val="4200"/>
              <a:buNone/>
              <a:defRPr/>
            </a:lvl4pPr>
            <a:lvl5pPr lvl="4">
              <a:spcBef>
                <a:spcPts val="0"/>
              </a:spcBef>
              <a:spcAft>
                <a:spcPts val="0"/>
              </a:spcAft>
              <a:buSzPts val="4200"/>
              <a:buNone/>
              <a:defRPr/>
            </a:lvl5pPr>
            <a:lvl6pPr lvl="5">
              <a:spcBef>
                <a:spcPts val="0"/>
              </a:spcBef>
              <a:spcAft>
                <a:spcPts val="0"/>
              </a:spcAft>
              <a:buSzPts val="4200"/>
              <a:buNone/>
              <a:defRPr/>
            </a:lvl6pPr>
            <a:lvl7pPr lvl="6">
              <a:spcBef>
                <a:spcPts val="0"/>
              </a:spcBef>
              <a:spcAft>
                <a:spcPts val="0"/>
              </a:spcAft>
              <a:buSzPts val="4200"/>
              <a:buNone/>
              <a:defRPr/>
            </a:lvl7pPr>
            <a:lvl8pPr lvl="7">
              <a:spcBef>
                <a:spcPts val="0"/>
              </a:spcBef>
              <a:spcAft>
                <a:spcPts val="0"/>
              </a:spcAft>
              <a:buSzPts val="4200"/>
              <a:buNone/>
              <a:defRPr/>
            </a:lvl8pPr>
            <a:lvl9pPr lvl="8">
              <a:spcBef>
                <a:spcPts val="0"/>
              </a:spcBef>
              <a:spcAft>
                <a:spcPts val="0"/>
              </a:spcAft>
              <a:buSzPts val="4200"/>
              <a:buNone/>
              <a:defRPr/>
            </a:lvl9pPr>
          </a:lstStyle>
          <a:p>
            <a:endParaRPr/>
          </a:p>
        </p:txBody>
      </p:sp>
      <p:sp>
        <p:nvSpPr>
          <p:cNvPr id="1419" name="Google Shape;1419;p155"/>
          <p:cNvSpPr txBox="1">
            <a:spLocks noGrp="1"/>
          </p:cNvSpPr>
          <p:nvPr>
            <p:ph type="body" idx="1"/>
          </p:nvPr>
        </p:nvSpPr>
        <p:spPr>
          <a:xfrm>
            <a:off x="415600" y="1153317"/>
            <a:ext cx="11360800" cy="4938400"/>
          </a:xfrm>
          <a:prstGeom prst="rect">
            <a:avLst/>
          </a:prstGeom>
        </p:spPr>
        <p:txBody>
          <a:bodyPr spcFirstLastPara="1" wrap="square" lIns="91425" tIns="91425" rIns="91425" bIns="91425" anchor="t" anchorCtr="0">
            <a:noAutofit/>
          </a:bodyPr>
          <a:lstStyle>
            <a:lvl1pPr marL="609585" lvl="0" indent="-380990">
              <a:spcBef>
                <a:spcPts val="2933"/>
              </a:spcBef>
              <a:spcAft>
                <a:spcPts val="0"/>
              </a:spcAft>
              <a:buSzPts val="900"/>
              <a:buChar char="•"/>
              <a:defRPr>
                <a:solidFill>
                  <a:schemeClr val="tx1">
                    <a:lumMod val="50000"/>
                  </a:schemeClr>
                </a:solidFill>
                <a:latin typeface="Arial" panose="020B0604020202020204" pitchFamily="34" charset="0"/>
                <a:cs typeface="Arial" panose="020B0604020202020204" pitchFamily="34" charset="0"/>
              </a:defRPr>
            </a:lvl1pPr>
            <a:lvl2pPr marL="1219170" lvl="1" indent="-380990">
              <a:spcBef>
                <a:spcPts val="2933"/>
              </a:spcBef>
              <a:spcAft>
                <a:spcPts val="0"/>
              </a:spcAft>
              <a:buSzPts val="900"/>
              <a:buChar char="•"/>
              <a:defRPr/>
            </a:lvl2pPr>
            <a:lvl3pPr marL="1828754" lvl="2" indent="-380990">
              <a:spcBef>
                <a:spcPts val="2933"/>
              </a:spcBef>
              <a:spcAft>
                <a:spcPts val="0"/>
              </a:spcAft>
              <a:buSzPts val="900"/>
              <a:buChar char="•"/>
              <a:defRPr/>
            </a:lvl3pPr>
            <a:lvl4pPr marL="2438339" lvl="3" indent="-380990">
              <a:spcBef>
                <a:spcPts val="2933"/>
              </a:spcBef>
              <a:spcAft>
                <a:spcPts val="0"/>
              </a:spcAft>
              <a:buSzPts val="900"/>
              <a:buChar char="•"/>
              <a:defRPr/>
            </a:lvl4pPr>
            <a:lvl5pPr marL="3047924" lvl="4" indent="-380990">
              <a:spcBef>
                <a:spcPts val="2933"/>
              </a:spcBef>
              <a:spcAft>
                <a:spcPts val="0"/>
              </a:spcAft>
              <a:buSzPts val="900"/>
              <a:buChar char="•"/>
              <a:defRPr/>
            </a:lvl5pPr>
            <a:lvl6pPr marL="3657509" lvl="5" indent="-380990">
              <a:spcBef>
                <a:spcPts val="2933"/>
              </a:spcBef>
              <a:spcAft>
                <a:spcPts val="0"/>
              </a:spcAft>
              <a:buSzPts val="900"/>
              <a:buChar char="•"/>
              <a:defRPr/>
            </a:lvl6pPr>
            <a:lvl7pPr marL="4267093" lvl="6" indent="-380990">
              <a:spcBef>
                <a:spcPts val="2933"/>
              </a:spcBef>
              <a:spcAft>
                <a:spcPts val="0"/>
              </a:spcAft>
              <a:buSzPts val="900"/>
              <a:buChar char="•"/>
              <a:defRPr/>
            </a:lvl7pPr>
            <a:lvl8pPr marL="4876678" lvl="7" indent="-380990">
              <a:spcBef>
                <a:spcPts val="2933"/>
              </a:spcBef>
              <a:spcAft>
                <a:spcPts val="0"/>
              </a:spcAft>
              <a:buSzPts val="900"/>
              <a:buChar char="•"/>
              <a:defRPr/>
            </a:lvl8pPr>
            <a:lvl9pPr marL="5486263" lvl="8" indent="-380990">
              <a:spcBef>
                <a:spcPts val="2933"/>
              </a:spcBef>
              <a:spcAft>
                <a:spcPts val="0"/>
              </a:spcAft>
              <a:buSzPts val="900"/>
              <a:buChar char="•"/>
              <a:defRPr/>
            </a:lvl9pPr>
          </a:lstStyle>
          <a:p>
            <a:endParaRPr/>
          </a:p>
        </p:txBody>
      </p:sp>
      <p:sp>
        <p:nvSpPr>
          <p:cNvPr id="1420" name="Google Shape;1420;p155"/>
          <p:cNvSpPr txBox="1">
            <a:spLocks noGrp="1"/>
          </p:cNvSpPr>
          <p:nvPr>
            <p:ph type="sldNum" idx="12"/>
          </p:nvPr>
        </p:nvSpPr>
        <p:spPr>
          <a:xfrm>
            <a:off x="11364721" y="6260831"/>
            <a:ext cx="731600" cy="524800"/>
          </a:xfrm>
          <a:prstGeom prst="rect">
            <a:avLst/>
          </a:prstGeom>
          <a:noFill/>
          <a:ln>
            <a:noFill/>
          </a:ln>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74080831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3/4/2026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759974595"/>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60795C-AE9A-229E-5112-FF1422CD0387}"/>
              </a:ext>
            </a:extLst>
          </p:cNvPr>
          <p:cNvSpPr>
            <a:spLocks noGrp="1"/>
          </p:cNvSpPr>
          <p:nvPr>
            <p:ph type="title"/>
          </p:nvPr>
        </p:nvSpPr>
        <p:spPr/>
        <p:txBody>
          <a:bodyPr/>
          <a:lstStyle/>
          <a:p>
            <a:r>
              <a:rPr lang="en-US"/>
              <a:t>Click to edit Master title style</a:t>
            </a:r>
            <a:endParaRPr lang="en-HK"/>
          </a:p>
        </p:txBody>
      </p:sp>
      <p:sp>
        <p:nvSpPr>
          <p:cNvPr id="3" name="Content Placeholder 2">
            <a:extLst>
              <a:ext uri="{FF2B5EF4-FFF2-40B4-BE49-F238E27FC236}">
                <a16:creationId xmlns:a16="http://schemas.microsoft.com/office/drawing/2014/main" id="{549CDB11-A6D9-679C-0F1F-14C266B96B1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HK"/>
          </a:p>
        </p:txBody>
      </p:sp>
      <p:sp>
        <p:nvSpPr>
          <p:cNvPr id="4" name="Content Placeholder 3">
            <a:extLst>
              <a:ext uri="{FF2B5EF4-FFF2-40B4-BE49-F238E27FC236}">
                <a16:creationId xmlns:a16="http://schemas.microsoft.com/office/drawing/2014/main" id="{6D59A663-EB47-0F73-4108-A67F5BDBFF4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HK"/>
          </a:p>
        </p:txBody>
      </p:sp>
      <p:sp>
        <p:nvSpPr>
          <p:cNvPr id="5" name="Date Placeholder 4">
            <a:extLst>
              <a:ext uri="{FF2B5EF4-FFF2-40B4-BE49-F238E27FC236}">
                <a16:creationId xmlns:a16="http://schemas.microsoft.com/office/drawing/2014/main" id="{4CD92902-2927-2BAC-07FE-FF3ABF90B5CD}"/>
              </a:ext>
            </a:extLst>
          </p:cNvPr>
          <p:cNvSpPr>
            <a:spLocks noGrp="1"/>
          </p:cNvSpPr>
          <p:nvPr>
            <p:ph type="dt" sz="half" idx="10"/>
          </p:nvPr>
        </p:nvSpPr>
        <p:spPr/>
        <p:txBody>
          <a:bodyPr/>
          <a:lstStyle/>
          <a:p>
            <a:fld id="{7027C9F8-2B01-40DC-9CB6-4FF9B623C5FD}" type="datetimeFigureOut">
              <a:rPr lang="en-HK" smtClean="0"/>
              <a:t>4/3/2026</a:t>
            </a:fld>
            <a:endParaRPr lang="en-HK"/>
          </a:p>
        </p:txBody>
      </p:sp>
      <p:sp>
        <p:nvSpPr>
          <p:cNvPr id="6" name="Footer Placeholder 5">
            <a:extLst>
              <a:ext uri="{FF2B5EF4-FFF2-40B4-BE49-F238E27FC236}">
                <a16:creationId xmlns:a16="http://schemas.microsoft.com/office/drawing/2014/main" id="{3BB9E083-5050-34A3-477B-6A99DBE52B56}"/>
              </a:ext>
            </a:extLst>
          </p:cNvPr>
          <p:cNvSpPr>
            <a:spLocks noGrp="1"/>
          </p:cNvSpPr>
          <p:nvPr>
            <p:ph type="ftr" sz="quarter" idx="11"/>
          </p:nvPr>
        </p:nvSpPr>
        <p:spPr/>
        <p:txBody>
          <a:bodyPr/>
          <a:lstStyle/>
          <a:p>
            <a:endParaRPr lang="en-HK"/>
          </a:p>
        </p:txBody>
      </p:sp>
      <p:sp>
        <p:nvSpPr>
          <p:cNvPr id="7" name="Slide Number Placeholder 6">
            <a:extLst>
              <a:ext uri="{FF2B5EF4-FFF2-40B4-BE49-F238E27FC236}">
                <a16:creationId xmlns:a16="http://schemas.microsoft.com/office/drawing/2014/main" id="{1663BD9F-0B15-FD83-EB5A-F4BFEE8FFF97}"/>
              </a:ext>
            </a:extLst>
          </p:cNvPr>
          <p:cNvSpPr>
            <a:spLocks noGrp="1"/>
          </p:cNvSpPr>
          <p:nvPr>
            <p:ph type="sldNum" sz="quarter" idx="12"/>
          </p:nvPr>
        </p:nvSpPr>
        <p:spPr/>
        <p:txBody>
          <a:bodyPr/>
          <a:lstStyle/>
          <a:p>
            <a:fld id="{2248CD71-F357-4714-B663-2BE01375A705}" type="slidenum">
              <a:rPr lang="en-HK" smtClean="0"/>
              <a:t>‹#›</a:t>
            </a:fld>
            <a:endParaRPr lang="en-HK"/>
          </a:p>
        </p:txBody>
      </p:sp>
    </p:spTree>
    <p:extLst>
      <p:ext uri="{BB962C8B-B14F-4D97-AF65-F5344CB8AC3E}">
        <p14:creationId xmlns:p14="http://schemas.microsoft.com/office/powerpoint/2010/main" val="3178251090"/>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image" Target="../media/image1.png"/><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Shape 968"/>
        <p:cNvGrpSpPr/>
        <p:nvPr/>
      </p:nvGrpSpPr>
      <p:grpSpPr>
        <a:xfrm>
          <a:off x="0" y="0"/>
          <a:ext cx="0" cy="0"/>
          <a:chOff x="0" y="0"/>
          <a:chExt cx="0" cy="0"/>
        </a:xfrm>
      </p:grpSpPr>
      <p:sp>
        <p:nvSpPr>
          <p:cNvPr id="969" name="Google Shape;969;p110"/>
          <p:cNvSpPr txBox="1">
            <a:spLocks noGrp="1"/>
          </p:cNvSpPr>
          <p:nvPr>
            <p:ph type="body" idx="1"/>
          </p:nvPr>
        </p:nvSpPr>
        <p:spPr>
          <a:xfrm>
            <a:off x="454217" y="1504884"/>
            <a:ext cx="10502800" cy="4603600"/>
          </a:xfrm>
          <a:prstGeom prst="rect">
            <a:avLst/>
          </a:prstGeom>
          <a:noFill/>
          <a:ln>
            <a:noFill/>
          </a:ln>
        </p:spPr>
        <p:txBody>
          <a:bodyPr spcFirstLastPara="1" wrap="square" lIns="91425" tIns="91425" rIns="91425" bIns="91425" anchor="t" anchorCtr="0">
            <a:noAutofit/>
          </a:bodyPr>
          <a:lstStyle>
            <a:lvl1pPr marL="457200" marR="0" lvl="0" indent="-285750" algn="l" rtl="0">
              <a:lnSpc>
                <a:spcPct val="100000"/>
              </a:lnSpc>
              <a:spcBef>
                <a:spcPts val="2200"/>
              </a:spcBef>
              <a:spcAft>
                <a:spcPts val="0"/>
              </a:spcAft>
              <a:buClr>
                <a:srgbClr val="80868B"/>
              </a:buClr>
              <a:buSzPts val="900"/>
              <a:buFont typeface="Roboto"/>
              <a:buChar char="•"/>
              <a:defRPr sz="900" b="0" i="0" u="none" strike="noStrike" cap="none">
                <a:solidFill>
                  <a:srgbClr val="80868B"/>
                </a:solidFill>
                <a:latin typeface="Roboto"/>
                <a:ea typeface="Roboto"/>
                <a:cs typeface="Roboto"/>
                <a:sym typeface="Roboto"/>
              </a:defRPr>
            </a:lvl1pPr>
            <a:lvl2pPr marL="914400" marR="0" lvl="1" indent="-285750" algn="l" rtl="0">
              <a:lnSpc>
                <a:spcPct val="100000"/>
              </a:lnSpc>
              <a:spcBef>
                <a:spcPts val="2200"/>
              </a:spcBef>
              <a:spcAft>
                <a:spcPts val="0"/>
              </a:spcAft>
              <a:buClr>
                <a:srgbClr val="80868B"/>
              </a:buClr>
              <a:buSzPts val="900"/>
              <a:buFont typeface="Roboto"/>
              <a:buChar char="•"/>
              <a:defRPr sz="900" b="0" i="0" u="none" strike="noStrike" cap="none">
                <a:solidFill>
                  <a:srgbClr val="80868B"/>
                </a:solidFill>
                <a:latin typeface="Roboto"/>
                <a:ea typeface="Roboto"/>
                <a:cs typeface="Roboto"/>
                <a:sym typeface="Roboto"/>
              </a:defRPr>
            </a:lvl2pPr>
            <a:lvl3pPr marL="1371600" marR="0" lvl="2" indent="-285750" algn="l" rtl="0">
              <a:lnSpc>
                <a:spcPct val="100000"/>
              </a:lnSpc>
              <a:spcBef>
                <a:spcPts val="2200"/>
              </a:spcBef>
              <a:spcAft>
                <a:spcPts val="0"/>
              </a:spcAft>
              <a:buClr>
                <a:srgbClr val="80868B"/>
              </a:buClr>
              <a:buSzPts val="900"/>
              <a:buFont typeface="Roboto"/>
              <a:buChar char="•"/>
              <a:defRPr sz="900" b="0" i="0" u="none" strike="noStrike" cap="none">
                <a:solidFill>
                  <a:srgbClr val="80868B"/>
                </a:solidFill>
                <a:latin typeface="Roboto"/>
                <a:ea typeface="Roboto"/>
                <a:cs typeface="Roboto"/>
                <a:sym typeface="Roboto"/>
              </a:defRPr>
            </a:lvl3pPr>
            <a:lvl4pPr marL="1828800" marR="0" lvl="3" indent="-285750" algn="l" rtl="0">
              <a:lnSpc>
                <a:spcPct val="100000"/>
              </a:lnSpc>
              <a:spcBef>
                <a:spcPts val="2200"/>
              </a:spcBef>
              <a:spcAft>
                <a:spcPts val="0"/>
              </a:spcAft>
              <a:buClr>
                <a:srgbClr val="80868B"/>
              </a:buClr>
              <a:buSzPts val="900"/>
              <a:buFont typeface="Roboto"/>
              <a:buChar char="•"/>
              <a:defRPr sz="900" b="0" i="0" u="none" strike="noStrike" cap="none">
                <a:solidFill>
                  <a:srgbClr val="80868B"/>
                </a:solidFill>
                <a:latin typeface="Roboto"/>
                <a:ea typeface="Roboto"/>
                <a:cs typeface="Roboto"/>
                <a:sym typeface="Roboto"/>
              </a:defRPr>
            </a:lvl4pPr>
            <a:lvl5pPr marL="2286000" marR="0" lvl="4" indent="-285750" algn="l" rtl="0">
              <a:lnSpc>
                <a:spcPct val="100000"/>
              </a:lnSpc>
              <a:spcBef>
                <a:spcPts val="2200"/>
              </a:spcBef>
              <a:spcAft>
                <a:spcPts val="0"/>
              </a:spcAft>
              <a:buClr>
                <a:srgbClr val="80868B"/>
              </a:buClr>
              <a:buSzPts val="900"/>
              <a:buFont typeface="Roboto"/>
              <a:buChar char="•"/>
              <a:defRPr sz="900" b="0" i="0" u="none" strike="noStrike" cap="none">
                <a:solidFill>
                  <a:srgbClr val="80868B"/>
                </a:solidFill>
                <a:latin typeface="Roboto"/>
                <a:ea typeface="Roboto"/>
                <a:cs typeface="Roboto"/>
                <a:sym typeface="Roboto"/>
              </a:defRPr>
            </a:lvl5pPr>
            <a:lvl6pPr marL="2743200" marR="0" lvl="5" indent="-285750" algn="l" rtl="0">
              <a:lnSpc>
                <a:spcPct val="100000"/>
              </a:lnSpc>
              <a:spcBef>
                <a:spcPts val="2200"/>
              </a:spcBef>
              <a:spcAft>
                <a:spcPts val="0"/>
              </a:spcAft>
              <a:buClr>
                <a:srgbClr val="80868B"/>
              </a:buClr>
              <a:buSzPts val="900"/>
              <a:buFont typeface="Roboto"/>
              <a:buChar char="•"/>
              <a:defRPr sz="900" b="0" i="0" u="none" strike="noStrike" cap="none">
                <a:solidFill>
                  <a:srgbClr val="80868B"/>
                </a:solidFill>
                <a:latin typeface="Roboto"/>
                <a:ea typeface="Roboto"/>
                <a:cs typeface="Roboto"/>
                <a:sym typeface="Roboto"/>
              </a:defRPr>
            </a:lvl6pPr>
            <a:lvl7pPr marL="3200400" marR="0" lvl="6" indent="-285750" algn="l" rtl="0">
              <a:lnSpc>
                <a:spcPct val="100000"/>
              </a:lnSpc>
              <a:spcBef>
                <a:spcPts val="2200"/>
              </a:spcBef>
              <a:spcAft>
                <a:spcPts val="0"/>
              </a:spcAft>
              <a:buClr>
                <a:srgbClr val="80868B"/>
              </a:buClr>
              <a:buSzPts val="900"/>
              <a:buFont typeface="Roboto"/>
              <a:buChar char="•"/>
              <a:defRPr sz="900" b="0" i="0" u="none" strike="noStrike" cap="none">
                <a:solidFill>
                  <a:srgbClr val="80868B"/>
                </a:solidFill>
                <a:latin typeface="Roboto"/>
                <a:ea typeface="Roboto"/>
                <a:cs typeface="Roboto"/>
                <a:sym typeface="Roboto"/>
              </a:defRPr>
            </a:lvl7pPr>
            <a:lvl8pPr marL="3657600" marR="0" lvl="7" indent="-285750" algn="l" rtl="0">
              <a:lnSpc>
                <a:spcPct val="100000"/>
              </a:lnSpc>
              <a:spcBef>
                <a:spcPts val="2200"/>
              </a:spcBef>
              <a:spcAft>
                <a:spcPts val="0"/>
              </a:spcAft>
              <a:buClr>
                <a:srgbClr val="80868B"/>
              </a:buClr>
              <a:buSzPts val="900"/>
              <a:buFont typeface="Roboto"/>
              <a:buChar char="•"/>
              <a:defRPr sz="900" b="0" i="0" u="none" strike="noStrike" cap="none">
                <a:solidFill>
                  <a:srgbClr val="80868B"/>
                </a:solidFill>
                <a:latin typeface="Roboto"/>
                <a:ea typeface="Roboto"/>
                <a:cs typeface="Roboto"/>
                <a:sym typeface="Roboto"/>
              </a:defRPr>
            </a:lvl8pPr>
            <a:lvl9pPr marL="4114800" marR="0" lvl="8" indent="-285750" algn="l" rtl="0">
              <a:lnSpc>
                <a:spcPct val="100000"/>
              </a:lnSpc>
              <a:spcBef>
                <a:spcPts val="2200"/>
              </a:spcBef>
              <a:spcAft>
                <a:spcPts val="0"/>
              </a:spcAft>
              <a:buClr>
                <a:srgbClr val="80868B"/>
              </a:buClr>
              <a:buSzPts val="900"/>
              <a:buFont typeface="Roboto"/>
              <a:buChar char="•"/>
              <a:defRPr sz="900" b="0" i="0" u="none" strike="noStrike" cap="none">
                <a:solidFill>
                  <a:srgbClr val="80868B"/>
                </a:solidFill>
                <a:latin typeface="Roboto"/>
                <a:ea typeface="Roboto"/>
                <a:cs typeface="Roboto"/>
                <a:sym typeface="Roboto"/>
              </a:defRPr>
            </a:lvl9pPr>
          </a:lstStyle>
          <a:p>
            <a:endParaRPr/>
          </a:p>
        </p:txBody>
      </p:sp>
      <p:sp>
        <p:nvSpPr>
          <p:cNvPr id="970" name="Google Shape;970;p110"/>
          <p:cNvSpPr txBox="1">
            <a:spLocks noGrp="1"/>
          </p:cNvSpPr>
          <p:nvPr>
            <p:ph type="title"/>
          </p:nvPr>
        </p:nvSpPr>
        <p:spPr>
          <a:xfrm>
            <a:off x="527584" y="658217"/>
            <a:ext cx="10502800" cy="1143200"/>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3C4043"/>
              </a:buClr>
              <a:buSzPts val="2400"/>
              <a:buFont typeface="Google Sans"/>
              <a:buNone/>
              <a:defRPr sz="2400" b="0" i="0" u="none" strike="noStrike" cap="none">
                <a:solidFill>
                  <a:srgbClr val="3C4043"/>
                </a:solidFill>
                <a:latin typeface="Google Sans"/>
                <a:ea typeface="Google Sans"/>
                <a:cs typeface="Google Sans"/>
                <a:sym typeface="Google Sans"/>
              </a:defRPr>
            </a:lvl1pPr>
            <a:lvl2pPr marR="0" lvl="1" algn="ctr" rtl="0">
              <a:lnSpc>
                <a:spcPct val="100000"/>
              </a:lnSpc>
              <a:spcBef>
                <a:spcPts val="0"/>
              </a:spcBef>
              <a:spcAft>
                <a:spcPts val="0"/>
              </a:spcAft>
              <a:buClr>
                <a:srgbClr val="000000"/>
              </a:buClr>
              <a:buSzPts val="4200"/>
              <a:buFont typeface="Helvetica Neue Light"/>
              <a:buNone/>
              <a:defRPr sz="4200" b="0" i="0" u="none" strike="noStrike" cap="none">
                <a:solidFill>
                  <a:srgbClr val="000000"/>
                </a:solidFill>
                <a:latin typeface="Helvetica Neue Light"/>
                <a:ea typeface="Helvetica Neue Light"/>
                <a:cs typeface="Helvetica Neue Light"/>
                <a:sym typeface="Helvetica Neue Light"/>
              </a:defRPr>
            </a:lvl2pPr>
            <a:lvl3pPr marR="0" lvl="2" algn="ctr" rtl="0">
              <a:lnSpc>
                <a:spcPct val="100000"/>
              </a:lnSpc>
              <a:spcBef>
                <a:spcPts val="0"/>
              </a:spcBef>
              <a:spcAft>
                <a:spcPts val="0"/>
              </a:spcAft>
              <a:buClr>
                <a:srgbClr val="000000"/>
              </a:buClr>
              <a:buSzPts val="4200"/>
              <a:buFont typeface="Helvetica Neue Light"/>
              <a:buNone/>
              <a:defRPr sz="4200" b="0" i="0" u="none" strike="noStrike" cap="none">
                <a:solidFill>
                  <a:srgbClr val="000000"/>
                </a:solidFill>
                <a:latin typeface="Helvetica Neue Light"/>
                <a:ea typeface="Helvetica Neue Light"/>
                <a:cs typeface="Helvetica Neue Light"/>
                <a:sym typeface="Helvetica Neue Light"/>
              </a:defRPr>
            </a:lvl3pPr>
            <a:lvl4pPr marR="0" lvl="3" algn="ctr" rtl="0">
              <a:lnSpc>
                <a:spcPct val="100000"/>
              </a:lnSpc>
              <a:spcBef>
                <a:spcPts val="0"/>
              </a:spcBef>
              <a:spcAft>
                <a:spcPts val="0"/>
              </a:spcAft>
              <a:buClr>
                <a:srgbClr val="000000"/>
              </a:buClr>
              <a:buSzPts val="4200"/>
              <a:buFont typeface="Helvetica Neue Light"/>
              <a:buNone/>
              <a:defRPr sz="4200" b="0" i="0" u="none" strike="noStrike" cap="none">
                <a:solidFill>
                  <a:srgbClr val="000000"/>
                </a:solidFill>
                <a:latin typeface="Helvetica Neue Light"/>
                <a:ea typeface="Helvetica Neue Light"/>
                <a:cs typeface="Helvetica Neue Light"/>
                <a:sym typeface="Helvetica Neue Light"/>
              </a:defRPr>
            </a:lvl4pPr>
            <a:lvl5pPr marR="0" lvl="4" algn="ctr" rtl="0">
              <a:lnSpc>
                <a:spcPct val="100000"/>
              </a:lnSpc>
              <a:spcBef>
                <a:spcPts val="0"/>
              </a:spcBef>
              <a:spcAft>
                <a:spcPts val="0"/>
              </a:spcAft>
              <a:buClr>
                <a:srgbClr val="000000"/>
              </a:buClr>
              <a:buSzPts val="4200"/>
              <a:buFont typeface="Helvetica Neue Light"/>
              <a:buNone/>
              <a:defRPr sz="4200" b="0" i="0" u="none" strike="noStrike" cap="none">
                <a:solidFill>
                  <a:srgbClr val="000000"/>
                </a:solidFill>
                <a:latin typeface="Helvetica Neue Light"/>
                <a:ea typeface="Helvetica Neue Light"/>
                <a:cs typeface="Helvetica Neue Light"/>
                <a:sym typeface="Helvetica Neue Light"/>
              </a:defRPr>
            </a:lvl5pPr>
            <a:lvl6pPr marR="0" lvl="5" algn="ctr" rtl="0">
              <a:lnSpc>
                <a:spcPct val="100000"/>
              </a:lnSpc>
              <a:spcBef>
                <a:spcPts val="0"/>
              </a:spcBef>
              <a:spcAft>
                <a:spcPts val="0"/>
              </a:spcAft>
              <a:buClr>
                <a:srgbClr val="000000"/>
              </a:buClr>
              <a:buSzPts val="4200"/>
              <a:buFont typeface="Helvetica Neue Light"/>
              <a:buNone/>
              <a:defRPr sz="4200" b="0" i="0" u="none" strike="noStrike" cap="none">
                <a:solidFill>
                  <a:srgbClr val="000000"/>
                </a:solidFill>
                <a:latin typeface="Helvetica Neue Light"/>
                <a:ea typeface="Helvetica Neue Light"/>
                <a:cs typeface="Helvetica Neue Light"/>
                <a:sym typeface="Helvetica Neue Light"/>
              </a:defRPr>
            </a:lvl6pPr>
            <a:lvl7pPr marR="0" lvl="6" algn="ctr" rtl="0">
              <a:lnSpc>
                <a:spcPct val="100000"/>
              </a:lnSpc>
              <a:spcBef>
                <a:spcPts val="0"/>
              </a:spcBef>
              <a:spcAft>
                <a:spcPts val="0"/>
              </a:spcAft>
              <a:buClr>
                <a:srgbClr val="000000"/>
              </a:buClr>
              <a:buSzPts val="4200"/>
              <a:buFont typeface="Helvetica Neue Light"/>
              <a:buNone/>
              <a:defRPr sz="4200" b="0" i="0" u="none" strike="noStrike" cap="none">
                <a:solidFill>
                  <a:srgbClr val="000000"/>
                </a:solidFill>
                <a:latin typeface="Helvetica Neue Light"/>
                <a:ea typeface="Helvetica Neue Light"/>
                <a:cs typeface="Helvetica Neue Light"/>
                <a:sym typeface="Helvetica Neue Light"/>
              </a:defRPr>
            </a:lvl7pPr>
            <a:lvl8pPr marR="0" lvl="7" algn="ctr" rtl="0">
              <a:lnSpc>
                <a:spcPct val="100000"/>
              </a:lnSpc>
              <a:spcBef>
                <a:spcPts val="0"/>
              </a:spcBef>
              <a:spcAft>
                <a:spcPts val="0"/>
              </a:spcAft>
              <a:buClr>
                <a:srgbClr val="000000"/>
              </a:buClr>
              <a:buSzPts val="4200"/>
              <a:buFont typeface="Helvetica Neue Light"/>
              <a:buNone/>
              <a:defRPr sz="4200" b="0" i="0" u="none" strike="noStrike" cap="none">
                <a:solidFill>
                  <a:srgbClr val="000000"/>
                </a:solidFill>
                <a:latin typeface="Helvetica Neue Light"/>
                <a:ea typeface="Helvetica Neue Light"/>
                <a:cs typeface="Helvetica Neue Light"/>
                <a:sym typeface="Helvetica Neue Light"/>
              </a:defRPr>
            </a:lvl8pPr>
            <a:lvl9pPr marR="0" lvl="8" algn="ctr" rtl="0">
              <a:lnSpc>
                <a:spcPct val="100000"/>
              </a:lnSpc>
              <a:spcBef>
                <a:spcPts val="0"/>
              </a:spcBef>
              <a:spcAft>
                <a:spcPts val="0"/>
              </a:spcAft>
              <a:buClr>
                <a:srgbClr val="000000"/>
              </a:buClr>
              <a:buSzPts val="4200"/>
              <a:buFont typeface="Helvetica Neue Light"/>
              <a:buNone/>
              <a:defRPr sz="4200" b="0" i="0" u="none" strike="noStrike" cap="none">
                <a:solidFill>
                  <a:srgbClr val="000000"/>
                </a:solidFill>
                <a:latin typeface="Helvetica Neue Light"/>
                <a:ea typeface="Helvetica Neue Light"/>
                <a:cs typeface="Helvetica Neue Light"/>
                <a:sym typeface="Helvetica Neue Light"/>
              </a:defRPr>
            </a:lvl9pPr>
          </a:lstStyle>
          <a:p>
            <a:endParaRPr/>
          </a:p>
        </p:txBody>
      </p:sp>
      <p:pic>
        <p:nvPicPr>
          <p:cNvPr id="2" name="Picture 1">
            <a:extLst>
              <a:ext uri="{FF2B5EF4-FFF2-40B4-BE49-F238E27FC236}">
                <a16:creationId xmlns:a16="http://schemas.microsoft.com/office/drawing/2014/main" id="{F597BACB-5A56-B7F6-4034-67BF3BCE718F}"/>
              </a:ext>
            </a:extLst>
          </p:cNvPr>
          <p:cNvPicPr>
            <a:picLocks noChangeAspect="1"/>
          </p:cNvPicPr>
          <p:nvPr userDrawn="1"/>
        </p:nvPicPr>
        <p:blipFill>
          <a:blip r:embed="rId35"/>
          <a:stretch>
            <a:fillRect/>
          </a:stretch>
        </p:blipFill>
        <p:spPr>
          <a:xfrm>
            <a:off x="9547051" y="114516"/>
            <a:ext cx="2497667" cy="635000"/>
          </a:xfrm>
          <a:prstGeom prst="rect">
            <a:avLst/>
          </a:prstGeom>
        </p:spPr>
      </p:pic>
      <p:grpSp>
        <p:nvGrpSpPr>
          <p:cNvPr id="3" name="Google Shape;988;p112">
            <a:extLst>
              <a:ext uri="{FF2B5EF4-FFF2-40B4-BE49-F238E27FC236}">
                <a16:creationId xmlns:a16="http://schemas.microsoft.com/office/drawing/2014/main" id="{15A14E26-C29D-C99F-C269-681C977A75F4}"/>
              </a:ext>
            </a:extLst>
          </p:cNvPr>
          <p:cNvGrpSpPr/>
          <p:nvPr userDrawn="1"/>
        </p:nvGrpSpPr>
        <p:grpSpPr>
          <a:xfrm>
            <a:off x="11292163" y="6405041"/>
            <a:ext cx="560655" cy="182680"/>
            <a:chOff x="0" y="0"/>
            <a:chExt cx="2077525" cy="676925"/>
          </a:xfrm>
        </p:grpSpPr>
        <p:sp>
          <p:nvSpPr>
            <p:cNvPr id="4" name="Google Shape;989;p112">
              <a:extLst>
                <a:ext uri="{FF2B5EF4-FFF2-40B4-BE49-F238E27FC236}">
                  <a16:creationId xmlns:a16="http://schemas.microsoft.com/office/drawing/2014/main" id="{8359A0B6-2FDE-8573-8AB8-9D5F67B8FB54}"/>
                </a:ext>
              </a:extLst>
            </p:cNvPr>
            <p:cNvSpPr/>
            <p:nvPr/>
          </p:nvSpPr>
          <p:spPr>
            <a:xfrm>
              <a:off x="0" y="0"/>
              <a:ext cx="511375" cy="524800"/>
            </a:xfrm>
            <a:custGeom>
              <a:avLst/>
              <a:gdLst/>
              <a:ahLst/>
              <a:cxnLst/>
              <a:rect l="l" t="t" r="r" b="b"/>
              <a:pathLst>
                <a:path w="20455" h="20992" extrusionOk="0">
                  <a:moveTo>
                    <a:pt x="10700" y="12450"/>
                  </a:moveTo>
                  <a:lnTo>
                    <a:pt x="10700" y="9583"/>
                  </a:lnTo>
                  <a:lnTo>
                    <a:pt x="20300" y="9583"/>
                  </a:lnTo>
                  <a:cubicBezTo>
                    <a:pt x="20398" y="10088"/>
                    <a:pt x="20455" y="10690"/>
                    <a:pt x="20455" y="11341"/>
                  </a:cubicBezTo>
                  <a:cubicBezTo>
                    <a:pt x="20455" y="13491"/>
                    <a:pt x="19866" y="16154"/>
                    <a:pt x="17972" y="18048"/>
                  </a:cubicBezTo>
                  <a:cubicBezTo>
                    <a:pt x="16129" y="19968"/>
                    <a:pt x="13773" y="20992"/>
                    <a:pt x="10650" y="20992"/>
                  </a:cubicBezTo>
                  <a:cubicBezTo>
                    <a:pt x="4864" y="20993"/>
                    <a:pt x="0" y="16282"/>
                    <a:pt x="0" y="10496"/>
                  </a:cubicBezTo>
                  <a:cubicBezTo>
                    <a:pt x="0" y="4710"/>
                    <a:pt x="4864" y="0"/>
                    <a:pt x="10650" y="0"/>
                  </a:cubicBezTo>
                  <a:cubicBezTo>
                    <a:pt x="13850" y="0"/>
                    <a:pt x="16129" y="1254"/>
                    <a:pt x="17844" y="2893"/>
                  </a:cubicBezTo>
                  <a:lnTo>
                    <a:pt x="15822" y="4915"/>
                  </a:lnTo>
                  <a:cubicBezTo>
                    <a:pt x="14593" y="3763"/>
                    <a:pt x="12929" y="2867"/>
                    <a:pt x="10651" y="2867"/>
                  </a:cubicBezTo>
                  <a:cubicBezTo>
                    <a:pt x="6427" y="2867"/>
                    <a:pt x="3124" y="6272"/>
                    <a:pt x="3124" y="10496"/>
                  </a:cubicBezTo>
                  <a:cubicBezTo>
                    <a:pt x="3124" y="14720"/>
                    <a:pt x="6427" y="18125"/>
                    <a:pt x="10651" y="18125"/>
                  </a:cubicBezTo>
                  <a:cubicBezTo>
                    <a:pt x="13390" y="18125"/>
                    <a:pt x="14952" y="17024"/>
                    <a:pt x="15950" y="16026"/>
                  </a:cubicBezTo>
                  <a:cubicBezTo>
                    <a:pt x="16764" y="15213"/>
                    <a:pt x="17299" y="14046"/>
                    <a:pt x="17507" y="12450"/>
                  </a:cubicBezTo>
                  <a:lnTo>
                    <a:pt x="10700" y="12450"/>
                  </a:lnTo>
                  <a:close/>
                </a:path>
              </a:pathLst>
            </a:custGeom>
            <a:solidFill>
              <a:srgbClr val="AEB3B7"/>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595959"/>
                </a:solidFill>
                <a:latin typeface="Arial"/>
                <a:ea typeface="Arial"/>
                <a:cs typeface="Arial"/>
                <a:sym typeface="Arial"/>
              </a:endParaRPr>
            </a:p>
          </p:txBody>
        </p:sp>
        <p:sp>
          <p:nvSpPr>
            <p:cNvPr id="5" name="Google Shape;990;p112">
              <a:extLst>
                <a:ext uri="{FF2B5EF4-FFF2-40B4-BE49-F238E27FC236}">
                  <a16:creationId xmlns:a16="http://schemas.microsoft.com/office/drawing/2014/main" id="{7A3DEF34-445D-CE26-FC28-29746826327A}"/>
                </a:ext>
              </a:extLst>
            </p:cNvPr>
            <p:cNvSpPr/>
            <p:nvPr/>
          </p:nvSpPr>
          <p:spPr>
            <a:xfrm>
              <a:off x="540400" y="187300"/>
              <a:ext cx="339200" cy="337950"/>
            </a:xfrm>
            <a:custGeom>
              <a:avLst/>
              <a:gdLst/>
              <a:ahLst/>
              <a:cxnLst/>
              <a:rect l="l" t="t" r="r" b="b"/>
              <a:pathLst>
                <a:path w="13568" h="13518" extrusionOk="0">
                  <a:moveTo>
                    <a:pt x="13568" y="6759"/>
                  </a:moveTo>
                  <a:cubicBezTo>
                    <a:pt x="13568" y="10650"/>
                    <a:pt x="10522" y="13518"/>
                    <a:pt x="6784" y="13518"/>
                  </a:cubicBezTo>
                  <a:cubicBezTo>
                    <a:pt x="3046" y="13518"/>
                    <a:pt x="0" y="10651"/>
                    <a:pt x="0" y="6759"/>
                  </a:cubicBezTo>
                  <a:cubicBezTo>
                    <a:pt x="0" y="2842"/>
                    <a:pt x="3046" y="0"/>
                    <a:pt x="6784" y="0"/>
                  </a:cubicBezTo>
                  <a:cubicBezTo>
                    <a:pt x="10522" y="0"/>
                    <a:pt x="13568" y="2842"/>
                    <a:pt x="13568" y="6759"/>
                  </a:cubicBezTo>
                  <a:close/>
                  <a:moveTo>
                    <a:pt x="10599" y="6759"/>
                  </a:moveTo>
                  <a:cubicBezTo>
                    <a:pt x="10599" y="4327"/>
                    <a:pt x="8833" y="2663"/>
                    <a:pt x="6785" y="2663"/>
                  </a:cubicBezTo>
                  <a:cubicBezTo>
                    <a:pt x="4737" y="2663"/>
                    <a:pt x="2970" y="4327"/>
                    <a:pt x="2970" y="6759"/>
                  </a:cubicBezTo>
                  <a:cubicBezTo>
                    <a:pt x="2970" y="9165"/>
                    <a:pt x="4736" y="10855"/>
                    <a:pt x="6785" y="10855"/>
                  </a:cubicBezTo>
                  <a:cubicBezTo>
                    <a:pt x="8832" y="10855"/>
                    <a:pt x="10599" y="9165"/>
                    <a:pt x="10599" y="6759"/>
                  </a:cubicBezTo>
                  <a:close/>
                </a:path>
              </a:pathLst>
            </a:custGeom>
            <a:solidFill>
              <a:srgbClr val="AEB3B7"/>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595959"/>
                </a:solidFill>
                <a:latin typeface="Arial"/>
                <a:ea typeface="Arial"/>
                <a:cs typeface="Arial"/>
                <a:sym typeface="Arial"/>
              </a:endParaRPr>
            </a:p>
          </p:txBody>
        </p:sp>
        <p:sp>
          <p:nvSpPr>
            <p:cNvPr id="6" name="Google Shape;991;p112">
              <a:extLst>
                <a:ext uri="{FF2B5EF4-FFF2-40B4-BE49-F238E27FC236}">
                  <a16:creationId xmlns:a16="http://schemas.microsoft.com/office/drawing/2014/main" id="{D357E86F-3B72-8E99-11CC-D5F5D82449D5}"/>
                </a:ext>
              </a:extLst>
            </p:cNvPr>
            <p:cNvSpPr/>
            <p:nvPr/>
          </p:nvSpPr>
          <p:spPr>
            <a:xfrm>
              <a:off x="910400" y="187300"/>
              <a:ext cx="339200" cy="337950"/>
            </a:xfrm>
            <a:custGeom>
              <a:avLst/>
              <a:gdLst/>
              <a:ahLst/>
              <a:cxnLst/>
              <a:rect l="l" t="t" r="r" b="b"/>
              <a:pathLst>
                <a:path w="13568" h="13518" extrusionOk="0">
                  <a:moveTo>
                    <a:pt x="13568" y="6759"/>
                  </a:moveTo>
                  <a:cubicBezTo>
                    <a:pt x="13568" y="10650"/>
                    <a:pt x="10522" y="13518"/>
                    <a:pt x="6784" y="13518"/>
                  </a:cubicBezTo>
                  <a:cubicBezTo>
                    <a:pt x="3046" y="13518"/>
                    <a:pt x="0" y="10651"/>
                    <a:pt x="0" y="6759"/>
                  </a:cubicBezTo>
                  <a:cubicBezTo>
                    <a:pt x="0" y="2842"/>
                    <a:pt x="3046" y="0"/>
                    <a:pt x="6784" y="0"/>
                  </a:cubicBezTo>
                  <a:cubicBezTo>
                    <a:pt x="10522" y="0"/>
                    <a:pt x="13568" y="2842"/>
                    <a:pt x="13568" y="6759"/>
                  </a:cubicBezTo>
                  <a:close/>
                  <a:moveTo>
                    <a:pt x="10599" y="6759"/>
                  </a:moveTo>
                  <a:cubicBezTo>
                    <a:pt x="10599" y="4327"/>
                    <a:pt x="8833" y="2663"/>
                    <a:pt x="6785" y="2663"/>
                  </a:cubicBezTo>
                  <a:cubicBezTo>
                    <a:pt x="4737" y="2663"/>
                    <a:pt x="2970" y="4327"/>
                    <a:pt x="2970" y="6759"/>
                  </a:cubicBezTo>
                  <a:cubicBezTo>
                    <a:pt x="2970" y="9165"/>
                    <a:pt x="4736" y="10855"/>
                    <a:pt x="6785" y="10855"/>
                  </a:cubicBezTo>
                  <a:cubicBezTo>
                    <a:pt x="8832" y="10855"/>
                    <a:pt x="10599" y="9165"/>
                    <a:pt x="10599" y="6759"/>
                  </a:cubicBezTo>
                  <a:close/>
                </a:path>
              </a:pathLst>
            </a:custGeom>
            <a:solidFill>
              <a:srgbClr val="AEB3B7"/>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595959"/>
                </a:solidFill>
                <a:latin typeface="Arial"/>
                <a:ea typeface="Arial"/>
                <a:cs typeface="Arial"/>
                <a:sym typeface="Arial"/>
              </a:endParaRPr>
            </a:p>
          </p:txBody>
        </p:sp>
        <p:sp>
          <p:nvSpPr>
            <p:cNvPr id="7" name="Google Shape;992;p112">
              <a:extLst>
                <a:ext uri="{FF2B5EF4-FFF2-40B4-BE49-F238E27FC236}">
                  <a16:creationId xmlns:a16="http://schemas.microsoft.com/office/drawing/2014/main" id="{864FE51D-B397-430F-78F9-58C43EAC382C}"/>
                </a:ext>
              </a:extLst>
            </p:cNvPr>
            <p:cNvSpPr/>
            <p:nvPr/>
          </p:nvSpPr>
          <p:spPr>
            <a:xfrm>
              <a:off x="1280400" y="187325"/>
              <a:ext cx="323850" cy="489600"/>
            </a:xfrm>
            <a:custGeom>
              <a:avLst/>
              <a:gdLst/>
              <a:ahLst/>
              <a:cxnLst/>
              <a:rect l="l" t="t" r="r" b="b"/>
              <a:pathLst>
                <a:path w="12954" h="19584" extrusionOk="0">
                  <a:moveTo>
                    <a:pt x="12954" y="409"/>
                  </a:moveTo>
                  <a:lnTo>
                    <a:pt x="12954" y="12544"/>
                  </a:lnTo>
                  <a:cubicBezTo>
                    <a:pt x="12954" y="17536"/>
                    <a:pt x="10010" y="19584"/>
                    <a:pt x="6528" y="19584"/>
                  </a:cubicBezTo>
                  <a:cubicBezTo>
                    <a:pt x="3251" y="19584"/>
                    <a:pt x="1280" y="17382"/>
                    <a:pt x="537" y="15590"/>
                  </a:cubicBezTo>
                  <a:lnTo>
                    <a:pt x="3123" y="14515"/>
                  </a:lnTo>
                  <a:cubicBezTo>
                    <a:pt x="3584" y="15616"/>
                    <a:pt x="4710" y="16922"/>
                    <a:pt x="6528" y="16922"/>
                  </a:cubicBezTo>
                  <a:cubicBezTo>
                    <a:pt x="8755" y="16922"/>
                    <a:pt x="10138" y="15539"/>
                    <a:pt x="10138" y="12954"/>
                  </a:cubicBezTo>
                  <a:lnTo>
                    <a:pt x="10138" y="11981"/>
                  </a:lnTo>
                  <a:lnTo>
                    <a:pt x="10036" y="11981"/>
                  </a:lnTo>
                  <a:cubicBezTo>
                    <a:pt x="9370" y="12800"/>
                    <a:pt x="8090" y="13517"/>
                    <a:pt x="6477" y="13517"/>
                  </a:cubicBezTo>
                  <a:cubicBezTo>
                    <a:pt x="3098" y="13517"/>
                    <a:pt x="0" y="10573"/>
                    <a:pt x="0" y="6784"/>
                  </a:cubicBezTo>
                  <a:cubicBezTo>
                    <a:pt x="0" y="2969"/>
                    <a:pt x="3098" y="0"/>
                    <a:pt x="6477" y="0"/>
                  </a:cubicBezTo>
                  <a:cubicBezTo>
                    <a:pt x="8090" y="0"/>
                    <a:pt x="9370" y="717"/>
                    <a:pt x="10036" y="1511"/>
                  </a:cubicBezTo>
                  <a:lnTo>
                    <a:pt x="10138" y="1511"/>
                  </a:lnTo>
                  <a:lnTo>
                    <a:pt x="10138" y="409"/>
                  </a:lnTo>
                  <a:lnTo>
                    <a:pt x="12954" y="409"/>
                  </a:lnTo>
                  <a:close/>
                  <a:moveTo>
                    <a:pt x="10343" y="6784"/>
                  </a:moveTo>
                  <a:cubicBezTo>
                    <a:pt x="10343" y="4403"/>
                    <a:pt x="8756" y="2662"/>
                    <a:pt x="6733" y="2662"/>
                  </a:cubicBezTo>
                  <a:cubicBezTo>
                    <a:pt x="4685" y="2662"/>
                    <a:pt x="2970" y="4403"/>
                    <a:pt x="2970" y="6784"/>
                  </a:cubicBezTo>
                  <a:cubicBezTo>
                    <a:pt x="2970" y="9139"/>
                    <a:pt x="4685" y="10855"/>
                    <a:pt x="6733" y="10855"/>
                  </a:cubicBezTo>
                  <a:cubicBezTo>
                    <a:pt x="8755" y="10854"/>
                    <a:pt x="10343" y="9139"/>
                    <a:pt x="10343" y="6784"/>
                  </a:cubicBezTo>
                  <a:close/>
                </a:path>
              </a:pathLst>
            </a:custGeom>
            <a:solidFill>
              <a:srgbClr val="AEB3B7"/>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595959"/>
                </a:solidFill>
                <a:latin typeface="Arial"/>
                <a:ea typeface="Arial"/>
                <a:cs typeface="Arial"/>
                <a:sym typeface="Arial"/>
              </a:endParaRPr>
            </a:p>
          </p:txBody>
        </p:sp>
        <p:sp>
          <p:nvSpPr>
            <p:cNvPr id="8" name="Google Shape;993;p112">
              <a:extLst>
                <a:ext uri="{FF2B5EF4-FFF2-40B4-BE49-F238E27FC236}">
                  <a16:creationId xmlns:a16="http://schemas.microsoft.com/office/drawing/2014/main" id="{835FB7E2-A212-90CA-AC57-514E240FBEA5}"/>
                </a:ext>
              </a:extLst>
            </p:cNvPr>
            <p:cNvSpPr/>
            <p:nvPr/>
          </p:nvSpPr>
          <p:spPr>
            <a:xfrm>
              <a:off x="1655750" y="20000"/>
              <a:ext cx="74250" cy="495000"/>
            </a:xfrm>
            <a:custGeom>
              <a:avLst/>
              <a:gdLst/>
              <a:ahLst/>
              <a:cxnLst/>
              <a:rect l="l" t="t" r="r" b="b"/>
              <a:pathLst>
                <a:path w="2970" h="19800" extrusionOk="0">
                  <a:moveTo>
                    <a:pt x="2970" y="0"/>
                  </a:moveTo>
                  <a:lnTo>
                    <a:pt x="2970" y="19800"/>
                  </a:lnTo>
                  <a:lnTo>
                    <a:pt x="0" y="19800"/>
                  </a:lnTo>
                  <a:lnTo>
                    <a:pt x="0" y="0"/>
                  </a:lnTo>
                  <a:lnTo>
                    <a:pt x="2970" y="0"/>
                  </a:lnTo>
                  <a:close/>
                </a:path>
              </a:pathLst>
            </a:custGeom>
            <a:solidFill>
              <a:srgbClr val="AEB3B7"/>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595959"/>
                </a:solidFill>
                <a:latin typeface="Arial"/>
                <a:ea typeface="Arial"/>
                <a:cs typeface="Arial"/>
                <a:sym typeface="Arial"/>
              </a:endParaRPr>
            </a:p>
          </p:txBody>
        </p:sp>
        <p:sp>
          <p:nvSpPr>
            <p:cNvPr id="9" name="Google Shape;994;p112">
              <a:extLst>
                <a:ext uri="{FF2B5EF4-FFF2-40B4-BE49-F238E27FC236}">
                  <a16:creationId xmlns:a16="http://schemas.microsoft.com/office/drawing/2014/main" id="{1891D35D-41CC-8EB5-E311-BF4986D2A971}"/>
                </a:ext>
              </a:extLst>
            </p:cNvPr>
            <p:cNvSpPr/>
            <p:nvPr/>
          </p:nvSpPr>
          <p:spPr>
            <a:xfrm>
              <a:off x="1765825" y="187275"/>
              <a:ext cx="311700" cy="337950"/>
            </a:xfrm>
            <a:custGeom>
              <a:avLst/>
              <a:gdLst/>
              <a:ahLst/>
              <a:cxnLst/>
              <a:rect l="l" t="t" r="r" b="b"/>
              <a:pathLst>
                <a:path w="12468" h="13518" extrusionOk="0">
                  <a:moveTo>
                    <a:pt x="10035" y="8987"/>
                  </a:moveTo>
                  <a:lnTo>
                    <a:pt x="12339" y="10523"/>
                  </a:lnTo>
                  <a:cubicBezTo>
                    <a:pt x="11596" y="11624"/>
                    <a:pt x="9804" y="13518"/>
                    <a:pt x="6707" y="13518"/>
                  </a:cubicBezTo>
                  <a:cubicBezTo>
                    <a:pt x="2867" y="13518"/>
                    <a:pt x="0" y="10548"/>
                    <a:pt x="0" y="6759"/>
                  </a:cubicBezTo>
                  <a:cubicBezTo>
                    <a:pt x="0" y="2739"/>
                    <a:pt x="2893" y="0"/>
                    <a:pt x="6375" y="0"/>
                  </a:cubicBezTo>
                  <a:cubicBezTo>
                    <a:pt x="9882" y="0"/>
                    <a:pt x="11598" y="2791"/>
                    <a:pt x="12161" y="4301"/>
                  </a:cubicBezTo>
                  <a:lnTo>
                    <a:pt x="12468" y="5069"/>
                  </a:lnTo>
                  <a:lnTo>
                    <a:pt x="3431" y="8807"/>
                  </a:lnTo>
                  <a:cubicBezTo>
                    <a:pt x="4122" y="10164"/>
                    <a:pt x="5198" y="10855"/>
                    <a:pt x="6708" y="10855"/>
                  </a:cubicBezTo>
                  <a:cubicBezTo>
                    <a:pt x="8217" y="10856"/>
                    <a:pt x="9267" y="10114"/>
                    <a:pt x="10035" y="8987"/>
                  </a:cubicBezTo>
                  <a:close/>
                  <a:moveTo>
                    <a:pt x="2943" y="6555"/>
                  </a:moveTo>
                  <a:lnTo>
                    <a:pt x="8985" y="4046"/>
                  </a:lnTo>
                  <a:cubicBezTo>
                    <a:pt x="8652" y="3201"/>
                    <a:pt x="7654" y="2612"/>
                    <a:pt x="6476" y="2612"/>
                  </a:cubicBezTo>
                  <a:cubicBezTo>
                    <a:pt x="4966" y="2613"/>
                    <a:pt x="2867" y="3944"/>
                    <a:pt x="2943" y="6555"/>
                  </a:cubicBezTo>
                  <a:close/>
                </a:path>
              </a:pathLst>
            </a:custGeom>
            <a:solidFill>
              <a:srgbClr val="AEB3B7"/>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595959"/>
                </a:solidFill>
                <a:latin typeface="Arial"/>
                <a:ea typeface="Arial"/>
                <a:cs typeface="Arial"/>
                <a:sym typeface="Arial"/>
              </a:endParaRPr>
            </a:p>
          </p:txBody>
        </p:sp>
      </p:grpSp>
    </p:spTree>
    <p:extLst>
      <p:ext uri="{BB962C8B-B14F-4D97-AF65-F5344CB8AC3E}">
        <p14:creationId xmlns:p14="http://schemas.microsoft.com/office/powerpoint/2010/main" val="3427928653"/>
      </p:ext>
    </p:extLst>
  </p:cSld>
  <p:clrMap bg1="lt1" tx1="dk1" bg2="dk2" tx2="lt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 id="2147483674" r:id="rId13"/>
    <p:sldLayoutId id="2147483675" r:id="rId14"/>
    <p:sldLayoutId id="2147483676" r:id="rId15"/>
    <p:sldLayoutId id="2147483677" r:id="rId16"/>
    <p:sldLayoutId id="2147483678" r:id="rId17"/>
    <p:sldLayoutId id="2147483679" r:id="rId18"/>
    <p:sldLayoutId id="2147483680" r:id="rId19"/>
    <p:sldLayoutId id="2147483681" r:id="rId20"/>
    <p:sldLayoutId id="2147483682" r:id="rId21"/>
    <p:sldLayoutId id="2147483683" r:id="rId22"/>
    <p:sldLayoutId id="2147483684" r:id="rId23"/>
    <p:sldLayoutId id="2147483685" r:id="rId24"/>
    <p:sldLayoutId id="2147483686" r:id="rId25"/>
    <p:sldLayoutId id="2147483687" r:id="rId26"/>
    <p:sldLayoutId id="2147483688" r:id="rId27"/>
    <p:sldLayoutId id="2147483689" r:id="rId28"/>
    <p:sldLayoutId id="2147483690" r:id="rId29"/>
    <p:sldLayoutId id="2147483691" r:id="rId30"/>
    <p:sldLayoutId id="2147483692" r:id="rId31"/>
    <p:sldLayoutId id="2147483693" r:id="rId32"/>
    <p:sldLayoutId id="2147483694" r:id="rId3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3.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1.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259B29-5E41-A4CE-3621-6807EE561015}"/>
              </a:ext>
            </a:extLst>
          </p:cNvPr>
          <p:cNvSpPr>
            <a:spLocks noGrp="1"/>
          </p:cNvSpPr>
          <p:nvPr>
            <p:ph type="title"/>
          </p:nvPr>
        </p:nvSpPr>
        <p:spPr/>
        <p:txBody>
          <a:bodyPr/>
          <a:lstStyle/>
          <a:p>
            <a:r>
              <a:rPr lang="en-US"/>
              <a:t>Project Template</a:t>
            </a:r>
          </a:p>
        </p:txBody>
      </p:sp>
    </p:spTree>
    <p:extLst>
      <p:ext uri="{BB962C8B-B14F-4D97-AF65-F5344CB8AC3E}">
        <p14:creationId xmlns:p14="http://schemas.microsoft.com/office/powerpoint/2010/main" val="109533371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FC75BE9-372D-387E-B339-82A45958298C}"/>
              </a:ext>
            </a:extLst>
          </p:cNvPr>
          <p:cNvSpPr>
            <a:spLocks noGrp="1"/>
          </p:cNvSpPr>
          <p:nvPr>
            <p:ph type="title"/>
          </p:nvPr>
        </p:nvSpPr>
        <p:spPr/>
        <p:txBody>
          <a:bodyPr/>
          <a:lstStyle/>
          <a:p>
            <a:endParaRPr lang="en-US"/>
          </a:p>
        </p:txBody>
      </p:sp>
      <p:sp>
        <p:nvSpPr>
          <p:cNvPr id="5" name="TextBox 4">
            <a:extLst>
              <a:ext uri="{FF2B5EF4-FFF2-40B4-BE49-F238E27FC236}">
                <a16:creationId xmlns:a16="http://schemas.microsoft.com/office/drawing/2014/main" id="{7F13DD07-4D74-BA47-46BD-CF65389B084A}"/>
              </a:ext>
            </a:extLst>
          </p:cNvPr>
          <p:cNvSpPr txBox="1"/>
          <p:nvPr/>
        </p:nvSpPr>
        <p:spPr>
          <a:xfrm>
            <a:off x="1244009" y="1786270"/>
            <a:ext cx="9611326" cy="2308324"/>
          </a:xfrm>
          <a:prstGeom prst="rect">
            <a:avLst/>
          </a:prstGeom>
          <a:noFill/>
        </p:spPr>
        <p:txBody>
          <a:bodyPr wrap="square">
            <a:spAutoFit/>
          </a:bodyPr>
          <a:lstStyle/>
          <a:p>
            <a:r>
              <a:rPr lang="en-US" altLang="zh-CN" dirty="0">
                <a:solidFill>
                  <a:srgbClr val="C00000"/>
                </a:solidFill>
              </a:rPr>
              <a:t>Please</a:t>
            </a:r>
            <a:r>
              <a:rPr lang="zh-CN" altLang="en-US" dirty="0">
                <a:solidFill>
                  <a:srgbClr val="C00000"/>
                </a:solidFill>
              </a:rPr>
              <a:t> </a:t>
            </a:r>
            <a:r>
              <a:rPr lang="en-US" altLang="zh-CN" dirty="0">
                <a:solidFill>
                  <a:srgbClr val="C00000"/>
                </a:solidFill>
              </a:rPr>
              <a:t>use</a:t>
            </a:r>
            <a:r>
              <a:rPr lang="zh-CN" altLang="en-US" dirty="0">
                <a:solidFill>
                  <a:srgbClr val="C00000"/>
                </a:solidFill>
              </a:rPr>
              <a:t> </a:t>
            </a:r>
            <a:r>
              <a:rPr lang="en-US" altLang="zh-CN" dirty="0">
                <a:solidFill>
                  <a:srgbClr val="C00000"/>
                </a:solidFill>
              </a:rPr>
              <a:t>your</a:t>
            </a:r>
            <a:r>
              <a:rPr lang="zh-CN" altLang="en-US" dirty="0">
                <a:solidFill>
                  <a:srgbClr val="C00000"/>
                </a:solidFill>
              </a:rPr>
              <a:t> </a:t>
            </a:r>
            <a:r>
              <a:rPr lang="en-US" altLang="zh-CN" dirty="0">
                <a:solidFill>
                  <a:srgbClr val="C00000"/>
                </a:solidFill>
              </a:rPr>
              <a:t>template.</a:t>
            </a:r>
            <a:r>
              <a:rPr lang="zh-CN" altLang="en-US" dirty="0">
                <a:solidFill>
                  <a:srgbClr val="C00000"/>
                </a:solidFill>
              </a:rPr>
              <a:t> </a:t>
            </a:r>
            <a:r>
              <a:rPr lang="en-US" altLang="zh-CN" dirty="0">
                <a:solidFill>
                  <a:srgbClr val="C00000"/>
                </a:solidFill>
              </a:rPr>
              <a:t>This</a:t>
            </a:r>
            <a:r>
              <a:rPr lang="zh-CN" altLang="en-US" dirty="0">
                <a:solidFill>
                  <a:srgbClr val="C00000"/>
                </a:solidFill>
              </a:rPr>
              <a:t> </a:t>
            </a:r>
            <a:r>
              <a:rPr lang="en-US" altLang="zh-CN" dirty="0">
                <a:solidFill>
                  <a:srgbClr val="C00000"/>
                </a:solidFill>
              </a:rPr>
              <a:t>one</a:t>
            </a:r>
            <a:r>
              <a:rPr lang="zh-CN" altLang="en-US" dirty="0">
                <a:solidFill>
                  <a:srgbClr val="C00000"/>
                </a:solidFill>
              </a:rPr>
              <a:t> </a:t>
            </a:r>
            <a:r>
              <a:rPr lang="en-US" altLang="zh-CN" dirty="0">
                <a:solidFill>
                  <a:srgbClr val="C00000"/>
                </a:solidFill>
              </a:rPr>
              <a:t>provides structure guidance. Ensure the presentation slides include all necessary supporting materials.</a:t>
            </a:r>
            <a:r>
              <a:rPr lang="zh-CN" altLang="en-US" dirty="0">
                <a:solidFill>
                  <a:srgbClr val="C00000"/>
                </a:solidFill>
              </a:rPr>
              <a:t> </a:t>
            </a:r>
            <a:r>
              <a:rPr lang="en-US" altLang="zh-CN" dirty="0">
                <a:solidFill>
                  <a:srgbClr val="C00000"/>
                </a:solidFill>
              </a:rPr>
              <a:t>Rehearse the presentation beforehand to improve your time management.</a:t>
            </a:r>
          </a:p>
          <a:p>
            <a:endParaRPr lang="en-US" dirty="0">
              <a:solidFill>
                <a:srgbClr val="C00000"/>
              </a:solidFill>
            </a:endParaRPr>
          </a:p>
          <a:p>
            <a:r>
              <a:rPr lang="en-US" altLang="zh-CN" dirty="0">
                <a:solidFill>
                  <a:srgbClr val="C00000"/>
                </a:solidFill>
              </a:rPr>
              <a:t>Teams</a:t>
            </a:r>
            <a:r>
              <a:rPr lang="zh-CN" altLang="en-US" dirty="0">
                <a:solidFill>
                  <a:srgbClr val="C00000"/>
                </a:solidFill>
              </a:rPr>
              <a:t> </a:t>
            </a:r>
            <a:r>
              <a:rPr lang="en-US" altLang="zh-CN" dirty="0">
                <a:solidFill>
                  <a:srgbClr val="C00000"/>
                </a:solidFill>
              </a:rPr>
              <a:t>should</a:t>
            </a:r>
            <a:r>
              <a:rPr lang="zh-CN" altLang="en-US" dirty="0">
                <a:solidFill>
                  <a:srgbClr val="C00000"/>
                </a:solidFill>
              </a:rPr>
              <a:t> </a:t>
            </a:r>
            <a:r>
              <a:rPr lang="en-US" altLang="zh-CN" dirty="0">
                <a:solidFill>
                  <a:srgbClr val="C00000"/>
                </a:solidFill>
              </a:rPr>
              <a:t>have</a:t>
            </a:r>
            <a:r>
              <a:rPr lang="zh-CN" altLang="en-US" dirty="0">
                <a:solidFill>
                  <a:srgbClr val="C00000"/>
                </a:solidFill>
              </a:rPr>
              <a:t> </a:t>
            </a:r>
            <a:r>
              <a:rPr lang="en-US" altLang="zh-CN" dirty="0">
                <a:solidFill>
                  <a:srgbClr val="C00000"/>
                </a:solidFill>
              </a:rPr>
              <a:t>internal</a:t>
            </a:r>
            <a:r>
              <a:rPr lang="zh-CN" altLang="en-US" dirty="0">
                <a:solidFill>
                  <a:srgbClr val="C00000"/>
                </a:solidFill>
              </a:rPr>
              <a:t> </a:t>
            </a:r>
            <a:r>
              <a:rPr lang="en-US" altLang="zh-CN" dirty="0">
                <a:solidFill>
                  <a:srgbClr val="C00000"/>
                </a:solidFill>
              </a:rPr>
              <a:t>work</a:t>
            </a:r>
            <a:r>
              <a:rPr lang="zh-CN" altLang="en-US" dirty="0">
                <a:solidFill>
                  <a:srgbClr val="C00000"/>
                </a:solidFill>
              </a:rPr>
              <a:t> </a:t>
            </a:r>
            <a:r>
              <a:rPr lang="en-US" altLang="zh-CN" dirty="0">
                <a:solidFill>
                  <a:srgbClr val="C00000"/>
                </a:solidFill>
              </a:rPr>
              <a:t>assignment</a:t>
            </a:r>
            <a:r>
              <a:rPr lang="en-HK" altLang="zh-CN" dirty="0">
                <a:solidFill>
                  <a:srgbClr val="C00000"/>
                </a:solidFill>
              </a:rPr>
              <a:t>s and evaluation criteria. Not </a:t>
            </a:r>
            <a:r>
              <a:rPr lang="en-US" altLang="zh-CN" dirty="0">
                <a:solidFill>
                  <a:srgbClr val="C00000"/>
                </a:solidFill>
              </a:rPr>
              <a:t>all</a:t>
            </a:r>
            <a:r>
              <a:rPr lang="zh-CN" altLang="en-US" dirty="0">
                <a:solidFill>
                  <a:srgbClr val="C00000"/>
                </a:solidFill>
              </a:rPr>
              <a:t> </a:t>
            </a:r>
            <a:r>
              <a:rPr lang="en-US" altLang="zh-CN" dirty="0">
                <a:solidFill>
                  <a:srgbClr val="C00000"/>
                </a:solidFill>
              </a:rPr>
              <a:t>students</a:t>
            </a:r>
            <a:r>
              <a:rPr lang="zh-CN" altLang="en-US" dirty="0">
                <a:solidFill>
                  <a:srgbClr val="C00000"/>
                </a:solidFill>
              </a:rPr>
              <a:t> </a:t>
            </a:r>
            <a:r>
              <a:rPr lang="en-US" altLang="zh-CN" dirty="0">
                <a:solidFill>
                  <a:srgbClr val="C00000"/>
                </a:solidFill>
              </a:rPr>
              <a:t>need</a:t>
            </a:r>
            <a:r>
              <a:rPr lang="zh-CN" altLang="en-US" dirty="0">
                <a:solidFill>
                  <a:srgbClr val="C00000"/>
                </a:solidFill>
              </a:rPr>
              <a:t> </a:t>
            </a:r>
            <a:r>
              <a:rPr lang="en-US" altLang="zh-CN" dirty="0">
                <a:solidFill>
                  <a:srgbClr val="C00000"/>
                </a:solidFill>
              </a:rPr>
              <a:t>to</a:t>
            </a:r>
            <a:r>
              <a:rPr lang="zh-CN" altLang="en-US" dirty="0">
                <a:solidFill>
                  <a:srgbClr val="C00000"/>
                </a:solidFill>
              </a:rPr>
              <a:t> </a:t>
            </a:r>
            <a:r>
              <a:rPr lang="en-US" altLang="zh-CN" dirty="0">
                <a:solidFill>
                  <a:srgbClr val="C00000"/>
                </a:solidFill>
              </a:rPr>
              <a:t>present,</a:t>
            </a:r>
            <a:r>
              <a:rPr lang="zh-CN" altLang="en-US" dirty="0">
                <a:solidFill>
                  <a:srgbClr val="C00000"/>
                </a:solidFill>
              </a:rPr>
              <a:t> </a:t>
            </a:r>
            <a:r>
              <a:rPr lang="en-US" altLang="zh-CN" dirty="0">
                <a:solidFill>
                  <a:srgbClr val="C00000"/>
                </a:solidFill>
              </a:rPr>
              <a:t>and</a:t>
            </a:r>
            <a:r>
              <a:rPr lang="zh-CN" altLang="en-US" dirty="0">
                <a:solidFill>
                  <a:srgbClr val="C00000"/>
                </a:solidFill>
              </a:rPr>
              <a:t> </a:t>
            </a:r>
            <a:r>
              <a:rPr lang="en-US" altLang="zh-CN" dirty="0">
                <a:solidFill>
                  <a:srgbClr val="C00000"/>
                </a:solidFill>
              </a:rPr>
              <a:t>peer</a:t>
            </a:r>
            <a:r>
              <a:rPr lang="zh-CN" altLang="en-US" dirty="0">
                <a:solidFill>
                  <a:srgbClr val="C00000"/>
                </a:solidFill>
              </a:rPr>
              <a:t> </a:t>
            </a:r>
            <a:r>
              <a:rPr lang="en-US" altLang="zh-CN" dirty="0">
                <a:solidFill>
                  <a:srgbClr val="C00000"/>
                </a:solidFill>
              </a:rPr>
              <a:t>evaluation</a:t>
            </a:r>
            <a:r>
              <a:rPr lang="zh-CN" altLang="en-US" dirty="0">
                <a:solidFill>
                  <a:srgbClr val="C00000"/>
                </a:solidFill>
              </a:rPr>
              <a:t> </a:t>
            </a:r>
            <a:r>
              <a:rPr lang="en-US" altLang="zh-CN" dirty="0">
                <a:solidFill>
                  <a:srgbClr val="C00000"/>
                </a:solidFill>
              </a:rPr>
              <a:t>would</a:t>
            </a:r>
            <a:r>
              <a:rPr lang="zh-CN" altLang="en-US" dirty="0">
                <a:solidFill>
                  <a:srgbClr val="C00000"/>
                </a:solidFill>
              </a:rPr>
              <a:t> </a:t>
            </a:r>
            <a:r>
              <a:rPr lang="en-US" altLang="zh-CN" dirty="0">
                <a:solidFill>
                  <a:srgbClr val="C00000"/>
                </a:solidFill>
              </a:rPr>
              <a:t>determine</a:t>
            </a:r>
            <a:r>
              <a:rPr lang="zh-CN" altLang="en-US" dirty="0">
                <a:solidFill>
                  <a:srgbClr val="C00000"/>
                </a:solidFill>
              </a:rPr>
              <a:t> </a:t>
            </a:r>
            <a:r>
              <a:rPr lang="en-US" altLang="zh-CN" dirty="0">
                <a:solidFill>
                  <a:srgbClr val="C00000"/>
                </a:solidFill>
              </a:rPr>
              <a:t>the</a:t>
            </a:r>
            <a:r>
              <a:rPr lang="zh-CN" altLang="en-US" dirty="0">
                <a:solidFill>
                  <a:srgbClr val="C00000"/>
                </a:solidFill>
              </a:rPr>
              <a:t> </a:t>
            </a:r>
            <a:r>
              <a:rPr lang="en-US" altLang="zh-CN" dirty="0">
                <a:solidFill>
                  <a:srgbClr val="C00000"/>
                </a:solidFill>
              </a:rPr>
              <a:t>final</a:t>
            </a:r>
            <a:r>
              <a:rPr lang="zh-CN" altLang="en-US" dirty="0">
                <a:solidFill>
                  <a:srgbClr val="C00000"/>
                </a:solidFill>
              </a:rPr>
              <a:t> </a:t>
            </a:r>
            <a:r>
              <a:rPr lang="en-US" altLang="zh-CN" dirty="0">
                <a:solidFill>
                  <a:srgbClr val="C00000"/>
                </a:solidFill>
              </a:rPr>
              <a:t>individual</a:t>
            </a:r>
            <a:r>
              <a:rPr lang="zh-CN" altLang="en-US" dirty="0">
                <a:solidFill>
                  <a:srgbClr val="C00000"/>
                </a:solidFill>
              </a:rPr>
              <a:t> </a:t>
            </a:r>
            <a:r>
              <a:rPr lang="en-US" altLang="zh-CN" dirty="0">
                <a:solidFill>
                  <a:srgbClr val="C00000"/>
                </a:solidFill>
              </a:rPr>
              <a:t>score.</a:t>
            </a:r>
          </a:p>
          <a:p>
            <a:endParaRPr lang="en-US" dirty="0">
              <a:solidFill>
                <a:srgbClr val="C00000"/>
              </a:solidFill>
            </a:endParaRPr>
          </a:p>
          <a:p>
            <a:endParaRPr lang="en-US" dirty="0">
              <a:solidFill>
                <a:srgbClr val="C00000"/>
              </a:solidFill>
            </a:endParaRPr>
          </a:p>
        </p:txBody>
      </p:sp>
    </p:spTree>
    <p:extLst>
      <p:ext uri="{BB962C8B-B14F-4D97-AF65-F5344CB8AC3E}">
        <p14:creationId xmlns:p14="http://schemas.microsoft.com/office/powerpoint/2010/main" val="36488797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C3B5EC-1BCB-6B21-91C4-F2298C7CB876}"/>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956B1FC8-520C-B47A-1623-F31803481EFC}"/>
              </a:ext>
            </a:extLst>
          </p:cNvPr>
          <p:cNvSpPr>
            <a:spLocks noGrp="1"/>
          </p:cNvSpPr>
          <p:nvPr>
            <p:ph type="title"/>
          </p:nvPr>
        </p:nvSpPr>
        <p:spPr/>
        <p:txBody>
          <a:bodyPr/>
          <a:lstStyle/>
          <a:p>
            <a:r>
              <a:rPr lang="en-HK" dirty="0">
                <a:solidFill>
                  <a:srgbClr val="FF0000"/>
                </a:solidFill>
              </a:rPr>
              <a:t>Overview</a:t>
            </a:r>
          </a:p>
        </p:txBody>
      </p:sp>
      <p:sp>
        <p:nvSpPr>
          <p:cNvPr id="9" name="Content Placeholder 8">
            <a:extLst>
              <a:ext uri="{FF2B5EF4-FFF2-40B4-BE49-F238E27FC236}">
                <a16:creationId xmlns:a16="http://schemas.microsoft.com/office/drawing/2014/main" id="{2A3BD0D9-94FB-CF26-4022-CB0E333FFA5F}"/>
              </a:ext>
            </a:extLst>
          </p:cNvPr>
          <p:cNvSpPr>
            <a:spLocks noGrp="1"/>
          </p:cNvSpPr>
          <p:nvPr>
            <p:ph sz="half" idx="1"/>
          </p:nvPr>
        </p:nvSpPr>
        <p:spPr>
          <a:xfrm>
            <a:off x="838200" y="1229817"/>
            <a:ext cx="10515599" cy="5191134"/>
          </a:xfrm>
          <a:noFill/>
        </p:spPr>
        <p:txBody>
          <a:bodyPr wrap="square">
            <a:spAutoFit/>
          </a:bodyPr>
          <a:lstStyle/>
          <a:p>
            <a:pPr marL="0" indent="0">
              <a:buNone/>
            </a:pPr>
            <a:r>
              <a:rPr lang="en-US" sz="1800" kern="1200" dirty="0">
                <a:solidFill>
                  <a:srgbClr val="C00000"/>
                </a:solidFill>
                <a:latin typeface="+mn-lt"/>
                <a:ea typeface="+mn-ea"/>
                <a:cs typeface="+mn-cs"/>
              </a:rPr>
              <a:t>This presentation outline intends to guide students in planning, executing, and writing about their team projects for this course. The outline does not constrain students in their projects, nor do all the elements included need to be part of the team project work (with optional/suggested parts indicated). Students are encouraged to customize the outline to the needs of their projects.</a:t>
            </a:r>
          </a:p>
          <a:p>
            <a:pPr marL="0" indent="0">
              <a:buNone/>
            </a:pPr>
            <a:r>
              <a:rPr lang="en-US" sz="1800" kern="1200" dirty="0">
                <a:solidFill>
                  <a:srgbClr val="C00000"/>
                </a:solidFill>
                <a:latin typeface="+mn-lt"/>
                <a:ea typeface="+mn-ea"/>
                <a:cs typeface="+mn-cs"/>
              </a:rPr>
              <a:t>In this team project, students need to identify an area, conduct investigations to reveal and choose a problem, propose and justify Gen AI-enabled solutions, and work on prototypes (detailed prototyping, technical discussions, and system testing are welcomed).</a:t>
            </a:r>
          </a:p>
          <a:p>
            <a:pPr marL="0" indent="0">
              <a:buNone/>
            </a:pPr>
            <a:r>
              <a:rPr lang="en-US" sz="1800" kern="1200" dirty="0">
                <a:solidFill>
                  <a:srgbClr val="C00000"/>
                </a:solidFill>
                <a:latin typeface="+mn-lt"/>
                <a:ea typeface="+mn-ea"/>
                <a:cs typeface="+mn-cs"/>
              </a:rPr>
              <a:t>Students may choose their methods for working with Gen AI models to generate and test solutions while taking advantage of the available resources. They are also encouraged to adopt skills and knowledge gained from other related classes, such as system design and analysis, prompt engineering, and AI. However, a certain level of system detail, model selection research, and prototyping is required to deliver a convincing solution proposal and demonstrate how the system, if successfully implemented, could impact the identified problem.</a:t>
            </a:r>
          </a:p>
          <a:p>
            <a:pPr marL="0"/>
            <a:endParaRPr lang="en-HK" sz="1800" kern="1200" dirty="0">
              <a:solidFill>
                <a:srgbClr val="C00000"/>
              </a:solidFill>
              <a:latin typeface="+mn-lt"/>
              <a:ea typeface="+mn-ea"/>
              <a:cs typeface="+mn-cs"/>
            </a:endParaRPr>
          </a:p>
        </p:txBody>
      </p:sp>
    </p:spTree>
    <p:extLst>
      <p:ext uri="{BB962C8B-B14F-4D97-AF65-F5344CB8AC3E}">
        <p14:creationId xmlns:p14="http://schemas.microsoft.com/office/powerpoint/2010/main" val="42096954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15BF75-EC58-891F-4EA0-6E4C3B320928}"/>
              </a:ext>
            </a:extLst>
          </p:cNvPr>
          <p:cNvSpPr>
            <a:spLocks noGrp="1"/>
          </p:cNvSpPr>
          <p:nvPr>
            <p:ph type="title"/>
          </p:nvPr>
        </p:nvSpPr>
        <p:spPr/>
        <p:txBody>
          <a:bodyPr/>
          <a:lstStyle/>
          <a:p>
            <a:r>
              <a:rPr lang="en-US"/>
              <a:t>Agenda</a:t>
            </a:r>
            <a:endParaRPr lang="en-US">
              <a:solidFill>
                <a:srgbClr val="FF0000"/>
              </a:solidFill>
            </a:endParaRPr>
          </a:p>
        </p:txBody>
      </p:sp>
      <p:graphicFrame>
        <p:nvGraphicFramePr>
          <p:cNvPr id="3" name="Diagram 2">
            <a:extLst>
              <a:ext uri="{FF2B5EF4-FFF2-40B4-BE49-F238E27FC236}">
                <a16:creationId xmlns:a16="http://schemas.microsoft.com/office/drawing/2014/main" id="{D1FD53B2-F6B8-5205-351D-F48D47D33794}"/>
              </a:ext>
            </a:extLst>
          </p:cNvPr>
          <p:cNvGraphicFramePr/>
          <p:nvPr>
            <p:extLst>
              <p:ext uri="{D42A27DB-BD31-4B8C-83A1-F6EECF244321}">
                <p14:modId xmlns:p14="http://schemas.microsoft.com/office/powerpoint/2010/main" val="112980257"/>
              </p:ext>
            </p:extLst>
          </p:nvPr>
        </p:nvGraphicFramePr>
        <p:xfrm>
          <a:off x="2032000" y="1086833"/>
          <a:ext cx="8128000" cy="541866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99063358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54485D-35B9-957C-CED0-38F38252B1C2}"/>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CBCAFA0F-8F55-517D-7515-5743986334F2}"/>
              </a:ext>
            </a:extLst>
          </p:cNvPr>
          <p:cNvSpPr>
            <a:spLocks noGrp="1"/>
          </p:cNvSpPr>
          <p:nvPr>
            <p:ph type="title"/>
          </p:nvPr>
        </p:nvSpPr>
        <p:spPr/>
        <p:txBody>
          <a:bodyPr/>
          <a:lstStyle/>
          <a:p>
            <a:pPr lvl="0"/>
            <a:r>
              <a:rPr lang="en-GB">
                <a:solidFill>
                  <a:schemeClr val="bg1">
                    <a:lumMod val="50000"/>
                  </a:schemeClr>
                </a:solidFill>
              </a:rPr>
              <a:t>Business Problem (2 min) </a:t>
            </a:r>
            <a:endParaRPr lang="en-GB"/>
          </a:p>
        </p:txBody>
      </p:sp>
      <p:sp>
        <p:nvSpPr>
          <p:cNvPr id="4" name="TextBox 3">
            <a:extLst>
              <a:ext uri="{FF2B5EF4-FFF2-40B4-BE49-F238E27FC236}">
                <a16:creationId xmlns:a16="http://schemas.microsoft.com/office/drawing/2014/main" id="{BA9D1691-85FE-C0FF-7093-FE3FE53C9C2E}"/>
              </a:ext>
            </a:extLst>
          </p:cNvPr>
          <p:cNvSpPr txBox="1"/>
          <p:nvPr/>
        </p:nvSpPr>
        <p:spPr>
          <a:xfrm>
            <a:off x="859221" y="1280992"/>
            <a:ext cx="10639096" cy="4998783"/>
          </a:xfrm>
          <a:prstGeom prst="rect">
            <a:avLst/>
          </a:prstGeom>
          <a:noFill/>
        </p:spPr>
        <p:txBody>
          <a:bodyPr wrap="square">
            <a:noAutofit/>
          </a:bodyPr>
          <a:lstStyle/>
          <a:p>
            <a:pPr marL="285750" indent="-285750" algn="l" rtl="0">
              <a:lnSpc>
                <a:spcPts val="2100"/>
              </a:lnSpc>
              <a:spcBef>
                <a:spcPts val="600"/>
              </a:spcBef>
              <a:spcAft>
                <a:spcPts val="600"/>
              </a:spcAft>
              <a:buFont typeface="Arial" panose="020B0604020202020204" pitchFamily="34" charset="0"/>
              <a:buChar char="•"/>
            </a:pPr>
            <a:r>
              <a:rPr lang="en-HK" b="1" i="0" u="none" strike="noStrike">
                <a:solidFill>
                  <a:srgbClr val="1B1C1D"/>
                </a:solidFill>
                <a:effectLst/>
                <a:latin typeface="Google Sans" panose="020B08030305020B0204" pitchFamily="34" charset="0"/>
              </a:rPr>
              <a:t>Detailed Problem Description:</a:t>
            </a:r>
            <a:r>
              <a:rPr lang="en-HK" b="0" i="0" u="none" strike="noStrike">
                <a:solidFill>
                  <a:srgbClr val="1B1C1D"/>
                </a:solidFill>
                <a:effectLst/>
                <a:latin typeface="Google Sans" panose="020B08030305020B0204" pitchFamily="34" charset="0"/>
              </a:rPr>
              <a:t> </a:t>
            </a:r>
          </a:p>
          <a:p>
            <a:pPr marL="742950" lvl="1" indent="-285750" algn="l" rtl="0">
              <a:lnSpc>
                <a:spcPts val="2100"/>
              </a:lnSpc>
              <a:spcBef>
                <a:spcPts val="600"/>
              </a:spcBef>
              <a:spcAft>
                <a:spcPts val="600"/>
              </a:spcAft>
              <a:buFont typeface="Arial" panose="020B0604020202020204" pitchFamily="34" charset="0"/>
              <a:buChar char="•"/>
            </a:pPr>
            <a:r>
              <a:rPr lang="en-HK" b="1" i="0" u="none" strike="noStrike">
                <a:solidFill>
                  <a:srgbClr val="1B1C1D"/>
                </a:solidFill>
                <a:effectLst/>
                <a:latin typeface="Google Sans" panose="020B08030305020B0204" pitchFamily="34" charset="0"/>
              </a:rPr>
              <a:t>Impact of the Problem:</a:t>
            </a:r>
            <a:r>
              <a:rPr lang="en-HK" b="0" i="0" u="none" strike="noStrike">
                <a:solidFill>
                  <a:srgbClr val="1B1C1D"/>
                </a:solidFill>
                <a:effectLst/>
                <a:latin typeface="Google Sans" panose="020B08030305020B0204" pitchFamily="34" charset="0"/>
              </a:rPr>
              <a:t> Quantify the negative impact of the problem on the business. Use data or realistic estimations. What are the current inefficiencies, costs, or lost opportunities?</a:t>
            </a:r>
          </a:p>
          <a:p>
            <a:pPr marL="742950" lvl="1" indent="-285750" algn="l" rtl="0">
              <a:lnSpc>
                <a:spcPts val="2100"/>
              </a:lnSpc>
              <a:spcBef>
                <a:spcPts val="600"/>
              </a:spcBef>
              <a:spcAft>
                <a:spcPts val="600"/>
              </a:spcAft>
              <a:buFont typeface="Arial" panose="020B0604020202020204" pitchFamily="34" charset="0"/>
              <a:buChar char="•"/>
            </a:pPr>
            <a:r>
              <a:rPr lang="en-HK" b="1" i="0" u="none" strike="noStrike">
                <a:solidFill>
                  <a:srgbClr val="1B1C1D"/>
                </a:solidFill>
                <a:effectLst/>
                <a:latin typeface="Google Sans" panose="020B08030305020B0204" pitchFamily="34" charset="0"/>
              </a:rPr>
              <a:t>Current Solutions (and their limitations):</a:t>
            </a:r>
            <a:r>
              <a:rPr lang="en-HK" b="0" i="0" u="none" strike="noStrike">
                <a:solidFill>
                  <a:srgbClr val="1B1C1D"/>
                </a:solidFill>
                <a:effectLst/>
                <a:latin typeface="Google Sans" panose="020B08030305020B0204" pitchFamily="34" charset="0"/>
              </a:rPr>
              <a:t> Briefly mention existing methods or solutions currently used to address this problem (if any). Highlight their shortcomings and why a new approach is needed. This sets the stage for the GenAI solution.</a:t>
            </a:r>
          </a:p>
          <a:p>
            <a:pPr marL="285750" indent="-285750" algn="l" rtl="0">
              <a:lnSpc>
                <a:spcPts val="2100"/>
              </a:lnSpc>
              <a:spcBef>
                <a:spcPts val="600"/>
              </a:spcBef>
              <a:spcAft>
                <a:spcPts val="600"/>
              </a:spcAft>
              <a:buFont typeface="Arial" panose="020B0604020202020204" pitchFamily="34" charset="0"/>
              <a:buChar char="•"/>
            </a:pPr>
            <a:r>
              <a:rPr lang="en-HK" b="1" i="0" u="none" strike="noStrike">
                <a:solidFill>
                  <a:srgbClr val="1B1C1D"/>
                </a:solidFill>
                <a:effectLst/>
                <a:latin typeface="Google Sans" panose="020B08030305020B0204" pitchFamily="34" charset="0"/>
              </a:rPr>
              <a:t>Target Audience/Users:</a:t>
            </a:r>
            <a:r>
              <a:rPr lang="en-HK" b="0" i="0" u="none" strike="noStrike">
                <a:solidFill>
                  <a:srgbClr val="1B1C1D"/>
                </a:solidFill>
                <a:effectLst/>
                <a:latin typeface="Google Sans" panose="020B08030305020B0204" pitchFamily="34" charset="0"/>
              </a:rPr>
              <a:t> Clearly define who benefits from solving this problem. Who are the stakeholders within the business or the end customers?</a:t>
            </a:r>
          </a:p>
        </p:txBody>
      </p:sp>
    </p:spTree>
    <p:extLst>
      <p:ext uri="{BB962C8B-B14F-4D97-AF65-F5344CB8AC3E}">
        <p14:creationId xmlns:p14="http://schemas.microsoft.com/office/powerpoint/2010/main" val="149811351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A0E8B9-35AD-DC7E-B87E-8E1BE594AFB6}"/>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1A90427A-0039-D127-F7B3-726D90B9DCF0}"/>
              </a:ext>
            </a:extLst>
          </p:cNvPr>
          <p:cNvSpPr>
            <a:spLocks noGrp="1"/>
          </p:cNvSpPr>
          <p:nvPr>
            <p:ph type="title"/>
          </p:nvPr>
        </p:nvSpPr>
        <p:spPr/>
        <p:txBody>
          <a:bodyPr/>
          <a:lstStyle/>
          <a:p>
            <a:pPr lvl="0"/>
            <a:r>
              <a:rPr lang="en-GB" dirty="0">
                <a:solidFill>
                  <a:schemeClr val="bg1">
                    <a:lumMod val="50000"/>
                  </a:schemeClr>
                </a:solidFill>
              </a:rPr>
              <a:t>Proposed GenAI Solution (7 min)</a:t>
            </a:r>
          </a:p>
        </p:txBody>
      </p:sp>
      <p:sp>
        <p:nvSpPr>
          <p:cNvPr id="4" name="TextBox 3">
            <a:extLst>
              <a:ext uri="{FF2B5EF4-FFF2-40B4-BE49-F238E27FC236}">
                <a16:creationId xmlns:a16="http://schemas.microsoft.com/office/drawing/2014/main" id="{A220749A-3E34-065A-6679-D2AFFAA51240}"/>
              </a:ext>
            </a:extLst>
          </p:cNvPr>
          <p:cNvSpPr txBox="1"/>
          <p:nvPr/>
        </p:nvSpPr>
        <p:spPr>
          <a:xfrm>
            <a:off x="859221" y="1280992"/>
            <a:ext cx="10639096" cy="4998783"/>
          </a:xfrm>
          <a:prstGeom prst="rect">
            <a:avLst/>
          </a:prstGeom>
          <a:noFill/>
        </p:spPr>
        <p:txBody>
          <a:bodyPr wrap="square">
            <a:noAutofit/>
          </a:bodyPr>
          <a:lstStyle/>
          <a:p>
            <a:pPr marL="285750" indent="-285750" algn="l" rtl="0">
              <a:lnSpc>
                <a:spcPts val="2100"/>
              </a:lnSpc>
              <a:spcBef>
                <a:spcPts val="600"/>
              </a:spcBef>
              <a:spcAft>
                <a:spcPts val="600"/>
              </a:spcAft>
              <a:buFont typeface="Arial" panose="020B0604020202020204" pitchFamily="34" charset="0"/>
              <a:buChar char="•"/>
            </a:pPr>
            <a:r>
              <a:rPr lang="en-HK" b="1" i="0" u="none" strike="noStrike">
                <a:solidFill>
                  <a:srgbClr val="1B1C1D"/>
                </a:solidFill>
                <a:effectLst/>
                <a:latin typeface="Google Sans" panose="020B08030305020B0204" pitchFamily="34" charset="0"/>
              </a:rPr>
              <a:t>Solution Overview (High-Level):</a:t>
            </a:r>
            <a:r>
              <a:rPr lang="en-HK" b="0" i="0" u="none" strike="noStrike">
                <a:solidFill>
                  <a:srgbClr val="1B1C1D"/>
                </a:solidFill>
                <a:effectLst/>
                <a:latin typeface="Google Sans" panose="020B08030305020B0204" pitchFamily="34" charset="0"/>
              </a:rPr>
              <a:t> Present your GenAI-powered solution in a clear and easy-to-understand manner. Avoid overly technical jargon at this stage. Use visuals if possible (e.g., a simple diagram of the workflow). </a:t>
            </a:r>
          </a:p>
          <a:p>
            <a:pPr marL="285750" indent="-285750" algn="l" rtl="0">
              <a:lnSpc>
                <a:spcPts val="2100"/>
              </a:lnSpc>
              <a:spcBef>
                <a:spcPts val="600"/>
              </a:spcBef>
              <a:spcAft>
                <a:spcPts val="600"/>
              </a:spcAft>
              <a:buFont typeface="Arial" panose="020B0604020202020204" pitchFamily="34" charset="0"/>
              <a:buChar char="•"/>
            </a:pPr>
            <a:r>
              <a:rPr lang="en-HK" b="1" i="0" u="none" strike="noStrike">
                <a:solidFill>
                  <a:srgbClr val="1B1C1D"/>
                </a:solidFill>
                <a:effectLst/>
                <a:latin typeface="Google Sans" panose="020B08030305020B0204" pitchFamily="34" charset="0"/>
              </a:rPr>
              <a:t>Generative AI Techniques &amp; Models Used (Technical Detail):</a:t>
            </a:r>
            <a:r>
              <a:rPr lang="en-HK" b="0" i="0" u="none" strike="noStrike">
                <a:solidFill>
                  <a:srgbClr val="1B1C1D"/>
                </a:solidFill>
                <a:effectLst/>
                <a:latin typeface="Google Sans" panose="020B08030305020B0204" pitchFamily="34" charset="0"/>
              </a:rPr>
              <a:t> Now, dive into the technical aspects. </a:t>
            </a:r>
          </a:p>
          <a:p>
            <a:pPr marL="742950" lvl="1" indent="-285750" algn="l" rtl="0">
              <a:lnSpc>
                <a:spcPts val="2100"/>
              </a:lnSpc>
              <a:spcBef>
                <a:spcPts val="600"/>
              </a:spcBef>
              <a:spcAft>
                <a:spcPts val="600"/>
              </a:spcAft>
              <a:buFont typeface="Arial" panose="020B0604020202020204" pitchFamily="34" charset="0"/>
              <a:buChar char="•"/>
            </a:pPr>
            <a:r>
              <a:rPr lang="en-HK" b="1" i="0" u="none" strike="noStrike">
                <a:solidFill>
                  <a:srgbClr val="1B1C1D"/>
                </a:solidFill>
                <a:effectLst/>
                <a:latin typeface="Google Sans" panose="020B08030305020B0204" pitchFamily="34" charset="0"/>
              </a:rPr>
              <a:t>Specific GenAI Techniques:</a:t>
            </a:r>
            <a:r>
              <a:rPr lang="en-HK" b="0" i="0" u="none" strike="noStrike">
                <a:solidFill>
                  <a:srgbClr val="1B1C1D"/>
                </a:solidFill>
                <a:effectLst/>
                <a:latin typeface="Google Sans" panose="020B08030305020B0204" pitchFamily="34" charset="0"/>
              </a:rPr>
              <a:t> Clearly state which Generative AI techniques you employed (e.g., Large Language Models (LLMs), Diffusion Models, GANs, VAEs, etc.).</a:t>
            </a:r>
          </a:p>
          <a:p>
            <a:pPr marL="742950" lvl="1" indent="-285750" algn="l" rtl="0">
              <a:lnSpc>
                <a:spcPts val="2100"/>
              </a:lnSpc>
              <a:spcBef>
                <a:spcPts val="600"/>
              </a:spcBef>
              <a:spcAft>
                <a:spcPts val="600"/>
              </a:spcAft>
              <a:buFont typeface="Arial" panose="020B0604020202020204" pitchFamily="34" charset="0"/>
              <a:buChar char="•"/>
            </a:pPr>
            <a:r>
              <a:rPr lang="en-HK" b="1" i="0" u="none" strike="noStrike">
                <a:solidFill>
                  <a:srgbClr val="1B1C1D"/>
                </a:solidFill>
                <a:effectLst/>
                <a:latin typeface="Google Sans" panose="020B08030305020B0204" pitchFamily="34" charset="0"/>
              </a:rPr>
              <a:t>Model Selection &amp; Justification:</a:t>
            </a:r>
            <a:r>
              <a:rPr lang="en-HK" b="0" i="0" u="none" strike="noStrike">
                <a:solidFill>
                  <a:srgbClr val="1B1C1D"/>
                </a:solidFill>
                <a:effectLst/>
                <a:latin typeface="Google Sans" panose="020B08030305020B0204" pitchFamily="34" charset="0"/>
              </a:rPr>
              <a:t> Explain </a:t>
            </a:r>
            <a:r>
              <a:rPr lang="en-HK" b="0" i="1" u="none" strike="noStrike">
                <a:solidFill>
                  <a:srgbClr val="1B1C1D"/>
                </a:solidFill>
                <a:effectLst/>
                <a:latin typeface="Google Sans" panose="020B08030305020B0204" pitchFamily="34" charset="0"/>
              </a:rPr>
              <a:t>why</a:t>
            </a:r>
            <a:r>
              <a:rPr lang="en-HK" b="0" i="0" u="none" strike="noStrike">
                <a:solidFill>
                  <a:srgbClr val="1B1C1D"/>
                </a:solidFill>
                <a:effectLst/>
                <a:latin typeface="Google Sans" panose="020B08030305020B0204" pitchFamily="34" charset="0"/>
              </a:rPr>
              <a:t> you chose these specific models. Justify your choices based on the problem requirements, data availability, and model capabilities.</a:t>
            </a:r>
          </a:p>
          <a:p>
            <a:pPr marL="742950" lvl="1" indent="-285750" algn="l" rtl="0">
              <a:lnSpc>
                <a:spcPts val="2100"/>
              </a:lnSpc>
              <a:spcBef>
                <a:spcPts val="600"/>
              </a:spcBef>
              <a:spcAft>
                <a:spcPts val="600"/>
              </a:spcAft>
              <a:buFont typeface="Arial" panose="020B0604020202020204" pitchFamily="34" charset="0"/>
              <a:buChar char="•"/>
            </a:pPr>
            <a:r>
              <a:rPr lang="en-HK" b="1" i="0" u="none" strike="noStrike">
                <a:solidFill>
                  <a:srgbClr val="1B1C1D"/>
                </a:solidFill>
                <a:effectLst/>
                <a:latin typeface="Google Sans" panose="020B08030305020B0204" pitchFamily="34" charset="0"/>
              </a:rPr>
              <a:t>Data Used </a:t>
            </a:r>
            <a:r>
              <a:rPr lang="en-HK" b="1" i="0" u="none" strike="noStrike">
                <a:solidFill>
                  <a:srgbClr val="FF0000"/>
                </a:solidFill>
                <a:effectLst/>
                <a:latin typeface="Google Sans" panose="020B08030305020B0204" pitchFamily="34" charset="0"/>
              </a:rPr>
              <a:t>(if applicable)</a:t>
            </a:r>
            <a:r>
              <a:rPr lang="en-HK" b="1" i="0" u="none" strike="noStrike">
                <a:solidFill>
                  <a:srgbClr val="1B1C1D"/>
                </a:solidFill>
                <a:effectLst/>
                <a:latin typeface="Google Sans" panose="020B08030305020B0204" pitchFamily="34" charset="0"/>
              </a:rPr>
              <a:t>:</a:t>
            </a:r>
            <a:r>
              <a:rPr lang="en-HK" b="0" i="0" u="none" strike="noStrike">
                <a:solidFill>
                  <a:srgbClr val="1B1C1D"/>
                </a:solidFill>
                <a:effectLst/>
                <a:latin typeface="Google Sans" panose="020B08030305020B0204" pitchFamily="34" charset="0"/>
              </a:rPr>
              <a:t> Briefly describe the data you used to train or fine-tune your model (or for prompting, if using pre-trained models). Mention data sources and any data preprocessing steps.</a:t>
            </a:r>
          </a:p>
          <a:p>
            <a:pPr marL="285750" indent="-285750" algn="l" rtl="0">
              <a:lnSpc>
                <a:spcPts val="2100"/>
              </a:lnSpc>
              <a:spcBef>
                <a:spcPts val="600"/>
              </a:spcBef>
              <a:spcAft>
                <a:spcPts val="600"/>
              </a:spcAft>
              <a:buFont typeface="Arial" panose="020B0604020202020204" pitchFamily="34" charset="0"/>
              <a:buChar char="•"/>
            </a:pPr>
            <a:r>
              <a:rPr lang="en-HK" b="1" i="0" u="none" strike="noStrike">
                <a:solidFill>
                  <a:srgbClr val="1B1C1D"/>
                </a:solidFill>
                <a:effectLst/>
                <a:latin typeface="Google Sans" panose="020B08030305020B0204" pitchFamily="34" charset="0"/>
              </a:rPr>
              <a:t>Demo </a:t>
            </a:r>
            <a:r>
              <a:rPr lang="en-HK" b="1">
                <a:solidFill>
                  <a:srgbClr val="1B1C1D"/>
                </a:solidFill>
                <a:latin typeface="Google Sans" panose="020B08030305020B0204" pitchFamily="34" charset="0"/>
              </a:rPr>
              <a:t>/ Storyboard walkthrough</a:t>
            </a:r>
            <a:endParaRPr lang="en-HK" b="0" i="0" u="none" strike="noStrike">
              <a:solidFill>
                <a:srgbClr val="1B1C1D"/>
              </a:solidFill>
              <a:effectLst/>
              <a:latin typeface="Google Sans" panose="020B08030305020B0204" pitchFamily="34" charset="0"/>
            </a:endParaRPr>
          </a:p>
        </p:txBody>
      </p:sp>
    </p:spTree>
    <p:extLst>
      <p:ext uri="{BB962C8B-B14F-4D97-AF65-F5344CB8AC3E}">
        <p14:creationId xmlns:p14="http://schemas.microsoft.com/office/powerpoint/2010/main" val="28406614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D35CF3-BBE7-BDCC-4724-4BB01428CB07}"/>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BCA47DD9-CDB0-3502-E397-4E9A30373A74}"/>
              </a:ext>
            </a:extLst>
          </p:cNvPr>
          <p:cNvSpPr>
            <a:spLocks noGrp="1"/>
          </p:cNvSpPr>
          <p:nvPr>
            <p:ph type="title"/>
          </p:nvPr>
        </p:nvSpPr>
        <p:spPr/>
        <p:txBody>
          <a:bodyPr/>
          <a:lstStyle/>
          <a:p>
            <a:pPr lvl="0"/>
            <a:r>
              <a:rPr lang="en-HK" b="0" i="0" u="none" dirty="0">
                <a:solidFill>
                  <a:schemeClr val="bg1">
                    <a:lumMod val="50000"/>
                  </a:schemeClr>
                </a:solidFill>
              </a:rPr>
              <a:t>Results, Evaluation, and Business Impact (4 min)</a:t>
            </a:r>
            <a:endParaRPr lang="en-GB" b="0" dirty="0">
              <a:solidFill>
                <a:schemeClr val="bg1">
                  <a:lumMod val="50000"/>
                </a:schemeClr>
              </a:solidFill>
            </a:endParaRPr>
          </a:p>
        </p:txBody>
      </p:sp>
      <p:sp>
        <p:nvSpPr>
          <p:cNvPr id="4" name="TextBox 3">
            <a:extLst>
              <a:ext uri="{FF2B5EF4-FFF2-40B4-BE49-F238E27FC236}">
                <a16:creationId xmlns:a16="http://schemas.microsoft.com/office/drawing/2014/main" id="{1B214999-F414-FDCE-F6E9-013DAEF35188}"/>
              </a:ext>
            </a:extLst>
          </p:cNvPr>
          <p:cNvSpPr txBox="1"/>
          <p:nvPr/>
        </p:nvSpPr>
        <p:spPr>
          <a:xfrm>
            <a:off x="859221" y="1280992"/>
            <a:ext cx="10639096" cy="4998783"/>
          </a:xfrm>
          <a:prstGeom prst="rect">
            <a:avLst/>
          </a:prstGeom>
          <a:noFill/>
        </p:spPr>
        <p:txBody>
          <a:bodyPr wrap="square">
            <a:noAutofit/>
          </a:bodyPr>
          <a:lstStyle/>
          <a:p>
            <a:pPr marL="285750" indent="-285750" algn="l" rtl="0">
              <a:lnSpc>
                <a:spcPts val="2100"/>
              </a:lnSpc>
              <a:spcBef>
                <a:spcPts val="600"/>
              </a:spcBef>
              <a:spcAft>
                <a:spcPts val="600"/>
              </a:spcAft>
              <a:buFont typeface="Arial" panose="020B0604020202020204" pitchFamily="34" charset="0"/>
              <a:buChar char="•"/>
            </a:pPr>
            <a:r>
              <a:rPr lang="en-HK" b="1" i="0" u="none" strike="noStrike" dirty="0">
                <a:solidFill>
                  <a:srgbClr val="1B1C1D"/>
                </a:solidFill>
                <a:effectLst/>
                <a:latin typeface="Google Sans" panose="020B08030305020B0204" pitchFamily="34" charset="0"/>
              </a:rPr>
              <a:t>Quantitative &amp; Qualitative Results:</a:t>
            </a:r>
            <a:r>
              <a:rPr lang="en-HK" b="0" i="0" u="none" strike="noStrike" dirty="0">
                <a:solidFill>
                  <a:srgbClr val="1B1C1D"/>
                </a:solidFill>
                <a:effectLst/>
                <a:latin typeface="Google Sans" panose="020B08030305020B0204" pitchFamily="34" charset="0"/>
              </a:rPr>
              <a:t> Present the outcomes of your project. </a:t>
            </a:r>
          </a:p>
          <a:p>
            <a:pPr marL="742950" lvl="1" indent="-285750" algn="l" rtl="0">
              <a:lnSpc>
                <a:spcPts val="2100"/>
              </a:lnSpc>
              <a:spcBef>
                <a:spcPts val="600"/>
              </a:spcBef>
              <a:spcAft>
                <a:spcPts val="600"/>
              </a:spcAft>
              <a:buFont typeface="Arial" panose="020B0604020202020204" pitchFamily="34" charset="0"/>
              <a:buChar char="•"/>
            </a:pPr>
            <a:r>
              <a:rPr lang="en-HK" b="1" i="0" u="none" strike="noStrike" dirty="0">
                <a:solidFill>
                  <a:srgbClr val="1B1C1D"/>
                </a:solidFill>
                <a:effectLst/>
                <a:latin typeface="Google Sans" panose="020B08030305020B0204" pitchFamily="34" charset="0"/>
              </a:rPr>
              <a:t>Metrics and KPIs:</a:t>
            </a:r>
            <a:r>
              <a:rPr lang="en-HK" b="0" i="0" u="none" strike="noStrike" dirty="0">
                <a:solidFill>
                  <a:srgbClr val="1B1C1D"/>
                </a:solidFill>
                <a:effectLst/>
                <a:latin typeface="Google Sans" panose="020B08030305020B0204" pitchFamily="34" charset="0"/>
              </a:rPr>
              <a:t> Define and present key performance indicators (KPIs) that demonstrate the effectiveness of your solution. Quantify the impact whenever possible (e.g., % improvement in efficiency, cost savings, customer satisfaction scores, etc.).</a:t>
            </a:r>
          </a:p>
          <a:p>
            <a:pPr marL="742950" lvl="1" indent="-285750" algn="l" rtl="0">
              <a:lnSpc>
                <a:spcPts val="2100"/>
              </a:lnSpc>
              <a:spcBef>
                <a:spcPts val="600"/>
              </a:spcBef>
              <a:spcAft>
                <a:spcPts val="600"/>
              </a:spcAft>
              <a:buFont typeface="Arial" panose="020B0604020202020204" pitchFamily="34" charset="0"/>
              <a:buChar char="•"/>
            </a:pPr>
            <a:r>
              <a:rPr lang="en-HK" b="1" i="0" u="none" strike="noStrike" dirty="0">
                <a:solidFill>
                  <a:srgbClr val="1B1C1D"/>
                </a:solidFill>
                <a:effectLst/>
                <a:latin typeface="Google Sans" panose="020B08030305020B0204" pitchFamily="34" charset="0"/>
              </a:rPr>
              <a:t>Qualitative Insights:</a:t>
            </a:r>
            <a:r>
              <a:rPr lang="en-HK" b="0" i="0" u="none" strike="noStrike" dirty="0">
                <a:solidFill>
                  <a:srgbClr val="1B1C1D"/>
                </a:solidFill>
                <a:effectLst/>
                <a:latin typeface="Google Sans" panose="020B08030305020B0204" pitchFamily="34" charset="0"/>
              </a:rPr>
              <a:t> Supplement quantitative data with qualitative insights. What are the user experiences like? What are the observed improvements in workflows?</a:t>
            </a:r>
          </a:p>
          <a:p>
            <a:pPr marL="742950" lvl="1" indent="-285750" algn="l" rtl="0">
              <a:lnSpc>
                <a:spcPts val="2100"/>
              </a:lnSpc>
              <a:spcBef>
                <a:spcPts val="600"/>
              </a:spcBef>
              <a:spcAft>
                <a:spcPts val="600"/>
              </a:spcAft>
              <a:buFont typeface="Arial" panose="020B0604020202020204" pitchFamily="34" charset="0"/>
              <a:buChar char="•"/>
            </a:pPr>
            <a:r>
              <a:rPr lang="en-HK" b="1" i="0" u="none" strike="noStrike" dirty="0">
                <a:solidFill>
                  <a:srgbClr val="1B1C1D"/>
                </a:solidFill>
                <a:effectLst/>
                <a:latin typeface="Google Sans" panose="020B08030305020B0204" pitchFamily="34" charset="0"/>
              </a:rPr>
              <a:t>Comparison to Baseline/Current Situation:</a:t>
            </a:r>
            <a:r>
              <a:rPr lang="en-HK" b="0" i="0" u="none" strike="noStrike" dirty="0">
                <a:solidFill>
                  <a:srgbClr val="1B1C1D"/>
                </a:solidFill>
                <a:effectLst/>
                <a:latin typeface="Google Sans" panose="020B08030305020B0204" pitchFamily="34" charset="0"/>
              </a:rPr>
              <a:t> Compare your results to the current situation or existing solutions to highlight the added value of your GenAI solution.</a:t>
            </a:r>
          </a:p>
          <a:p>
            <a:pPr marL="285750" indent="-285750" algn="l" rtl="0">
              <a:lnSpc>
                <a:spcPts val="2100"/>
              </a:lnSpc>
              <a:spcBef>
                <a:spcPts val="600"/>
              </a:spcBef>
              <a:spcAft>
                <a:spcPts val="600"/>
              </a:spcAft>
              <a:buFont typeface="Arial" panose="020B0604020202020204" pitchFamily="34" charset="0"/>
              <a:buChar char="•"/>
            </a:pPr>
            <a:r>
              <a:rPr lang="en-HK" b="1" i="0" u="none" strike="noStrike" dirty="0">
                <a:solidFill>
                  <a:srgbClr val="1B1C1D"/>
                </a:solidFill>
                <a:effectLst/>
                <a:latin typeface="Google Sans" panose="020B08030305020B0204" pitchFamily="34" charset="0"/>
              </a:rPr>
              <a:t>Business Value &amp; ROI (Return on Investment):</a:t>
            </a:r>
            <a:r>
              <a:rPr lang="en-HK" b="0" i="0" u="none" strike="noStrike" dirty="0">
                <a:solidFill>
                  <a:srgbClr val="1B1C1D"/>
                </a:solidFill>
                <a:effectLst/>
                <a:latin typeface="Google Sans" panose="020B08030305020B0204" pitchFamily="34" charset="0"/>
              </a:rPr>
              <a:t> Explicitly connect your results to business value. </a:t>
            </a:r>
          </a:p>
          <a:p>
            <a:pPr marL="742950" lvl="1" indent="-285750" algn="l" rtl="0">
              <a:lnSpc>
                <a:spcPts val="2100"/>
              </a:lnSpc>
              <a:spcBef>
                <a:spcPts val="600"/>
              </a:spcBef>
              <a:spcAft>
                <a:spcPts val="600"/>
              </a:spcAft>
              <a:buFont typeface="Arial" panose="020B0604020202020204" pitchFamily="34" charset="0"/>
              <a:buChar char="•"/>
            </a:pPr>
            <a:r>
              <a:rPr lang="en-HK" b="1" i="0" u="none" strike="noStrike" dirty="0">
                <a:solidFill>
                  <a:srgbClr val="1B1C1D"/>
                </a:solidFill>
                <a:effectLst/>
                <a:latin typeface="Google Sans" panose="020B08030305020B0204" pitchFamily="34" charset="0"/>
              </a:rPr>
              <a:t>Cost Savings, Revenue Generation, Efficiency Gains, etc.:</a:t>
            </a:r>
            <a:r>
              <a:rPr lang="en-HK" b="0" i="0" u="none" strike="noStrike" dirty="0">
                <a:solidFill>
                  <a:srgbClr val="1B1C1D"/>
                </a:solidFill>
                <a:effectLst/>
                <a:latin typeface="Google Sans" panose="020B08030305020B0204" pitchFamily="34" charset="0"/>
              </a:rPr>
              <a:t> Clearly state the tangible business benefits in financial terms or other relevant business metrics.</a:t>
            </a:r>
          </a:p>
          <a:p>
            <a:pPr marL="742950" lvl="1" indent="-285750" algn="l" rtl="0">
              <a:lnSpc>
                <a:spcPts val="2100"/>
              </a:lnSpc>
              <a:spcBef>
                <a:spcPts val="600"/>
              </a:spcBef>
              <a:spcAft>
                <a:spcPts val="600"/>
              </a:spcAft>
              <a:buFont typeface="Arial" panose="020B0604020202020204" pitchFamily="34" charset="0"/>
              <a:buChar char="•"/>
            </a:pPr>
            <a:r>
              <a:rPr lang="en-HK" b="1" i="0" u="none" strike="noStrike" dirty="0">
                <a:solidFill>
                  <a:srgbClr val="1B1C1D"/>
                </a:solidFill>
                <a:effectLst/>
                <a:latin typeface="Google Sans" panose="020B08030305020B0204" pitchFamily="34" charset="0"/>
              </a:rPr>
              <a:t>Potential ROI:</a:t>
            </a:r>
            <a:r>
              <a:rPr lang="en-HK" b="0" i="0" u="none" strike="noStrike" dirty="0">
                <a:solidFill>
                  <a:srgbClr val="1B1C1D"/>
                </a:solidFill>
                <a:effectLst/>
                <a:latin typeface="Google Sans" panose="020B08030305020B0204" pitchFamily="34" charset="0"/>
              </a:rPr>
              <a:t> Estimate the potential return on investment for implementing your GenAI solution. Think about long-term benefits and scalability.</a:t>
            </a:r>
          </a:p>
        </p:txBody>
      </p:sp>
    </p:spTree>
    <p:extLst>
      <p:ext uri="{BB962C8B-B14F-4D97-AF65-F5344CB8AC3E}">
        <p14:creationId xmlns:p14="http://schemas.microsoft.com/office/powerpoint/2010/main" val="409198297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406D23-9820-BE7A-FAF5-DFB16FB67031}"/>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48D85533-77CB-D57F-FD9D-D169DC2F4C22}"/>
              </a:ext>
            </a:extLst>
          </p:cNvPr>
          <p:cNvSpPr>
            <a:spLocks noGrp="1"/>
          </p:cNvSpPr>
          <p:nvPr>
            <p:ph type="body" idx="1"/>
          </p:nvPr>
        </p:nvSpPr>
        <p:spPr>
          <a:xfrm>
            <a:off x="795867" y="1295399"/>
            <a:ext cx="10059468" cy="4715933"/>
          </a:xfrm>
          <a:noFill/>
        </p:spPr>
        <p:txBody>
          <a:bodyPr wrap="square">
            <a:noAutofit/>
          </a:bodyPr>
          <a:lstStyle/>
          <a:p>
            <a:pPr marL="285750" indent="-285750">
              <a:lnSpc>
                <a:spcPts val="2100"/>
              </a:lnSpc>
              <a:spcBef>
                <a:spcPts val="600"/>
              </a:spcBef>
              <a:spcAft>
                <a:spcPts val="600"/>
              </a:spcAft>
              <a:buFont typeface="Arial" panose="020B0604020202020204" pitchFamily="34" charset="0"/>
              <a:buChar char="•"/>
            </a:pPr>
            <a:r>
              <a:rPr lang="en-US" sz="1800" b="1" kern="1200" dirty="0">
                <a:solidFill>
                  <a:srgbClr val="1B1C1D"/>
                </a:solidFill>
                <a:latin typeface="Google Sans" panose="020B08030305020B0204" pitchFamily="34" charset="0"/>
                <a:ea typeface="+mn-ea"/>
                <a:cs typeface="+mn-cs"/>
              </a:rPr>
              <a:t>Future Work and Recommendations</a:t>
            </a:r>
            <a:r>
              <a:rPr lang="en-US" sz="1800" kern="1200" dirty="0">
                <a:solidFill>
                  <a:srgbClr val="1B1C1D"/>
                </a:solidFill>
                <a:latin typeface="Google Sans" panose="020B08030305020B0204" pitchFamily="34" charset="0"/>
                <a:ea typeface="+mn-ea"/>
                <a:cs typeface="+mn-cs"/>
              </a:rPr>
              <a:t>: Outline concrete steps for future work and recommendations. </a:t>
            </a:r>
          </a:p>
          <a:p>
            <a:pPr marL="742950" lvl="1" indent="-285750">
              <a:lnSpc>
                <a:spcPts val="2100"/>
              </a:lnSpc>
              <a:spcBef>
                <a:spcPts val="600"/>
              </a:spcBef>
              <a:spcAft>
                <a:spcPts val="600"/>
              </a:spcAft>
              <a:buFont typeface="Arial" panose="020B0604020202020204" pitchFamily="34" charset="0"/>
              <a:buChar char="•"/>
            </a:pPr>
            <a:r>
              <a:rPr lang="en-US" sz="1800" b="1" kern="1200" dirty="0">
                <a:solidFill>
                  <a:srgbClr val="1B1C1D"/>
                </a:solidFill>
                <a:latin typeface="Google Sans" panose="020B08030305020B0204" pitchFamily="34" charset="0"/>
                <a:ea typeface="+mn-ea"/>
                <a:cs typeface="+mn-cs"/>
              </a:rPr>
              <a:t>Scalability and Deployment Plan [</a:t>
            </a:r>
            <a:r>
              <a:rPr lang="en-US" sz="1800" b="1" kern="1200" dirty="0">
                <a:solidFill>
                  <a:srgbClr val="FF0000"/>
                </a:solidFill>
                <a:latin typeface="Google Sans" panose="020B08030305020B0204" pitchFamily="34" charset="0"/>
                <a:ea typeface="+mn-ea"/>
                <a:cs typeface="+mn-cs"/>
              </a:rPr>
              <a:t>Optional</a:t>
            </a:r>
            <a:r>
              <a:rPr lang="en-US" sz="1800" b="1" kern="1200" dirty="0">
                <a:solidFill>
                  <a:srgbClr val="1B1C1D"/>
                </a:solidFill>
                <a:latin typeface="Google Sans" panose="020B08030305020B0204" pitchFamily="34" charset="0"/>
                <a:ea typeface="+mn-ea"/>
                <a:cs typeface="+mn-cs"/>
              </a:rPr>
              <a:t>]: </a:t>
            </a:r>
            <a:r>
              <a:rPr lang="en-US" sz="1800" kern="1200" dirty="0">
                <a:solidFill>
                  <a:srgbClr val="1B1C1D"/>
                </a:solidFill>
                <a:latin typeface="Google Sans" panose="020B08030305020B0204" pitchFamily="34" charset="0"/>
                <a:ea typeface="+mn-ea"/>
                <a:cs typeface="+mn-cs"/>
              </a:rPr>
              <a:t>Suggest a high-level plan for scaling up and deploying your solution in a real-world business environment.</a:t>
            </a:r>
          </a:p>
          <a:p>
            <a:pPr marL="742950" lvl="1" indent="-285750">
              <a:lnSpc>
                <a:spcPts val="2100"/>
              </a:lnSpc>
              <a:spcBef>
                <a:spcPts val="600"/>
              </a:spcBef>
              <a:spcAft>
                <a:spcPts val="600"/>
              </a:spcAft>
              <a:buFont typeface="Arial" panose="020B0604020202020204" pitchFamily="34" charset="0"/>
              <a:buChar char="•"/>
            </a:pPr>
            <a:r>
              <a:rPr lang="en-US" sz="1800" b="1" kern="1200" dirty="0">
                <a:solidFill>
                  <a:srgbClr val="1B1C1D"/>
                </a:solidFill>
                <a:latin typeface="Google Sans" panose="020B08030305020B0204" pitchFamily="34" charset="0"/>
                <a:ea typeface="+mn-ea"/>
                <a:cs typeface="+mn-cs"/>
              </a:rPr>
              <a:t>Potential Enhancements and Improvements [</a:t>
            </a:r>
            <a:r>
              <a:rPr lang="en-US" sz="1800" b="1" kern="1200" dirty="0">
                <a:solidFill>
                  <a:srgbClr val="FF0000"/>
                </a:solidFill>
                <a:latin typeface="Google Sans" panose="020B08030305020B0204" pitchFamily="34" charset="0"/>
                <a:ea typeface="+mn-ea"/>
                <a:cs typeface="+mn-cs"/>
              </a:rPr>
              <a:t>Optional</a:t>
            </a:r>
            <a:r>
              <a:rPr lang="en-US" sz="1800" b="1" kern="1200" dirty="0">
                <a:solidFill>
                  <a:srgbClr val="1B1C1D"/>
                </a:solidFill>
                <a:latin typeface="Google Sans" panose="020B08030305020B0204" pitchFamily="34" charset="0"/>
                <a:ea typeface="+mn-ea"/>
                <a:cs typeface="+mn-cs"/>
              </a:rPr>
              <a:t>]: </a:t>
            </a:r>
            <a:r>
              <a:rPr lang="en-US" sz="1800" kern="1200" dirty="0">
                <a:solidFill>
                  <a:srgbClr val="1B1C1D"/>
                </a:solidFill>
                <a:latin typeface="Google Sans" panose="020B08030305020B0204" pitchFamily="34" charset="0"/>
                <a:ea typeface="+mn-ea"/>
                <a:cs typeface="+mn-cs"/>
              </a:rPr>
              <a:t>Provide specific and actionable suggestions for future enhancements and improvements to your GenAI solution.</a:t>
            </a:r>
          </a:p>
          <a:p>
            <a:pPr marL="742950" lvl="1" indent="-285750">
              <a:lnSpc>
                <a:spcPts val="2100"/>
              </a:lnSpc>
              <a:spcBef>
                <a:spcPts val="600"/>
              </a:spcBef>
              <a:spcAft>
                <a:spcPts val="600"/>
              </a:spcAft>
              <a:buFont typeface="Arial" panose="020B0604020202020204" pitchFamily="34" charset="0"/>
              <a:buChar char="•"/>
            </a:pPr>
            <a:r>
              <a:rPr lang="en-US" sz="1800" b="1" kern="1200" dirty="0">
                <a:solidFill>
                  <a:srgbClr val="1B1C1D"/>
                </a:solidFill>
                <a:latin typeface="Google Sans" panose="020B08030305020B0204" pitchFamily="34" charset="0"/>
                <a:ea typeface="+mn-ea"/>
                <a:cs typeface="+mn-cs"/>
              </a:rPr>
              <a:t>Broader Applications and Research Directions</a:t>
            </a:r>
            <a:r>
              <a:rPr lang="en-US" sz="1800" kern="1200" dirty="0">
                <a:solidFill>
                  <a:srgbClr val="1B1C1D"/>
                </a:solidFill>
                <a:latin typeface="Google Sans" panose="020B08030305020B0204" pitchFamily="34" charset="0"/>
                <a:ea typeface="+mn-ea"/>
                <a:cs typeface="+mn-cs"/>
              </a:rPr>
              <a:t>: Discuss potential broader applications of your approach in other business areas or suggest directions for future research in this field.</a:t>
            </a:r>
          </a:p>
          <a:p>
            <a:pPr marL="0" indent="0">
              <a:lnSpc>
                <a:spcPts val="2100"/>
              </a:lnSpc>
              <a:spcBef>
                <a:spcPts val="600"/>
              </a:spcBef>
              <a:spcAft>
                <a:spcPts val="600"/>
              </a:spcAft>
              <a:buNone/>
            </a:pPr>
            <a:endParaRPr lang="en-HK" sz="1800" b="1" kern="1200" dirty="0">
              <a:solidFill>
                <a:srgbClr val="1B1C1D"/>
              </a:solidFill>
              <a:latin typeface="Google Sans" panose="020B08030305020B0204" pitchFamily="34" charset="0"/>
              <a:ea typeface="+mn-ea"/>
              <a:cs typeface="+mn-cs"/>
            </a:endParaRPr>
          </a:p>
        </p:txBody>
      </p:sp>
      <p:sp>
        <p:nvSpPr>
          <p:cNvPr id="3" name="Title 2">
            <a:extLst>
              <a:ext uri="{FF2B5EF4-FFF2-40B4-BE49-F238E27FC236}">
                <a16:creationId xmlns:a16="http://schemas.microsoft.com/office/drawing/2014/main" id="{6834C556-28FE-04DC-40E7-C671A1290D28}"/>
              </a:ext>
            </a:extLst>
          </p:cNvPr>
          <p:cNvSpPr>
            <a:spLocks noGrp="1"/>
          </p:cNvSpPr>
          <p:nvPr>
            <p:ph type="title"/>
          </p:nvPr>
        </p:nvSpPr>
        <p:spPr/>
        <p:txBody>
          <a:bodyPr/>
          <a:lstStyle/>
          <a:p>
            <a:pPr lvl="0"/>
            <a:r>
              <a:rPr lang="en-GB" dirty="0">
                <a:solidFill>
                  <a:schemeClr val="bg1">
                    <a:lumMod val="50000"/>
                  </a:schemeClr>
                </a:solidFill>
              </a:rPr>
              <a:t>Future Work (2 min)</a:t>
            </a:r>
          </a:p>
        </p:txBody>
      </p:sp>
    </p:spTree>
    <p:extLst>
      <p:ext uri="{BB962C8B-B14F-4D97-AF65-F5344CB8AC3E}">
        <p14:creationId xmlns:p14="http://schemas.microsoft.com/office/powerpoint/2010/main" val="24269827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E47CE8-4A2D-FB0D-EC3B-9C90BA3201B9}"/>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17ED3572-F702-3596-C631-84A443282984}"/>
              </a:ext>
            </a:extLst>
          </p:cNvPr>
          <p:cNvSpPr>
            <a:spLocks noGrp="1"/>
          </p:cNvSpPr>
          <p:nvPr>
            <p:ph type="title"/>
          </p:nvPr>
        </p:nvSpPr>
        <p:spPr/>
        <p:txBody>
          <a:bodyPr/>
          <a:lstStyle/>
          <a:p>
            <a:pPr lvl="0"/>
            <a:r>
              <a:rPr lang="en-HK" b="0" i="0" u="none">
                <a:solidFill>
                  <a:schemeClr val="bg1">
                    <a:lumMod val="50000"/>
                  </a:schemeClr>
                </a:solidFill>
              </a:rPr>
              <a:t>Tips for a Successful Presentation:</a:t>
            </a:r>
            <a:endParaRPr lang="en-GB" b="0">
              <a:solidFill>
                <a:schemeClr val="bg1">
                  <a:lumMod val="50000"/>
                </a:schemeClr>
              </a:solidFill>
            </a:endParaRPr>
          </a:p>
        </p:txBody>
      </p:sp>
      <p:sp>
        <p:nvSpPr>
          <p:cNvPr id="4" name="TextBox 3">
            <a:extLst>
              <a:ext uri="{FF2B5EF4-FFF2-40B4-BE49-F238E27FC236}">
                <a16:creationId xmlns:a16="http://schemas.microsoft.com/office/drawing/2014/main" id="{CB1BB0B4-A588-07E9-12F2-87D6472A2346}"/>
              </a:ext>
            </a:extLst>
          </p:cNvPr>
          <p:cNvSpPr txBox="1"/>
          <p:nvPr/>
        </p:nvSpPr>
        <p:spPr>
          <a:xfrm>
            <a:off x="859221" y="1280992"/>
            <a:ext cx="10639096" cy="4998783"/>
          </a:xfrm>
          <a:prstGeom prst="rect">
            <a:avLst/>
          </a:prstGeom>
          <a:noFill/>
        </p:spPr>
        <p:txBody>
          <a:bodyPr wrap="square">
            <a:noAutofit/>
          </a:bodyPr>
          <a:lstStyle/>
          <a:p>
            <a:pPr marL="285750" indent="-285750" algn="l" rtl="0">
              <a:lnSpc>
                <a:spcPts val="2100"/>
              </a:lnSpc>
              <a:spcBef>
                <a:spcPts val="600"/>
              </a:spcBef>
              <a:spcAft>
                <a:spcPts val="600"/>
              </a:spcAft>
              <a:buFont typeface="Arial" panose="020B0604020202020204" pitchFamily="34" charset="0"/>
              <a:buChar char="•"/>
            </a:pPr>
            <a:r>
              <a:rPr lang="en-HK" b="1" i="0" u="none" strike="noStrike">
                <a:solidFill>
                  <a:srgbClr val="1B1C1D"/>
                </a:solidFill>
                <a:effectLst/>
                <a:latin typeface="Google Sans" panose="020B08030305020B0204" pitchFamily="34" charset="0"/>
              </a:rPr>
              <a:t>Visuals are your friend:</a:t>
            </a:r>
            <a:r>
              <a:rPr lang="en-HK" b="0" i="0" u="none" strike="noStrike">
                <a:solidFill>
                  <a:srgbClr val="1B1C1D"/>
                </a:solidFill>
                <a:effectLst/>
                <a:latin typeface="Google Sans" panose="020B08030305020B0204" pitchFamily="34" charset="0"/>
              </a:rPr>
              <a:t> Use slides effectively. Minimize text and maximize visuals (images, diagrams, charts, screenshots).</a:t>
            </a:r>
          </a:p>
          <a:p>
            <a:pPr marL="285750" indent="-285750" algn="l" rtl="0">
              <a:lnSpc>
                <a:spcPts val="2100"/>
              </a:lnSpc>
              <a:spcBef>
                <a:spcPts val="600"/>
              </a:spcBef>
              <a:spcAft>
                <a:spcPts val="600"/>
              </a:spcAft>
              <a:buFont typeface="Arial" panose="020B0604020202020204" pitchFamily="34" charset="0"/>
              <a:buChar char="•"/>
            </a:pPr>
            <a:r>
              <a:rPr lang="en-HK" b="1" i="0" u="none" strike="noStrike">
                <a:solidFill>
                  <a:srgbClr val="1B1C1D"/>
                </a:solidFill>
                <a:effectLst/>
                <a:latin typeface="Google Sans" panose="020B08030305020B0204" pitchFamily="34" charset="0"/>
              </a:rPr>
              <a:t>Practice, Practice, Practice:</a:t>
            </a:r>
            <a:r>
              <a:rPr lang="en-HK" b="0" i="0" u="none" strike="noStrike">
                <a:solidFill>
                  <a:srgbClr val="1B1C1D"/>
                </a:solidFill>
                <a:effectLst/>
                <a:latin typeface="Google Sans" panose="020B08030305020B0204" pitchFamily="34" charset="0"/>
              </a:rPr>
              <a:t> Rehearse your presentation thoroughly to ensure smooth delivery, time management, and confidence.</a:t>
            </a:r>
          </a:p>
          <a:p>
            <a:pPr marL="285750" indent="-285750" algn="l" rtl="0">
              <a:lnSpc>
                <a:spcPts val="2100"/>
              </a:lnSpc>
              <a:spcBef>
                <a:spcPts val="600"/>
              </a:spcBef>
              <a:spcAft>
                <a:spcPts val="600"/>
              </a:spcAft>
              <a:buFont typeface="Arial" panose="020B0604020202020204" pitchFamily="34" charset="0"/>
              <a:buChar char="•"/>
            </a:pPr>
            <a:r>
              <a:rPr lang="en-HK" b="1" i="0" u="none" strike="noStrike">
                <a:solidFill>
                  <a:srgbClr val="1B1C1D"/>
                </a:solidFill>
                <a:effectLst/>
                <a:latin typeface="Google Sans" panose="020B08030305020B0204" pitchFamily="34" charset="0"/>
              </a:rPr>
              <a:t>Know your audience:</a:t>
            </a:r>
            <a:r>
              <a:rPr lang="en-HK" b="0" i="0" u="none" strike="noStrike">
                <a:solidFill>
                  <a:srgbClr val="1B1C1D"/>
                </a:solidFill>
                <a:effectLst/>
                <a:latin typeface="Google Sans" panose="020B08030305020B0204" pitchFamily="34" charset="0"/>
              </a:rPr>
              <a:t> Tailor the level of technical detail to your audience. For a business-focused course, emphasize the business value and implications.</a:t>
            </a:r>
          </a:p>
          <a:p>
            <a:pPr marL="285750" indent="-285750" algn="l" rtl="0">
              <a:lnSpc>
                <a:spcPts val="2100"/>
              </a:lnSpc>
              <a:spcBef>
                <a:spcPts val="600"/>
              </a:spcBef>
              <a:spcAft>
                <a:spcPts val="600"/>
              </a:spcAft>
              <a:buFont typeface="Arial" panose="020B0604020202020204" pitchFamily="34" charset="0"/>
              <a:buChar char="•"/>
            </a:pPr>
            <a:r>
              <a:rPr lang="en-HK" b="1" i="0" u="none" strike="noStrike">
                <a:solidFill>
                  <a:srgbClr val="1B1C1D"/>
                </a:solidFill>
                <a:effectLst/>
                <a:latin typeface="Google Sans" panose="020B08030305020B0204" pitchFamily="34" charset="0"/>
              </a:rPr>
              <a:t>Focus on the Business Problem and Value:</a:t>
            </a:r>
            <a:r>
              <a:rPr lang="en-HK" b="0" i="0" u="none" strike="noStrike">
                <a:solidFill>
                  <a:srgbClr val="1B1C1D"/>
                </a:solidFill>
                <a:effectLst/>
                <a:latin typeface="Google Sans" panose="020B08030305020B0204" pitchFamily="34" charset="0"/>
              </a:rPr>
              <a:t> Always bring the presentation back to the business problem you are solving and the value your GenAI solution provides.</a:t>
            </a:r>
          </a:p>
          <a:p>
            <a:pPr marL="285750" indent="-285750" algn="l" rtl="0">
              <a:lnSpc>
                <a:spcPts val="2100"/>
              </a:lnSpc>
              <a:spcBef>
                <a:spcPts val="600"/>
              </a:spcBef>
              <a:spcAft>
                <a:spcPts val="600"/>
              </a:spcAft>
              <a:buFont typeface="Arial" panose="020B0604020202020204" pitchFamily="34" charset="0"/>
              <a:buChar char="•"/>
            </a:pPr>
            <a:r>
              <a:rPr lang="en-HK" b="1" i="0" u="none" strike="noStrike">
                <a:solidFill>
                  <a:srgbClr val="1B1C1D"/>
                </a:solidFill>
                <a:effectLst/>
                <a:latin typeface="Google Sans" panose="020B08030305020B0204" pitchFamily="34" charset="0"/>
              </a:rPr>
              <a:t>Enthusiasm and Passion:</a:t>
            </a:r>
            <a:r>
              <a:rPr lang="en-HK" b="0" i="0" u="none" strike="noStrike">
                <a:solidFill>
                  <a:srgbClr val="1B1C1D"/>
                </a:solidFill>
                <a:effectLst/>
                <a:latin typeface="Google Sans" panose="020B08030305020B0204" pitchFamily="34" charset="0"/>
              </a:rPr>
              <a:t> Show your passion for the project and Generative AI. Enthusiasm is contagious!</a:t>
            </a:r>
          </a:p>
          <a:p>
            <a:pPr marL="285750" indent="-285750" algn="l" rtl="0">
              <a:lnSpc>
                <a:spcPts val="2100"/>
              </a:lnSpc>
              <a:spcBef>
                <a:spcPts val="600"/>
              </a:spcBef>
              <a:spcAft>
                <a:spcPts val="600"/>
              </a:spcAft>
              <a:buFont typeface="Arial" panose="020B0604020202020204" pitchFamily="34" charset="0"/>
              <a:buChar char="•"/>
            </a:pPr>
            <a:r>
              <a:rPr lang="en-HK" b="1" i="0" u="none" strike="noStrike">
                <a:solidFill>
                  <a:srgbClr val="1B1C1D"/>
                </a:solidFill>
                <a:effectLst/>
                <a:latin typeface="Google Sans" panose="020B08030305020B0204" pitchFamily="34" charset="0"/>
              </a:rPr>
              <a:t>Professionalism:</a:t>
            </a:r>
            <a:r>
              <a:rPr lang="en-HK" b="0" i="0" u="none" strike="noStrike">
                <a:solidFill>
                  <a:srgbClr val="1B1C1D"/>
                </a:solidFill>
                <a:effectLst/>
                <a:latin typeface="Google Sans" panose="020B08030305020B0204" pitchFamily="34" charset="0"/>
              </a:rPr>
              <a:t> Dress appropriately and maintain a professional </a:t>
            </a:r>
            <a:r>
              <a:rPr lang="en-HK" b="0" i="0" u="none" strike="noStrike" err="1">
                <a:solidFill>
                  <a:srgbClr val="1B1C1D"/>
                </a:solidFill>
                <a:effectLst/>
                <a:latin typeface="Google Sans" panose="020B08030305020B0204" pitchFamily="34" charset="0"/>
              </a:rPr>
              <a:t>demeanor</a:t>
            </a:r>
            <a:r>
              <a:rPr lang="en-HK" b="0" i="0" u="none" strike="noStrike">
                <a:solidFill>
                  <a:srgbClr val="1B1C1D"/>
                </a:solidFill>
                <a:effectLst/>
                <a:latin typeface="Google Sans" panose="020B08030305020B0204" pitchFamily="34" charset="0"/>
              </a:rPr>
              <a:t> throughout the presentation.</a:t>
            </a:r>
          </a:p>
          <a:p>
            <a:pPr marL="285750" indent="-285750" algn="l" rtl="0">
              <a:lnSpc>
                <a:spcPts val="2100"/>
              </a:lnSpc>
              <a:spcBef>
                <a:spcPts val="600"/>
              </a:spcBef>
              <a:spcAft>
                <a:spcPts val="600"/>
              </a:spcAft>
              <a:buFont typeface="Arial" panose="020B0604020202020204" pitchFamily="34" charset="0"/>
              <a:buChar char="•"/>
            </a:pPr>
            <a:r>
              <a:rPr lang="en-HK" b="1" i="0" u="none" strike="noStrike">
                <a:solidFill>
                  <a:srgbClr val="1B1C1D"/>
                </a:solidFill>
                <a:effectLst/>
                <a:latin typeface="Google Sans" panose="020B08030305020B0204" pitchFamily="34" charset="0"/>
              </a:rPr>
              <a:t>Time Management:</a:t>
            </a:r>
            <a:r>
              <a:rPr lang="en-HK" b="0" i="0" u="none" strike="noStrike">
                <a:solidFill>
                  <a:srgbClr val="1B1C1D"/>
                </a:solidFill>
                <a:effectLst/>
                <a:latin typeface="Google Sans" panose="020B08030305020B0204" pitchFamily="34" charset="0"/>
              </a:rPr>
              <a:t> Stick to your allocated time for each section. Practice your timing during rehearsals.</a:t>
            </a:r>
          </a:p>
          <a:p>
            <a:pPr marL="285750" indent="-285750" algn="l" rtl="0">
              <a:lnSpc>
                <a:spcPts val="2100"/>
              </a:lnSpc>
              <a:spcBef>
                <a:spcPts val="600"/>
              </a:spcBef>
              <a:spcAft>
                <a:spcPts val="600"/>
              </a:spcAft>
              <a:buFont typeface="Arial" panose="020B0604020202020204" pitchFamily="34" charset="0"/>
              <a:buChar char="•"/>
            </a:pPr>
            <a:r>
              <a:rPr lang="en-HK" b="1" i="0" u="none" strike="noStrike">
                <a:solidFill>
                  <a:srgbClr val="1B1C1D"/>
                </a:solidFill>
                <a:effectLst/>
                <a:latin typeface="Google Sans" panose="020B08030305020B0204" pitchFamily="34" charset="0"/>
              </a:rPr>
              <a:t>Be Prepared for Questions:</a:t>
            </a:r>
            <a:r>
              <a:rPr lang="en-HK" b="0" i="0" u="none" strike="noStrike">
                <a:solidFill>
                  <a:srgbClr val="1B1C1D"/>
                </a:solidFill>
                <a:effectLst/>
                <a:latin typeface="Google Sans" panose="020B08030305020B0204" pitchFamily="34" charset="0"/>
              </a:rPr>
              <a:t> Anticipate potential questions and prepare thoughtful and concise answers.</a:t>
            </a:r>
          </a:p>
        </p:txBody>
      </p:sp>
    </p:spTree>
    <p:extLst>
      <p:ext uri="{BB962C8B-B14F-4D97-AF65-F5344CB8AC3E}">
        <p14:creationId xmlns:p14="http://schemas.microsoft.com/office/powerpoint/2010/main" val="2048157836"/>
      </p:ext>
    </p:extLst>
  </p:cSld>
  <p:clrMapOvr>
    <a:masterClrMapping/>
  </p:clrMapOvr>
</p:sld>
</file>

<file path=ppt/theme/theme1.xml><?xml version="1.0" encoding="utf-8"?>
<a:theme xmlns:a="http://schemas.openxmlformats.org/drawingml/2006/main" name="Google Global Template">
  <a:themeElements>
    <a:clrScheme name="Google Colours">
      <a:dk1>
        <a:srgbClr val="3C4043"/>
      </a:dk1>
      <a:lt1>
        <a:srgbClr val="5F6368"/>
      </a:lt1>
      <a:dk2>
        <a:srgbClr val="BDC1C6"/>
      </a:dk2>
      <a:lt2>
        <a:srgbClr val="F8F9FA"/>
      </a:lt2>
      <a:accent1>
        <a:srgbClr val="4285F4"/>
      </a:accent1>
      <a:accent2>
        <a:srgbClr val="EA4335"/>
      </a:accent2>
      <a:accent3>
        <a:srgbClr val="FBBC05"/>
      </a:accent3>
      <a:accent4>
        <a:srgbClr val="34A853"/>
      </a:accent4>
      <a:accent5>
        <a:srgbClr val="185ABC"/>
      </a:accent5>
      <a:accent6>
        <a:srgbClr val="B31412"/>
      </a:accent6>
      <a:hlink>
        <a:srgbClr val="1A73E8"/>
      </a:hlink>
      <a:folHlink>
        <a:srgbClr val="7B1FA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0</TotalTime>
  <Words>1024</Words>
  <Application>Microsoft Office PowerPoint</Application>
  <PresentationFormat>Widescreen</PresentationFormat>
  <Paragraphs>47</Paragraphs>
  <Slides>9</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9</vt:i4>
      </vt:variant>
    </vt:vector>
  </HeadingPairs>
  <TitlesOfParts>
    <vt:vector size="16" baseType="lpstr">
      <vt:lpstr>Aptos</vt:lpstr>
      <vt:lpstr>Arial</vt:lpstr>
      <vt:lpstr>Google Sans</vt:lpstr>
      <vt:lpstr>Google Sans Medium</vt:lpstr>
      <vt:lpstr>Helvetica Neue Light</vt:lpstr>
      <vt:lpstr>Roboto</vt:lpstr>
      <vt:lpstr>Google Global Template</vt:lpstr>
      <vt:lpstr>Project Template</vt:lpstr>
      <vt:lpstr>PowerPoint Presentation</vt:lpstr>
      <vt:lpstr>Overview</vt:lpstr>
      <vt:lpstr>Agenda</vt:lpstr>
      <vt:lpstr>Business Problem (2 min) </vt:lpstr>
      <vt:lpstr>Proposed GenAI Solution (7 min)</vt:lpstr>
      <vt:lpstr>Results, Evaluation, and Business Impact (4 min)</vt:lpstr>
      <vt:lpstr>Future Work (2 min)</vt:lpstr>
      <vt:lpstr>Tips for a Successful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Andy Chow</dc:creator>
  <cp:lastModifiedBy>Andy Chow</cp:lastModifiedBy>
  <cp:revision>1</cp:revision>
  <cp:lastPrinted>2025-02-07T14:42:19Z</cp:lastPrinted>
  <dcterms:created xsi:type="dcterms:W3CDTF">2025-01-28T05:55:36Z</dcterms:created>
  <dcterms:modified xsi:type="dcterms:W3CDTF">2026-03-04T13:11:58Z</dcterms:modified>
</cp:coreProperties>
</file>