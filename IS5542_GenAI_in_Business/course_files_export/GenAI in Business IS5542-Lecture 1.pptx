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9"/>
  </p:notesMasterIdLst>
  <p:sldIdLst>
    <p:sldId id="256" r:id="rId2"/>
    <p:sldId id="257" r:id="rId3"/>
    <p:sldId id="258" r:id="rId4"/>
    <p:sldId id="259" r:id="rId5"/>
    <p:sldId id="260" r:id="rId6"/>
    <p:sldId id="261" r:id="rId7"/>
    <p:sldId id="262" r:id="rId8"/>
    <p:sldId id="263" r:id="rId9"/>
    <p:sldId id="366" r:id="rId10"/>
    <p:sldId id="265" r:id="rId11"/>
    <p:sldId id="454" r:id="rId12"/>
    <p:sldId id="267" r:id="rId13"/>
    <p:sldId id="457" r:id="rId14"/>
    <p:sldId id="458" r:id="rId15"/>
    <p:sldId id="459" r:id="rId16"/>
    <p:sldId id="361" r:id="rId17"/>
    <p:sldId id="461" r:id="rId18"/>
    <p:sldId id="462" r:id="rId19"/>
    <p:sldId id="463" r:id="rId20"/>
    <p:sldId id="464" r:id="rId21"/>
    <p:sldId id="465" r:id="rId22"/>
    <p:sldId id="466" r:id="rId23"/>
    <p:sldId id="467" r:id="rId24"/>
    <p:sldId id="468" r:id="rId25"/>
    <p:sldId id="469" r:id="rId26"/>
    <p:sldId id="470" r:id="rId27"/>
    <p:sldId id="471" r:id="rId28"/>
    <p:sldId id="472" r:id="rId29"/>
    <p:sldId id="473" r:id="rId30"/>
    <p:sldId id="474" r:id="rId31"/>
    <p:sldId id="475" r:id="rId32"/>
    <p:sldId id="476" r:id="rId33"/>
    <p:sldId id="477" r:id="rId34"/>
    <p:sldId id="381" r:id="rId35"/>
    <p:sldId id="557" r:id="rId36"/>
    <p:sldId id="478" r:id="rId37"/>
    <p:sldId id="479" r:id="rId38"/>
    <p:sldId id="480" r:id="rId39"/>
    <p:sldId id="481" r:id="rId40"/>
    <p:sldId id="482" r:id="rId41"/>
    <p:sldId id="483" r:id="rId42"/>
    <p:sldId id="484" r:id="rId43"/>
    <p:sldId id="485" r:id="rId44"/>
    <p:sldId id="486" r:id="rId45"/>
    <p:sldId id="487" r:id="rId46"/>
    <p:sldId id="488" r:id="rId47"/>
    <p:sldId id="489" r:id="rId48"/>
    <p:sldId id="490" r:id="rId49"/>
    <p:sldId id="491" r:id="rId50"/>
    <p:sldId id="492" r:id="rId51"/>
    <p:sldId id="493" r:id="rId52"/>
    <p:sldId id="494" r:id="rId53"/>
    <p:sldId id="495" r:id="rId54"/>
    <p:sldId id="496" r:id="rId55"/>
    <p:sldId id="497" r:id="rId56"/>
    <p:sldId id="498" r:id="rId57"/>
    <p:sldId id="499" r:id="rId58"/>
    <p:sldId id="500" r:id="rId59"/>
    <p:sldId id="501" r:id="rId60"/>
    <p:sldId id="502" r:id="rId61"/>
    <p:sldId id="503" r:id="rId62"/>
    <p:sldId id="504" r:id="rId63"/>
    <p:sldId id="505" r:id="rId64"/>
    <p:sldId id="559" r:id="rId65"/>
    <p:sldId id="507" r:id="rId66"/>
    <p:sldId id="508" r:id="rId67"/>
    <p:sldId id="509" r:id="rId68"/>
    <p:sldId id="510" r:id="rId69"/>
    <p:sldId id="511" r:id="rId70"/>
    <p:sldId id="512" r:id="rId71"/>
    <p:sldId id="513" r:id="rId72"/>
    <p:sldId id="514" r:id="rId73"/>
    <p:sldId id="515" r:id="rId74"/>
    <p:sldId id="516" r:id="rId75"/>
    <p:sldId id="517" r:id="rId76"/>
    <p:sldId id="518" r:id="rId77"/>
    <p:sldId id="519" r:id="rId78"/>
    <p:sldId id="520" r:id="rId79"/>
    <p:sldId id="521" r:id="rId80"/>
    <p:sldId id="522" r:id="rId81"/>
    <p:sldId id="523" r:id="rId82"/>
    <p:sldId id="524" r:id="rId83"/>
    <p:sldId id="525" r:id="rId84"/>
    <p:sldId id="526" r:id="rId85"/>
    <p:sldId id="527" r:id="rId86"/>
    <p:sldId id="528" r:id="rId87"/>
    <p:sldId id="529" r:id="rId88"/>
    <p:sldId id="530" r:id="rId89"/>
    <p:sldId id="531" r:id="rId90"/>
    <p:sldId id="532" r:id="rId91"/>
    <p:sldId id="533" r:id="rId92"/>
    <p:sldId id="534" r:id="rId93"/>
    <p:sldId id="535" r:id="rId94"/>
    <p:sldId id="536" r:id="rId95"/>
    <p:sldId id="537" r:id="rId96"/>
    <p:sldId id="538" r:id="rId97"/>
    <p:sldId id="539" r:id="rId98"/>
    <p:sldId id="540" r:id="rId99"/>
    <p:sldId id="541" r:id="rId100"/>
    <p:sldId id="542" r:id="rId101"/>
    <p:sldId id="543" r:id="rId102"/>
    <p:sldId id="544" r:id="rId103"/>
    <p:sldId id="545" r:id="rId104"/>
    <p:sldId id="546" r:id="rId105"/>
    <p:sldId id="547" r:id="rId106"/>
    <p:sldId id="548" r:id="rId107"/>
    <p:sldId id="549" r:id="rId108"/>
    <p:sldId id="550" r:id="rId109"/>
    <p:sldId id="551" r:id="rId110"/>
    <p:sldId id="552" r:id="rId111"/>
    <p:sldId id="553" r:id="rId112"/>
    <p:sldId id="554" r:id="rId113"/>
    <p:sldId id="367" r:id="rId114"/>
    <p:sldId id="450" r:id="rId115"/>
    <p:sldId id="451" r:id="rId116"/>
    <p:sldId id="452" r:id="rId117"/>
    <p:sldId id="453"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D914B6-A6E3-3E4C-909B-F548DB7A7C5E}" v="57" dt="2026-09-04T07:26:34.115"/>
    <p1510:client id="{3B45AD82-630F-38AC-64C4-524F61FDDB1D}" v="50" dt="2026-09-04T07:25:52.211"/>
    <p1510:client id="{79F9CA45-73C4-00D2-D7AF-4D7D5D2FC00E}" v="19" dt="2026-09-03T13:05:25.359"/>
    <p1510:client id="{8E78FCE5-7BFF-5B34-0B22-4BD5274B7D46}" v="11" dt="2026-09-03T10:03:43.397"/>
    <p1510:client id="{B9F5C5B9-E71D-BBB9-11FE-8187E3AAC60A}" v="38" dt="2026-09-04T02:45:22.909"/>
    <p1510:client id="{D74556CC-3D18-C1D7-A956-8FB2A38E3892}" v="3" dt="2026-09-04T06:28:12.2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125"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ao YU" userId="S::miaoyu@um.cityu.edu.hk::671f1475-ae1b-420c-baab-3274552c745e" providerId="AD" clId="Web-{D74556CC-3D18-C1D7-A956-8FB2A38E3892}"/>
    <pc:docChg chg="modSld">
      <pc:chgData name="Miao YU" userId="S::miaoyu@um.cityu.edu.hk::671f1475-ae1b-420c-baab-3274552c745e" providerId="AD" clId="Web-{D74556CC-3D18-C1D7-A956-8FB2A38E3892}" dt="2026-09-04T06:28:12.281" v="2" actId="1076"/>
      <pc:docMkLst>
        <pc:docMk/>
      </pc:docMkLst>
      <pc:sldChg chg="modSp">
        <pc:chgData name="Miao YU" userId="S::miaoyu@um.cityu.edu.hk::671f1475-ae1b-420c-baab-3274552c745e" providerId="AD" clId="Web-{D74556CC-3D18-C1D7-A956-8FB2A38E3892}" dt="2026-09-04T06:28:12.281" v="2" actId="1076"/>
        <pc:sldMkLst>
          <pc:docMk/>
          <pc:sldMk cId="839995892" sldId="495"/>
        </pc:sldMkLst>
        <pc:picChg chg="mod">
          <ac:chgData name="Miao YU" userId="S::miaoyu@um.cityu.edu.hk::671f1475-ae1b-420c-baab-3274552c745e" providerId="AD" clId="Web-{D74556CC-3D18-C1D7-A956-8FB2A38E3892}" dt="2026-09-04T06:28:12.281" v="2" actId="1076"/>
          <ac:picMkLst>
            <pc:docMk/>
            <pc:sldMk cId="839995892" sldId="495"/>
            <ac:picMk id="4" creationId="{F1EF7523-6299-2435-234A-0283489B29FD}"/>
          </ac:picMkLst>
        </pc:picChg>
      </pc:sldChg>
    </pc:docChg>
  </pc:docChgLst>
  <pc:docChgLst>
    <pc:chgData name="Prof. CHOW Andy" userId="fd10d0aa-82fe-46d1-80c3-84dff07809ee" providerId="ADAL" clId="{55198ACC-C634-5A4E-9163-B44AF1F0C993}"/>
    <pc:docChg chg="undo custSel addSld modSld">
      <pc:chgData name="Prof. CHOW Andy" userId="fd10d0aa-82fe-46d1-80c3-84dff07809ee" providerId="ADAL" clId="{55198ACC-C634-5A4E-9163-B44AF1F0C993}" dt="2026-08-31T13:57:34.263" v="147" actId="20577"/>
      <pc:docMkLst>
        <pc:docMk/>
      </pc:docMkLst>
      <pc:sldChg chg="addSp delSp modSp mod modAnim">
        <pc:chgData name="Prof. CHOW Andy" userId="fd10d0aa-82fe-46d1-80c3-84dff07809ee" providerId="ADAL" clId="{55198ACC-C634-5A4E-9163-B44AF1F0C993}" dt="2026-08-30T16:04:05.651" v="15" actId="1076"/>
        <pc:sldMkLst>
          <pc:docMk/>
          <pc:sldMk cId="2938412517" sldId="257"/>
        </pc:sldMkLst>
        <pc:spChg chg="add mod">
          <ac:chgData name="Prof. CHOW Andy" userId="fd10d0aa-82fe-46d1-80c3-84dff07809ee" providerId="ADAL" clId="{55198ACC-C634-5A4E-9163-B44AF1F0C993}" dt="2026-08-30T16:03:18.989" v="6" actId="255"/>
          <ac:spMkLst>
            <pc:docMk/>
            <pc:sldMk cId="2938412517" sldId="257"/>
            <ac:spMk id="2" creationId="{19B2A43E-5649-A6B5-FFC1-314D5FA85C02}"/>
          </ac:spMkLst>
        </pc:spChg>
        <pc:spChg chg="add mod">
          <ac:chgData name="Prof. CHOW Andy" userId="fd10d0aa-82fe-46d1-80c3-84dff07809ee" providerId="ADAL" clId="{55198ACC-C634-5A4E-9163-B44AF1F0C993}" dt="2026-08-30T16:03:34.666" v="10" actId="14100"/>
          <ac:spMkLst>
            <pc:docMk/>
            <pc:sldMk cId="2938412517" sldId="257"/>
            <ac:spMk id="4" creationId="{4F85EFCA-BD0D-BE8C-5E7A-FA2FC6253FAB}"/>
          </ac:spMkLst>
        </pc:spChg>
        <pc:spChg chg="add mod">
          <ac:chgData name="Prof. CHOW Andy" userId="fd10d0aa-82fe-46d1-80c3-84dff07809ee" providerId="ADAL" clId="{55198ACC-C634-5A4E-9163-B44AF1F0C993}" dt="2026-08-30T16:03:31.433" v="9" actId="14100"/>
          <ac:spMkLst>
            <pc:docMk/>
            <pc:sldMk cId="2938412517" sldId="257"/>
            <ac:spMk id="6" creationId="{B6C720D3-9D74-F946-81FE-595360973319}"/>
          </ac:spMkLst>
        </pc:spChg>
        <pc:spChg chg="add mod">
          <ac:chgData name="Prof. CHOW Andy" userId="fd10d0aa-82fe-46d1-80c3-84dff07809ee" providerId="ADAL" clId="{55198ACC-C634-5A4E-9163-B44AF1F0C993}" dt="2026-08-30T16:03:58.917" v="14" actId="1076"/>
          <ac:spMkLst>
            <pc:docMk/>
            <pc:sldMk cId="2938412517" sldId="257"/>
            <ac:spMk id="8" creationId="{76DDD416-AFEC-E4C1-5CF9-C715D4EDD911}"/>
          </ac:spMkLst>
        </pc:spChg>
        <pc:spChg chg="add mod">
          <ac:chgData name="Prof. CHOW Andy" userId="fd10d0aa-82fe-46d1-80c3-84dff07809ee" providerId="ADAL" clId="{55198ACC-C634-5A4E-9163-B44AF1F0C993}" dt="2026-08-30T16:04:05.651" v="15" actId="1076"/>
          <ac:spMkLst>
            <pc:docMk/>
            <pc:sldMk cId="2938412517" sldId="257"/>
            <ac:spMk id="11" creationId="{989BA2D0-DC5B-26D9-7F6C-B9DB6ECC14AC}"/>
          </ac:spMkLst>
        </pc:spChg>
        <pc:spChg chg="add mod">
          <ac:chgData name="Prof. CHOW Andy" userId="fd10d0aa-82fe-46d1-80c3-84dff07809ee" providerId="ADAL" clId="{55198ACC-C634-5A4E-9163-B44AF1F0C993}" dt="2026-08-30T16:04:05.651" v="15" actId="1076"/>
          <ac:spMkLst>
            <pc:docMk/>
            <pc:sldMk cId="2938412517" sldId="257"/>
            <ac:spMk id="12" creationId="{E3866DC5-3627-3E29-6EFA-734786CDC54F}"/>
          </ac:spMkLst>
        </pc:spChg>
        <pc:spChg chg="add mod">
          <ac:chgData name="Prof. CHOW Andy" userId="fd10d0aa-82fe-46d1-80c3-84dff07809ee" providerId="ADAL" clId="{55198ACC-C634-5A4E-9163-B44AF1F0C993}" dt="2026-08-30T16:04:05.651" v="15" actId="1076"/>
          <ac:spMkLst>
            <pc:docMk/>
            <pc:sldMk cId="2938412517" sldId="257"/>
            <ac:spMk id="14" creationId="{52D23034-3D88-3BE6-2CBE-65693E677E30}"/>
          </ac:spMkLst>
        </pc:spChg>
        <pc:spChg chg="mod">
          <ac:chgData name="Prof. CHOW Andy" userId="fd10d0aa-82fe-46d1-80c3-84dff07809ee" providerId="ADAL" clId="{55198ACC-C634-5A4E-9163-B44AF1F0C993}" dt="2026-08-30T16:04:05.651" v="15" actId="1076"/>
          <ac:spMkLst>
            <pc:docMk/>
            <pc:sldMk cId="2938412517" sldId="257"/>
            <ac:spMk id="15" creationId="{F8677664-773A-3738-7EAB-8F9C9A1FAAF8}"/>
          </ac:spMkLst>
        </pc:spChg>
        <pc:spChg chg="add mod">
          <ac:chgData name="Prof. CHOW Andy" userId="fd10d0aa-82fe-46d1-80c3-84dff07809ee" providerId="ADAL" clId="{55198ACC-C634-5A4E-9163-B44AF1F0C993}" dt="2026-08-30T16:04:05.651" v="15" actId="1076"/>
          <ac:spMkLst>
            <pc:docMk/>
            <pc:sldMk cId="2938412517" sldId="257"/>
            <ac:spMk id="16" creationId="{193D23A4-82E3-2676-21F1-1A048AC60870}"/>
          </ac:spMkLst>
        </pc:spChg>
        <pc:spChg chg="mod">
          <ac:chgData name="Prof. CHOW Andy" userId="fd10d0aa-82fe-46d1-80c3-84dff07809ee" providerId="ADAL" clId="{55198ACC-C634-5A4E-9163-B44AF1F0C993}" dt="2026-08-30T16:03:28.083" v="8" actId="1076"/>
          <ac:spMkLst>
            <pc:docMk/>
            <pc:sldMk cId="2938412517" sldId="257"/>
            <ac:spMk id="19" creationId="{8B8548B7-3D36-F23A-E2B0-1427FF5803A2}"/>
          </ac:spMkLst>
        </pc:spChg>
        <pc:spChg chg="add mod">
          <ac:chgData name="Prof. CHOW Andy" userId="fd10d0aa-82fe-46d1-80c3-84dff07809ee" providerId="ADAL" clId="{55198ACC-C634-5A4E-9163-B44AF1F0C993}" dt="2026-08-30T16:02:55.332" v="3" actId="1076"/>
          <ac:spMkLst>
            <pc:docMk/>
            <pc:sldMk cId="2938412517" sldId="257"/>
            <ac:spMk id="20" creationId="{374685CE-3F07-CCD4-BB03-CE31C87C8003}"/>
          </ac:spMkLst>
        </pc:spChg>
        <pc:grpChg chg="mod">
          <ac:chgData name="Prof. CHOW Andy" userId="fd10d0aa-82fe-46d1-80c3-84dff07809ee" providerId="ADAL" clId="{55198ACC-C634-5A4E-9163-B44AF1F0C993}" dt="2026-08-30T16:03:28.083" v="8" actId="1076"/>
          <ac:grpSpMkLst>
            <pc:docMk/>
            <pc:sldMk cId="2938412517" sldId="257"/>
            <ac:grpSpMk id="17" creationId="{8DF5003F-A636-96A0-6863-F9F70E8D2AAD}"/>
          </ac:grpSpMkLst>
        </pc:grpChg>
        <pc:picChg chg="mod">
          <ac:chgData name="Prof. CHOW Andy" userId="fd10d0aa-82fe-46d1-80c3-84dff07809ee" providerId="ADAL" clId="{55198ACC-C634-5A4E-9163-B44AF1F0C993}" dt="2026-08-30T16:03:37.817" v="11" actId="1076"/>
          <ac:picMkLst>
            <pc:docMk/>
            <pc:sldMk cId="2938412517" sldId="257"/>
            <ac:picMk id="7" creationId="{006141E4-6AA6-A609-2737-00B9EE0B6992}"/>
          </ac:picMkLst>
        </pc:picChg>
        <pc:picChg chg="mod">
          <ac:chgData name="Prof. CHOW Andy" userId="fd10d0aa-82fe-46d1-80c3-84dff07809ee" providerId="ADAL" clId="{55198ACC-C634-5A4E-9163-B44AF1F0C993}" dt="2026-08-30T16:04:05.651" v="15" actId="1076"/>
          <ac:picMkLst>
            <pc:docMk/>
            <pc:sldMk cId="2938412517" sldId="257"/>
            <ac:picMk id="9" creationId="{EB6EAC20-C02B-7010-DB26-0FB849FB1D76}"/>
          </ac:picMkLst>
        </pc:picChg>
        <pc:picChg chg="mod">
          <ac:chgData name="Prof. CHOW Andy" userId="fd10d0aa-82fe-46d1-80c3-84dff07809ee" providerId="ADAL" clId="{55198ACC-C634-5A4E-9163-B44AF1F0C993}" dt="2026-08-30T16:04:05.651" v="15" actId="1076"/>
          <ac:picMkLst>
            <pc:docMk/>
            <pc:sldMk cId="2938412517" sldId="257"/>
            <ac:picMk id="10" creationId="{505F63E5-FA07-115C-E095-0E2B01967E3A}"/>
          </ac:picMkLst>
        </pc:picChg>
        <pc:picChg chg="mod">
          <ac:chgData name="Prof. CHOW Andy" userId="fd10d0aa-82fe-46d1-80c3-84dff07809ee" providerId="ADAL" clId="{55198ACC-C634-5A4E-9163-B44AF1F0C993}" dt="2026-08-30T16:04:05.651" v="15" actId="1076"/>
          <ac:picMkLst>
            <pc:docMk/>
            <pc:sldMk cId="2938412517" sldId="257"/>
            <ac:picMk id="13" creationId="{5A2FEEAD-37B8-5812-8361-925DD3663BFE}"/>
          </ac:picMkLst>
        </pc:picChg>
        <pc:picChg chg="mod">
          <ac:chgData name="Prof. CHOW Andy" userId="fd10d0aa-82fe-46d1-80c3-84dff07809ee" providerId="ADAL" clId="{55198ACC-C634-5A4E-9163-B44AF1F0C993}" dt="2026-08-30T16:03:28.083" v="8" actId="1076"/>
          <ac:picMkLst>
            <pc:docMk/>
            <pc:sldMk cId="2938412517" sldId="257"/>
            <ac:picMk id="18" creationId="{4FFDEF00-14EB-642C-0459-574F5CE91797}"/>
          </ac:picMkLst>
        </pc:picChg>
      </pc:sldChg>
      <pc:sldChg chg="addSp modSp new mod">
        <pc:chgData name="Prof. CHOW Andy" userId="fd10d0aa-82fe-46d1-80c3-84dff07809ee" providerId="ADAL" clId="{55198ACC-C634-5A4E-9163-B44AF1F0C993}" dt="2026-08-31T13:57:34.263" v="147" actId="20577"/>
        <pc:sldMkLst>
          <pc:docMk/>
          <pc:sldMk cId="1249779245" sldId="366"/>
        </pc:sldMkLst>
        <pc:spChg chg="mod">
          <ac:chgData name="Prof. CHOW Andy" userId="fd10d0aa-82fe-46d1-80c3-84dff07809ee" providerId="ADAL" clId="{55198ACC-C634-5A4E-9163-B44AF1F0C993}" dt="2026-08-31T13:40:33.352" v="58" actId="20577"/>
          <ac:spMkLst>
            <pc:docMk/>
            <pc:sldMk cId="1249779245" sldId="366"/>
            <ac:spMk id="2" creationId="{70DCCF40-31CD-872E-3718-49576C0F65FD}"/>
          </ac:spMkLst>
        </pc:spChg>
        <pc:spChg chg="add mod">
          <ac:chgData name="Prof. CHOW Andy" userId="fd10d0aa-82fe-46d1-80c3-84dff07809ee" providerId="ADAL" clId="{55198ACC-C634-5A4E-9163-B44AF1F0C993}" dt="2026-08-31T13:57:34.263" v="147" actId="20577"/>
          <ac:spMkLst>
            <pc:docMk/>
            <pc:sldMk cId="1249779245" sldId="366"/>
            <ac:spMk id="3" creationId="{6E77C14D-B432-F462-A2BE-7000B53C11E4}"/>
          </ac:spMkLst>
        </pc:spChg>
      </pc:sldChg>
    </pc:docChg>
  </pc:docChgLst>
  <pc:docChgLst>
    <pc:chgData name="Miao YU" userId="S::miaoyu@um.cityu.edu.hk::671f1475-ae1b-420c-baab-3274552c745e" providerId="AD" clId="Web-{4D558360-CA8D-7FBF-A430-5CA1DF40534F}"/>
    <pc:docChg chg="addSld delSld modSld sldOrd">
      <pc:chgData name="Miao YU" userId="S::miaoyu@um.cityu.edu.hk::671f1475-ae1b-420c-baab-3274552c745e" providerId="AD" clId="Web-{4D558360-CA8D-7FBF-A430-5CA1DF40534F}" dt="2026-09-02T01:20:46.284" v="53"/>
      <pc:docMkLst>
        <pc:docMk/>
      </pc:docMkLst>
    </pc:docChg>
  </pc:docChgLst>
  <pc:docChgLst>
    <pc:chgData name="Miao YU" userId="671f1475-ae1b-420c-baab-3274552c745e" providerId="ADAL" clId="{3D98561E-F90A-5234-B4AE-8FE84CC8B302}"/>
    <pc:docChg chg="undo custSel addSld delSld modSld">
      <pc:chgData name="Miao YU" userId="671f1475-ae1b-420c-baab-3274552c745e" providerId="ADAL" clId="{3D98561E-F90A-5234-B4AE-8FE84CC8B302}" dt="2026-09-04T07:26:34.114" v="81" actId="20577"/>
      <pc:docMkLst>
        <pc:docMk/>
      </pc:docMkLst>
      <pc:sldChg chg="add del">
        <pc:chgData name="Miao YU" userId="671f1475-ae1b-420c-baab-3274552c745e" providerId="ADAL" clId="{3D98561E-F90A-5234-B4AE-8FE84CC8B302}" dt="2026-09-04T00:19:56.734" v="59" actId="2696"/>
        <pc:sldMkLst>
          <pc:docMk/>
          <pc:sldMk cId="2938412517" sldId="268"/>
        </pc:sldMkLst>
      </pc:sldChg>
      <pc:sldChg chg="add del modNotesTx">
        <pc:chgData name="Miao YU" userId="671f1475-ae1b-420c-baab-3274552c745e" providerId="ADAL" clId="{3D98561E-F90A-5234-B4AE-8FE84CC8B302}" dt="2026-09-03T11:16:31.324" v="57"/>
        <pc:sldMkLst>
          <pc:docMk/>
          <pc:sldMk cId="3919881487" sldId="269"/>
        </pc:sldMkLst>
      </pc:sldChg>
      <pc:sldChg chg="add del">
        <pc:chgData name="Miao YU" userId="671f1475-ae1b-420c-baab-3274552c745e" providerId="ADAL" clId="{3D98561E-F90A-5234-B4AE-8FE84CC8B302}" dt="2026-09-03T11:16:31.324" v="57"/>
        <pc:sldMkLst>
          <pc:docMk/>
          <pc:sldMk cId="2849355325" sldId="270"/>
        </pc:sldMkLst>
      </pc:sldChg>
      <pc:sldChg chg="add del">
        <pc:chgData name="Miao YU" userId="671f1475-ae1b-420c-baab-3274552c745e" providerId="ADAL" clId="{3D98561E-F90A-5234-B4AE-8FE84CC8B302}" dt="2026-09-04T00:19:56.734" v="59" actId="2696"/>
        <pc:sldMkLst>
          <pc:docMk/>
          <pc:sldMk cId="2938412517" sldId="271"/>
        </pc:sldMkLst>
      </pc:sldChg>
      <pc:sldChg chg="add del">
        <pc:chgData name="Miao YU" userId="671f1475-ae1b-420c-baab-3274552c745e" providerId="ADAL" clId="{3D98561E-F90A-5234-B4AE-8FE84CC8B302}" dt="2026-09-04T00:19:56.734" v="59" actId="2696"/>
        <pc:sldMkLst>
          <pc:docMk/>
          <pc:sldMk cId="2938412517" sldId="272"/>
        </pc:sldMkLst>
      </pc:sldChg>
      <pc:sldChg chg="add del">
        <pc:chgData name="Miao YU" userId="671f1475-ae1b-420c-baab-3274552c745e" providerId="ADAL" clId="{3D98561E-F90A-5234-B4AE-8FE84CC8B302}" dt="2026-09-04T00:19:56.734" v="59" actId="2696"/>
        <pc:sldMkLst>
          <pc:docMk/>
          <pc:sldMk cId="2938412517" sldId="273"/>
        </pc:sldMkLst>
      </pc:sldChg>
      <pc:sldChg chg="add del">
        <pc:chgData name="Miao YU" userId="671f1475-ae1b-420c-baab-3274552c745e" providerId="ADAL" clId="{3D98561E-F90A-5234-B4AE-8FE84CC8B302}" dt="2026-09-04T00:19:56.734" v="59" actId="2696"/>
        <pc:sldMkLst>
          <pc:docMk/>
          <pc:sldMk cId="2938412517" sldId="274"/>
        </pc:sldMkLst>
      </pc:sldChg>
      <pc:sldChg chg="add del">
        <pc:chgData name="Miao YU" userId="671f1475-ae1b-420c-baab-3274552c745e" providerId="ADAL" clId="{3D98561E-F90A-5234-B4AE-8FE84CC8B302}" dt="2026-09-04T00:19:56.734" v="59" actId="2696"/>
        <pc:sldMkLst>
          <pc:docMk/>
          <pc:sldMk cId="2938412517" sldId="275"/>
        </pc:sldMkLst>
      </pc:sldChg>
      <pc:sldChg chg="add del">
        <pc:chgData name="Miao YU" userId="671f1475-ae1b-420c-baab-3274552c745e" providerId="ADAL" clId="{3D98561E-F90A-5234-B4AE-8FE84CC8B302}" dt="2026-09-04T00:19:56.734" v="59" actId="2696"/>
        <pc:sldMkLst>
          <pc:docMk/>
          <pc:sldMk cId="2938412517" sldId="276"/>
        </pc:sldMkLst>
      </pc:sldChg>
      <pc:sldChg chg="add del">
        <pc:chgData name="Miao YU" userId="671f1475-ae1b-420c-baab-3274552c745e" providerId="ADAL" clId="{3D98561E-F90A-5234-B4AE-8FE84CC8B302}" dt="2026-09-04T00:19:56.734" v="59" actId="2696"/>
        <pc:sldMkLst>
          <pc:docMk/>
          <pc:sldMk cId="2938412517" sldId="277"/>
        </pc:sldMkLst>
      </pc:sldChg>
      <pc:sldChg chg="add del">
        <pc:chgData name="Miao YU" userId="671f1475-ae1b-420c-baab-3274552c745e" providerId="ADAL" clId="{3D98561E-F90A-5234-B4AE-8FE84CC8B302}" dt="2026-09-04T00:19:56.734" v="59" actId="2696"/>
        <pc:sldMkLst>
          <pc:docMk/>
          <pc:sldMk cId="2938412517" sldId="278"/>
        </pc:sldMkLst>
      </pc:sldChg>
      <pc:sldChg chg="add del">
        <pc:chgData name="Miao YU" userId="671f1475-ae1b-420c-baab-3274552c745e" providerId="ADAL" clId="{3D98561E-F90A-5234-B4AE-8FE84CC8B302}" dt="2026-09-04T00:19:56.734" v="59" actId="2696"/>
        <pc:sldMkLst>
          <pc:docMk/>
          <pc:sldMk cId="2938412517" sldId="279"/>
        </pc:sldMkLst>
      </pc:sldChg>
      <pc:sldChg chg="add del">
        <pc:chgData name="Miao YU" userId="671f1475-ae1b-420c-baab-3274552c745e" providerId="ADAL" clId="{3D98561E-F90A-5234-B4AE-8FE84CC8B302}" dt="2026-09-03T11:16:31.324" v="57"/>
        <pc:sldMkLst>
          <pc:docMk/>
          <pc:sldMk cId="666492134" sldId="280"/>
        </pc:sldMkLst>
      </pc:sldChg>
      <pc:sldChg chg="add del">
        <pc:chgData name="Miao YU" userId="671f1475-ae1b-420c-baab-3274552c745e" providerId="ADAL" clId="{3D98561E-F90A-5234-B4AE-8FE84CC8B302}" dt="2026-09-03T11:16:31.324" v="57"/>
        <pc:sldMkLst>
          <pc:docMk/>
          <pc:sldMk cId="324563926" sldId="281"/>
        </pc:sldMkLst>
      </pc:sldChg>
      <pc:sldChg chg="add del">
        <pc:chgData name="Miao YU" userId="671f1475-ae1b-420c-baab-3274552c745e" providerId="ADAL" clId="{3D98561E-F90A-5234-B4AE-8FE84CC8B302}" dt="2026-09-04T00:19:56.734" v="59" actId="2696"/>
        <pc:sldMkLst>
          <pc:docMk/>
          <pc:sldMk cId="2938412517" sldId="282"/>
        </pc:sldMkLst>
      </pc:sldChg>
      <pc:sldChg chg="add del">
        <pc:chgData name="Miao YU" userId="671f1475-ae1b-420c-baab-3274552c745e" providerId="ADAL" clId="{3D98561E-F90A-5234-B4AE-8FE84CC8B302}" dt="2026-09-04T00:19:56.734" v="59" actId="2696"/>
        <pc:sldMkLst>
          <pc:docMk/>
          <pc:sldMk cId="2938412517" sldId="283"/>
        </pc:sldMkLst>
      </pc:sldChg>
      <pc:sldChg chg="add del">
        <pc:chgData name="Miao YU" userId="671f1475-ae1b-420c-baab-3274552c745e" providerId="ADAL" clId="{3D98561E-F90A-5234-B4AE-8FE84CC8B302}" dt="2026-09-03T11:16:31.324" v="57"/>
        <pc:sldMkLst>
          <pc:docMk/>
          <pc:sldMk cId="2052369476" sldId="284"/>
        </pc:sldMkLst>
      </pc:sldChg>
      <pc:sldChg chg="add del">
        <pc:chgData name="Miao YU" userId="671f1475-ae1b-420c-baab-3274552c745e" providerId="ADAL" clId="{3D98561E-F90A-5234-B4AE-8FE84CC8B302}" dt="2026-09-03T11:16:31.324" v="57"/>
        <pc:sldMkLst>
          <pc:docMk/>
          <pc:sldMk cId="2199894402" sldId="285"/>
        </pc:sldMkLst>
      </pc:sldChg>
      <pc:sldChg chg="add del">
        <pc:chgData name="Miao YU" userId="671f1475-ae1b-420c-baab-3274552c745e" providerId="ADAL" clId="{3D98561E-F90A-5234-B4AE-8FE84CC8B302}" dt="2026-09-04T00:19:56.734" v="59" actId="2696"/>
        <pc:sldMkLst>
          <pc:docMk/>
          <pc:sldMk cId="2938412517" sldId="286"/>
        </pc:sldMkLst>
      </pc:sldChg>
      <pc:sldChg chg="add del">
        <pc:chgData name="Miao YU" userId="671f1475-ae1b-420c-baab-3274552c745e" providerId="ADAL" clId="{3D98561E-F90A-5234-B4AE-8FE84CC8B302}" dt="2026-09-04T00:19:56.734" v="59" actId="2696"/>
        <pc:sldMkLst>
          <pc:docMk/>
          <pc:sldMk cId="4067078689" sldId="287"/>
        </pc:sldMkLst>
      </pc:sldChg>
      <pc:sldChg chg="add del">
        <pc:chgData name="Miao YU" userId="671f1475-ae1b-420c-baab-3274552c745e" providerId="ADAL" clId="{3D98561E-F90A-5234-B4AE-8FE84CC8B302}" dt="2026-09-03T11:16:31.324" v="57"/>
        <pc:sldMkLst>
          <pc:docMk/>
          <pc:sldMk cId="2665180673" sldId="288"/>
        </pc:sldMkLst>
      </pc:sldChg>
      <pc:sldChg chg="add del">
        <pc:chgData name="Miao YU" userId="671f1475-ae1b-420c-baab-3274552c745e" providerId="ADAL" clId="{3D98561E-F90A-5234-B4AE-8FE84CC8B302}" dt="2026-09-04T00:19:56.734" v="59" actId="2696"/>
        <pc:sldMkLst>
          <pc:docMk/>
          <pc:sldMk cId="2938412517" sldId="289"/>
        </pc:sldMkLst>
      </pc:sldChg>
      <pc:sldChg chg="add del">
        <pc:chgData name="Miao YU" userId="671f1475-ae1b-420c-baab-3274552c745e" providerId="ADAL" clId="{3D98561E-F90A-5234-B4AE-8FE84CC8B302}" dt="2026-09-03T11:16:31.324" v="57"/>
        <pc:sldMkLst>
          <pc:docMk/>
          <pc:sldMk cId="1281309402" sldId="290"/>
        </pc:sldMkLst>
      </pc:sldChg>
      <pc:sldChg chg="add del">
        <pc:chgData name="Miao YU" userId="671f1475-ae1b-420c-baab-3274552c745e" providerId="ADAL" clId="{3D98561E-F90A-5234-B4AE-8FE84CC8B302}" dt="2026-09-03T11:16:31.324" v="57"/>
        <pc:sldMkLst>
          <pc:docMk/>
          <pc:sldMk cId="1638625871" sldId="291"/>
        </pc:sldMkLst>
      </pc:sldChg>
      <pc:sldChg chg="add del">
        <pc:chgData name="Miao YU" userId="671f1475-ae1b-420c-baab-3274552c745e" providerId="ADAL" clId="{3D98561E-F90A-5234-B4AE-8FE84CC8B302}" dt="2026-09-03T11:16:31.324" v="57"/>
        <pc:sldMkLst>
          <pc:docMk/>
          <pc:sldMk cId="2063739917" sldId="292"/>
        </pc:sldMkLst>
      </pc:sldChg>
      <pc:sldChg chg="add del">
        <pc:chgData name="Miao YU" userId="671f1475-ae1b-420c-baab-3274552c745e" providerId="ADAL" clId="{3D98561E-F90A-5234-B4AE-8FE84CC8B302}" dt="2026-09-04T00:19:56.734" v="59" actId="2696"/>
        <pc:sldMkLst>
          <pc:docMk/>
          <pc:sldMk cId="2640440516" sldId="293"/>
        </pc:sldMkLst>
      </pc:sldChg>
      <pc:sldChg chg="add del">
        <pc:chgData name="Miao YU" userId="671f1475-ae1b-420c-baab-3274552c745e" providerId="ADAL" clId="{3D98561E-F90A-5234-B4AE-8FE84CC8B302}" dt="2026-09-04T00:19:56.734" v="59" actId="2696"/>
        <pc:sldMkLst>
          <pc:docMk/>
          <pc:sldMk cId="2938412517" sldId="294"/>
        </pc:sldMkLst>
      </pc:sldChg>
      <pc:sldChg chg="add del">
        <pc:chgData name="Miao YU" userId="671f1475-ae1b-420c-baab-3274552c745e" providerId="ADAL" clId="{3D98561E-F90A-5234-B4AE-8FE84CC8B302}" dt="2026-09-04T00:19:56.734" v="59" actId="2696"/>
        <pc:sldMkLst>
          <pc:docMk/>
          <pc:sldMk cId="3490028325" sldId="295"/>
        </pc:sldMkLst>
      </pc:sldChg>
      <pc:sldChg chg="add del">
        <pc:chgData name="Miao YU" userId="671f1475-ae1b-420c-baab-3274552c745e" providerId="ADAL" clId="{3D98561E-F90A-5234-B4AE-8FE84CC8B302}" dt="2026-09-04T00:19:56.734" v="59" actId="2696"/>
        <pc:sldMkLst>
          <pc:docMk/>
          <pc:sldMk cId="3483864378" sldId="296"/>
        </pc:sldMkLst>
      </pc:sldChg>
      <pc:sldChg chg="add del">
        <pc:chgData name="Miao YU" userId="671f1475-ae1b-420c-baab-3274552c745e" providerId="ADAL" clId="{3D98561E-F90A-5234-B4AE-8FE84CC8B302}" dt="2026-09-03T11:16:31.324" v="57"/>
        <pc:sldMkLst>
          <pc:docMk/>
          <pc:sldMk cId="1202213129" sldId="297"/>
        </pc:sldMkLst>
      </pc:sldChg>
      <pc:sldChg chg="add del">
        <pc:chgData name="Miao YU" userId="671f1475-ae1b-420c-baab-3274552c745e" providerId="ADAL" clId="{3D98561E-F90A-5234-B4AE-8FE84CC8B302}" dt="2026-09-04T00:19:56.734" v="59" actId="2696"/>
        <pc:sldMkLst>
          <pc:docMk/>
          <pc:sldMk cId="334948420" sldId="298"/>
        </pc:sldMkLst>
      </pc:sldChg>
      <pc:sldChg chg="add del">
        <pc:chgData name="Miao YU" userId="671f1475-ae1b-420c-baab-3274552c745e" providerId="ADAL" clId="{3D98561E-F90A-5234-B4AE-8FE84CC8B302}" dt="2026-09-03T11:16:31.324" v="57"/>
        <pc:sldMkLst>
          <pc:docMk/>
          <pc:sldMk cId="1393204150" sldId="299"/>
        </pc:sldMkLst>
      </pc:sldChg>
      <pc:sldChg chg="modSp add del mod">
        <pc:chgData name="Miao YU" userId="671f1475-ae1b-420c-baab-3274552c745e" providerId="ADAL" clId="{3D98561E-F90A-5234-B4AE-8FE84CC8B302}" dt="2026-09-03T11:16:31.324" v="57"/>
        <pc:sldMkLst>
          <pc:docMk/>
          <pc:sldMk cId="2302109756" sldId="300"/>
        </pc:sldMkLst>
        <pc:spChg chg="mod">
          <ac:chgData name="Miao YU" userId="671f1475-ae1b-420c-baab-3274552c745e" providerId="ADAL" clId="{3D98561E-F90A-5234-B4AE-8FE84CC8B302}" dt="2026-09-03T11:16:31.324" v="57"/>
          <ac:spMkLst>
            <pc:docMk/>
            <pc:sldMk cId="2302109756" sldId="300"/>
            <ac:spMk id="20" creationId="{11FFDF7C-3B57-4F3C-BF42-E903395A6015}"/>
          </ac:spMkLst>
        </pc:spChg>
      </pc:sldChg>
      <pc:sldChg chg="add del">
        <pc:chgData name="Miao YU" userId="671f1475-ae1b-420c-baab-3274552c745e" providerId="ADAL" clId="{3D98561E-F90A-5234-B4AE-8FE84CC8B302}" dt="2026-09-03T11:16:31.324" v="57"/>
        <pc:sldMkLst>
          <pc:docMk/>
          <pc:sldMk cId="3554570435" sldId="301"/>
        </pc:sldMkLst>
      </pc:sldChg>
      <pc:sldChg chg="add del">
        <pc:chgData name="Miao YU" userId="671f1475-ae1b-420c-baab-3274552c745e" providerId="ADAL" clId="{3D98561E-F90A-5234-B4AE-8FE84CC8B302}" dt="2026-09-03T11:16:31.324" v="57"/>
        <pc:sldMkLst>
          <pc:docMk/>
          <pc:sldMk cId="1727440489" sldId="302"/>
        </pc:sldMkLst>
      </pc:sldChg>
      <pc:sldChg chg="add del">
        <pc:chgData name="Miao YU" userId="671f1475-ae1b-420c-baab-3274552c745e" providerId="ADAL" clId="{3D98561E-F90A-5234-B4AE-8FE84CC8B302}" dt="2026-09-03T11:16:31.324" v="57"/>
        <pc:sldMkLst>
          <pc:docMk/>
          <pc:sldMk cId="1817287292" sldId="303"/>
        </pc:sldMkLst>
      </pc:sldChg>
      <pc:sldChg chg="add del">
        <pc:chgData name="Miao YU" userId="671f1475-ae1b-420c-baab-3274552c745e" providerId="ADAL" clId="{3D98561E-F90A-5234-B4AE-8FE84CC8B302}" dt="2026-09-03T11:16:31.324" v="57"/>
        <pc:sldMkLst>
          <pc:docMk/>
          <pc:sldMk cId="4223125598" sldId="304"/>
        </pc:sldMkLst>
      </pc:sldChg>
      <pc:sldChg chg="add del">
        <pc:chgData name="Miao YU" userId="671f1475-ae1b-420c-baab-3274552c745e" providerId="ADAL" clId="{3D98561E-F90A-5234-B4AE-8FE84CC8B302}" dt="2026-09-03T11:16:31.324" v="57"/>
        <pc:sldMkLst>
          <pc:docMk/>
          <pc:sldMk cId="2876418603" sldId="305"/>
        </pc:sldMkLst>
      </pc:sldChg>
      <pc:sldChg chg="add del">
        <pc:chgData name="Miao YU" userId="671f1475-ae1b-420c-baab-3274552c745e" providerId="ADAL" clId="{3D98561E-F90A-5234-B4AE-8FE84CC8B302}" dt="2026-09-03T11:16:31.324" v="57"/>
        <pc:sldMkLst>
          <pc:docMk/>
          <pc:sldMk cId="3645382076" sldId="306"/>
        </pc:sldMkLst>
      </pc:sldChg>
      <pc:sldChg chg="add del">
        <pc:chgData name="Miao YU" userId="671f1475-ae1b-420c-baab-3274552c745e" providerId="ADAL" clId="{3D98561E-F90A-5234-B4AE-8FE84CC8B302}" dt="2026-09-03T11:16:31.324" v="57"/>
        <pc:sldMkLst>
          <pc:docMk/>
          <pc:sldMk cId="1173464293" sldId="307"/>
        </pc:sldMkLst>
      </pc:sldChg>
      <pc:sldChg chg="add del">
        <pc:chgData name="Miao YU" userId="671f1475-ae1b-420c-baab-3274552c745e" providerId="ADAL" clId="{3D98561E-F90A-5234-B4AE-8FE84CC8B302}" dt="2026-09-03T11:16:31.324" v="57"/>
        <pc:sldMkLst>
          <pc:docMk/>
          <pc:sldMk cId="2455221101" sldId="308"/>
        </pc:sldMkLst>
      </pc:sldChg>
      <pc:sldChg chg="add del">
        <pc:chgData name="Miao YU" userId="671f1475-ae1b-420c-baab-3274552c745e" providerId="ADAL" clId="{3D98561E-F90A-5234-B4AE-8FE84CC8B302}" dt="2026-09-03T11:16:31.324" v="57"/>
        <pc:sldMkLst>
          <pc:docMk/>
          <pc:sldMk cId="1643179098" sldId="309"/>
        </pc:sldMkLst>
      </pc:sldChg>
      <pc:sldChg chg="add del">
        <pc:chgData name="Miao YU" userId="671f1475-ae1b-420c-baab-3274552c745e" providerId="ADAL" clId="{3D98561E-F90A-5234-B4AE-8FE84CC8B302}" dt="2026-09-03T11:16:31.324" v="57"/>
        <pc:sldMkLst>
          <pc:docMk/>
          <pc:sldMk cId="2804611638" sldId="310"/>
        </pc:sldMkLst>
      </pc:sldChg>
      <pc:sldChg chg="add del">
        <pc:chgData name="Miao YU" userId="671f1475-ae1b-420c-baab-3274552c745e" providerId="ADAL" clId="{3D98561E-F90A-5234-B4AE-8FE84CC8B302}" dt="2026-09-03T11:16:31.324" v="57"/>
        <pc:sldMkLst>
          <pc:docMk/>
          <pc:sldMk cId="3328980922" sldId="311"/>
        </pc:sldMkLst>
      </pc:sldChg>
      <pc:sldChg chg="add del">
        <pc:chgData name="Miao YU" userId="671f1475-ae1b-420c-baab-3274552c745e" providerId="ADAL" clId="{3D98561E-F90A-5234-B4AE-8FE84CC8B302}" dt="2026-09-03T11:16:31.324" v="57"/>
        <pc:sldMkLst>
          <pc:docMk/>
          <pc:sldMk cId="1568153169" sldId="312"/>
        </pc:sldMkLst>
      </pc:sldChg>
      <pc:sldChg chg="add del">
        <pc:chgData name="Miao YU" userId="671f1475-ae1b-420c-baab-3274552c745e" providerId="ADAL" clId="{3D98561E-F90A-5234-B4AE-8FE84CC8B302}" dt="2026-09-04T00:19:56.734" v="59" actId="2696"/>
        <pc:sldMkLst>
          <pc:docMk/>
          <pc:sldMk cId="2653726563" sldId="313"/>
        </pc:sldMkLst>
      </pc:sldChg>
      <pc:sldChg chg="add del">
        <pc:chgData name="Miao YU" userId="671f1475-ae1b-420c-baab-3274552c745e" providerId="ADAL" clId="{3D98561E-F90A-5234-B4AE-8FE84CC8B302}" dt="2026-09-03T11:16:31.324" v="57"/>
        <pc:sldMkLst>
          <pc:docMk/>
          <pc:sldMk cId="2938180837" sldId="314"/>
        </pc:sldMkLst>
      </pc:sldChg>
      <pc:sldChg chg="add del">
        <pc:chgData name="Miao YU" userId="671f1475-ae1b-420c-baab-3274552c745e" providerId="ADAL" clId="{3D98561E-F90A-5234-B4AE-8FE84CC8B302}" dt="2026-09-03T11:16:31.324" v="57"/>
        <pc:sldMkLst>
          <pc:docMk/>
          <pc:sldMk cId="341656967" sldId="315"/>
        </pc:sldMkLst>
      </pc:sldChg>
      <pc:sldChg chg="add del">
        <pc:chgData name="Miao YU" userId="671f1475-ae1b-420c-baab-3274552c745e" providerId="ADAL" clId="{3D98561E-F90A-5234-B4AE-8FE84CC8B302}" dt="2026-09-03T11:16:31.324" v="57"/>
        <pc:sldMkLst>
          <pc:docMk/>
          <pc:sldMk cId="3829997426" sldId="316"/>
        </pc:sldMkLst>
      </pc:sldChg>
      <pc:sldChg chg="add del">
        <pc:chgData name="Miao YU" userId="671f1475-ae1b-420c-baab-3274552c745e" providerId="ADAL" clId="{3D98561E-F90A-5234-B4AE-8FE84CC8B302}" dt="2026-09-03T11:16:31.324" v="57"/>
        <pc:sldMkLst>
          <pc:docMk/>
          <pc:sldMk cId="1100145337" sldId="317"/>
        </pc:sldMkLst>
      </pc:sldChg>
      <pc:sldChg chg="add del">
        <pc:chgData name="Miao YU" userId="671f1475-ae1b-420c-baab-3274552c745e" providerId="ADAL" clId="{3D98561E-F90A-5234-B4AE-8FE84CC8B302}" dt="2026-09-03T11:16:31.324" v="57"/>
        <pc:sldMkLst>
          <pc:docMk/>
          <pc:sldMk cId="2920008684" sldId="318"/>
        </pc:sldMkLst>
      </pc:sldChg>
      <pc:sldChg chg="modSp add del mod">
        <pc:chgData name="Miao YU" userId="671f1475-ae1b-420c-baab-3274552c745e" providerId="ADAL" clId="{3D98561E-F90A-5234-B4AE-8FE84CC8B302}" dt="2026-09-04T00:19:56.734" v="59" actId="2696"/>
        <pc:sldMkLst>
          <pc:docMk/>
          <pc:sldMk cId="220878728" sldId="319"/>
        </pc:sldMkLst>
      </pc:sldChg>
      <pc:sldChg chg="add del">
        <pc:chgData name="Miao YU" userId="671f1475-ae1b-420c-baab-3274552c745e" providerId="ADAL" clId="{3D98561E-F90A-5234-B4AE-8FE84CC8B302}" dt="2026-09-03T11:16:31.324" v="57"/>
        <pc:sldMkLst>
          <pc:docMk/>
          <pc:sldMk cId="1387660062" sldId="320"/>
        </pc:sldMkLst>
      </pc:sldChg>
      <pc:sldChg chg="add del">
        <pc:chgData name="Miao YU" userId="671f1475-ae1b-420c-baab-3274552c745e" providerId="ADAL" clId="{3D98561E-F90A-5234-B4AE-8FE84CC8B302}" dt="2026-09-03T11:16:31.324" v="57"/>
        <pc:sldMkLst>
          <pc:docMk/>
          <pc:sldMk cId="3499173640" sldId="321"/>
        </pc:sldMkLst>
      </pc:sldChg>
      <pc:sldChg chg="add del">
        <pc:chgData name="Miao YU" userId="671f1475-ae1b-420c-baab-3274552c745e" providerId="ADAL" clId="{3D98561E-F90A-5234-B4AE-8FE84CC8B302}" dt="2026-09-03T11:16:31.324" v="57"/>
        <pc:sldMkLst>
          <pc:docMk/>
          <pc:sldMk cId="455327437" sldId="322"/>
        </pc:sldMkLst>
      </pc:sldChg>
      <pc:sldChg chg="add del">
        <pc:chgData name="Miao YU" userId="671f1475-ae1b-420c-baab-3274552c745e" providerId="ADAL" clId="{3D98561E-F90A-5234-B4AE-8FE84CC8B302}" dt="2026-09-03T11:16:31.324" v="57"/>
        <pc:sldMkLst>
          <pc:docMk/>
          <pc:sldMk cId="1453651098" sldId="323"/>
        </pc:sldMkLst>
      </pc:sldChg>
      <pc:sldChg chg="add del">
        <pc:chgData name="Miao YU" userId="671f1475-ae1b-420c-baab-3274552c745e" providerId="ADAL" clId="{3D98561E-F90A-5234-B4AE-8FE84CC8B302}" dt="2026-09-03T11:16:31.324" v="57"/>
        <pc:sldMkLst>
          <pc:docMk/>
          <pc:sldMk cId="1180280548" sldId="324"/>
        </pc:sldMkLst>
      </pc:sldChg>
      <pc:sldChg chg="modSp add del mod">
        <pc:chgData name="Miao YU" userId="671f1475-ae1b-420c-baab-3274552c745e" providerId="ADAL" clId="{3D98561E-F90A-5234-B4AE-8FE84CC8B302}" dt="2026-09-03T11:16:31.324" v="57"/>
        <pc:sldMkLst>
          <pc:docMk/>
          <pc:sldMk cId="3478837943" sldId="325"/>
        </pc:sldMkLst>
        <pc:spChg chg="mod">
          <ac:chgData name="Miao YU" userId="671f1475-ae1b-420c-baab-3274552c745e" providerId="ADAL" clId="{3D98561E-F90A-5234-B4AE-8FE84CC8B302}" dt="2026-09-03T11:16:31.324" v="57"/>
          <ac:spMkLst>
            <pc:docMk/>
            <pc:sldMk cId="3478837943" sldId="325"/>
            <ac:spMk id="20" creationId="{11FFDF7C-3B57-4F3C-BF42-E903395A6015}"/>
          </ac:spMkLst>
        </pc:spChg>
      </pc:sldChg>
      <pc:sldChg chg="add del">
        <pc:chgData name="Miao YU" userId="671f1475-ae1b-420c-baab-3274552c745e" providerId="ADAL" clId="{3D98561E-F90A-5234-B4AE-8FE84CC8B302}" dt="2026-09-03T11:16:31.324" v="57"/>
        <pc:sldMkLst>
          <pc:docMk/>
          <pc:sldMk cId="753172349" sldId="326"/>
        </pc:sldMkLst>
      </pc:sldChg>
      <pc:sldChg chg="add del">
        <pc:chgData name="Miao YU" userId="671f1475-ae1b-420c-baab-3274552c745e" providerId="ADAL" clId="{3D98561E-F90A-5234-B4AE-8FE84CC8B302}" dt="2026-09-03T11:16:31.324" v="57"/>
        <pc:sldMkLst>
          <pc:docMk/>
          <pc:sldMk cId="1692654257" sldId="327"/>
        </pc:sldMkLst>
      </pc:sldChg>
      <pc:sldChg chg="add del">
        <pc:chgData name="Miao YU" userId="671f1475-ae1b-420c-baab-3274552c745e" providerId="ADAL" clId="{3D98561E-F90A-5234-B4AE-8FE84CC8B302}" dt="2026-09-03T11:16:31.324" v="57"/>
        <pc:sldMkLst>
          <pc:docMk/>
          <pc:sldMk cId="4063801381" sldId="328"/>
        </pc:sldMkLst>
      </pc:sldChg>
      <pc:sldChg chg="add del">
        <pc:chgData name="Miao YU" userId="671f1475-ae1b-420c-baab-3274552c745e" providerId="ADAL" clId="{3D98561E-F90A-5234-B4AE-8FE84CC8B302}" dt="2026-09-03T11:16:31.324" v="57"/>
        <pc:sldMkLst>
          <pc:docMk/>
          <pc:sldMk cId="2657168590" sldId="329"/>
        </pc:sldMkLst>
      </pc:sldChg>
      <pc:sldChg chg="add del">
        <pc:chgData name="Miao YU" userId="671f1475-ae1b-420c-baab-3274552c745e" providerId="ADAL" clId="{3D98561E-F90A-5234-B4AE-8FE84CC8B302}" dt="2026-09-03T11:16:31.324" v="57"/>
        <pc:sldMkLst>
          <pc:docMk/>
          <pc:sldMk cId="366150231" sldId="330"/>
        </pc:sldMkLst>
      </pc:sldChg>
      <pc:sldChg chg="add del">
        <pc:chgData name="Miao YU" userId="671f1475-ae1b-420c-baab-3274552c745e" providerId="ADAL" clId="{3D98561E-F90A-5234-B4AE-8FE84CC8B302}" dt="2026-09-03T11:16:31.324" v="57"/>
        <pc:sldMkLst>
          <pc:docMk/>
          <pc:sldMk cId="317040570" sldId="331"/>
        </pc:sldMkLst>
      </pc:sldChg>
      <pc:sldChg chg="add del">
        <pc:chgData name="Miao YU" userId="671f1475-ae1b-420c-baab-3274552c745e" providerId="ADAL" clId="{3D98561E-F90A-5234-B4AE-8FE84CC8B302}" dt="2026-09-03T11:16:31.324" v="57"/>
        <pc:sldMkLst>
          <pc:docMk/>
          <pc:sldMk cId="2304307429" sldId="332"/>
        </pc:sldMkLst>
      </pc:sldChg>
      <pc:sldChg chg="add del">
        <pc:chgData name="Miao YU" userId="671f1475-ae1b-420c-baab-3274552c745e" providerId="ADAL" clId="{3D98561E-F90A-5234-B4AE-8FE84CC8B302}" dt="2026-09-03T11:16:31.324" v="57"/>
        <pc:sldMkLst>
          <pc:docMk/>
          <pc:sldMk cId="1158250629" sldId="333"/>
        </pc:sldMkLst>
      </pc:sldChg>
      <pc:sldChg chg="modSp add del mod">
        <pc:chgData name="Miao YU" userId="671f1475-ae1b-420c-baab-3274552c745e" providerId="ADAL" clId="{3D98561E-F90A-5234-B4AE-8FE84CC8B302}" dt="2026-09-04T00:19:56.734" v="59" actId="2696"/>
        <pc:sldMkLst>
          <pc:docMk/>
          <pc:sldMk cId="4144067344" sldId="334"/>
        </pc:sldMkLst>
      </pc:sldChg>
      <pc:sldChg chg="add del">
        <pc:chgData name="Miao YU" userId="671f1475-ae1b-420c-baab-3274552c745e" providerId="ADAL" clId="{3D98561E-F90A-5234-B4AE-8FE84CC8B302}" dt="2026-09-03T11:16:31.324" v="57"/>
        <pc:sldMkLst>
          <pc:docMk/>
          <pc:sldMk cId="2144059260" sldId="335"/>
        </pc:sldMkLst>
      </pc:sldChg>
      <pc:sldChg chg="add del">
        <pc:chgData name="Miao YU" userId="671f1475-ae1b-420c-baab-3274552c745e" providerId="ADAL" clId="{3D98561E-F90A-5234-B4AE-8FE84CC8B302}" dt="2026-09-03T11:16:31.324" v="57"/>
        <pc:sldMkLst>
          <pc:docMk/>
          <pc:sldMk cId="41752307" sldId="336"/>
        </pc:sldMkLst>
      </pc:sldChg>
      <pc:sldChg chg="add del">
        <pc:chgData name="Miao YU" userId="671f1475-ae1b-420c-baab-3274552c745e" providerId="ADAL" clId="{3D98561E-F90A-5234-B4AE-8FE84CC8B302}" dt="2026-09-03T11:16:31.324" v="57"/>
        <pc:sldMkLst>
          <pc:docMk/>
          <pc:sldMk cId="1842237163" sldId="337"/>
        </pc:sldMkLst>
      </pc:sldChg>
      <pc:sldChg chg="add del">
        <pc:chgData name="Miao YU" userId="671f1475-ae1b-420c-baab-3274552c745e" providerId="ADAL" clId="{3D98561E-F90A-5234-B4AE-8FE84CC8B302}" dt="2026-09-03T11:16:31.324" v="57"/>
        <pc:sldMkLst>
          <pc:docMk/>
          <pc:sldMk cId="1885553685" sldId="338"/>
        </pc:sldMkLst>
      </pc:sldChg>
      <pc:sldChg chg="add del">
        <pc:chgData name="Miao YU" userId="671f1475-ae1b-420c-baab-3274552c745e" providerId="ADAL" clId="{3D98561E-F90A-5234-B4AE-8FE84CC8B302}" dt="2026-09-03T11:16:31.324" v="57"/>
        <pc:sldMkLst>
          <pc:docMk/>
          <pc:sldMk cId="2606222868" sldId="339"/>
        </pc:sldMkLst>
      </pc:sldChg>
      <pc:sldChg chg="add del">
        <pc:chgData name="Miao YU" userId="671f1475-ae1b-420c-baab-3274552c745e" providerId="ADAL" clId="{3D98561E-F90A-5234-B4AE-8FE84CC8B302}" dt="2026-09-03T11:16:31.324" v="57"/>
        <pc:sldMkLst>
          <pc:docMk/>
          <pc:sldMk cId="1279942162" sldId="340"/>
        </pc:sldMkLst>
      </pc:sldChg>
      <pc:sldChg chg="add del">
        <pc:chgData name="Miao YU" userId="671f1475-ae1b-420c-baab-3274552c745e" providerId="ADAL" clId="{3D98561E-F90A-5234-B4AE-8FE84CC8B302}" dt="2026-09-03T11:16:31.324" v="57"/>
        <pc:sldMkLst>
          <pc:docMk/>
          <pc:sldMk cId="1973314767" sldId="341"/>
        </pc:sldMkLst>
      </pc:sldChg>
      <pc:sldChg chg="add del">
        <pc:chgData name="Miao YU" userId="671f1475-ae1b-420c-baab-3274552c745e" providerId="ADAL" clId="{3D98561E-F90A-5234-B4AE-8FE84CC8B302}" dt="2026-09-03T11:16:31.324" v="57"/>
        <pc:sldMkLst>
          <pc:docMk/>
          <pc:sldMk cId="36596196" sldId="342"/>
        </pc:sldMkLst>
      </pc:sldChg>
      <pc:sldChg chg="del">
        <pc:chgData name="Miao YU" userId="671f1475-ae1b-420c-baab-3274552c745e" providerId="ADAL" clId="{3D98561E-F90A-5234-B4AE-8FE84CC8B302}" dt="2026-09-04T00:19:56.734" v="59" actId="2696"/>
        <pc:sldMkLst>
          <pc:docMk/>
          <pc:sldMk cId="3978278846" sldId="342"/>
        </pc:sldMkLst>
      </pc:sldChg>
      <pc:sldChg chg="del">
        <pc:chgData name="Miao YU" userId="671f1475-ae1b-420c-baab-3274552c745e" providerId="ADAL" clId="{3D98561E-F90A-5234-B4AE-8FE84CC8B302}" dt="2026-09-04T00:19:56.734" v="59" actId="2696"/>
        <pc:sldMkLst>
          <pc:docMk/>
          <pc:sldMk cId="462386430" sldId="343"/>
        </pc:sldMkLst>
      </pc:sldChg>
      <pc:sldChg chg="add del">
        <pc:chgData name="Miao YU" userId="671f1475-ae1b-420c-baab-3274552c745e" providerId="ADAL" clId="{3D98561E-F90A-5234-B4AE-8FE84CC8B302}" dt="2026-09-03T11:16:31.324" v="57"/>
        <pc:sldMkLst>
          <pc:docMk/>
          <pc:sldMk cId="2768892337" sldId="343"/>
        </pc:sldMkLst>
      </pc:sldChg>
      <pc:sldChg chg="modSp add del mod">
        <pc:chgData name="Miao YU" userId="671f1475-ae1b-420c-baab-3274552c745e" providerId="ADAL" clId="{3D98561E-F90A-5234-B4AE-8FE84CC8B302}" dt="2026-09-04T00:19:56.734" v="59" actId="2696"/>
        <pc:sldMkLst>
          <pc:docMk/>
          <pc:sldMk cId="2021170245" sldId="344"/>
        </pc:sldMkLst>
      </pc:sldChg>
      <pc:sldChg chg="add del">
        <pc:chgData name="Miao YU" userId="671f1475-ae1b-420c-baab-3274552c745e" providerId="ADAL" clId="{3D98561E-F90A-5234-B4AE-8FE84CC8B302}" dt="2026-09-04T00:19:56.734" v="59" actId="2696"/>
        <pc:sldMkLst>
          <pc:docMk/>
          <pc:sldMk cId="3170746881" sldId="345"/>
        </pc:sldMkLst>
      </pc:sldChg>
      <pc:sldChg chg="del">
        <pc:chgData name="Miao YU" userId="671f1475-ae1b-420c-baab-3274552c745e" providerId="ADAL" clId="{3D98561E-F90A-5234-B4AE-8FE84CC8B302}" dt="2026-09-04T00:19:56.734" v="59" actId="2696"/>
        <pc:sldMkLst>
          <pc:docMk/>
          <pc:sldMk cId="3762851020" sldId="349"/>
        </pc:sldMkLst>
      </pc:sldChg>
      <pc:sldChg chg="del">
        <pc:chgData name="Miao YU" userId="671f1475-ae1b-420c-baab-3274552c745e" providerId="ADAL" clId="{3D98561E-F90A-5234-B4AE-8FE84CC8B302}" dt="2026-09-04T00:19:56.734" v="59" actId="2696"/>
        <pc:sldMkLst>
          <pc:docMk/>
          <pc:sldMk cId="2006348970" sldId="350"/>
        </pc:sldMkLst>
      </pc:sldChg>
      <pc:sldChg chg="del">
        <pc:chgData name="Miao YU" userId="671f1475-ae1b-420c-baab-3274552c745e" providerId="ADAL" clId="{3D98561E-F90A-5234-B4AE-8FE84CC8B302}" dt="2026-09-04T00:19:56.734" v="59" actId="2696"/>
        <pc:sldMkLst>
          <pc:docMk/>
          <pc:sldMk cId="627660024" sldId="351"/>
        </pc:sldMkLst>
      </pc:sldChg>
      <pc:sldChg chg="add del">
        <pc:chgData name="Miao YU" userId="671f1475-ae1b-420c-baab-3274552c745e" providerId="ADAL" clId="{3D98561E-F90A-5234-B4AE-8FE84CC8B302}" dt="2026-09-04T00:19:56.734" v="59" actId="2696"/>
        <pc:sldMkLst>
          <pc:docMk/>
          <pc:sldMk cId="615938640" sldId="353"/>
        </pc:sldMkLst>
      </pc:sldChg>
      <pc:sldChg chg="modSp add del mod">
        <pc:chgData name="Miao YU" userId="671f1475-ae1b-420c-baab-3274552c745e" providerId="ADAL" clId="{3D98561E-F90A-5234-B4AE-8FE84CC8B302}" dt="2026-09-04T00:19:56.734" v="59" actId="2696"/>
        <pc:sldMkLst>
          <pc:docMk/>
          <pc:sldMk cId="485196346" sldId="361"/>
        </pc:sldMkLst>
      </pc:sldChg>
      <pc:sldChg chg="add">
        <pc:chgData name="Miao YU" userId="671f1475-ae1b-420c-baab-3274552c745e" providerId="ADAL" clId="{3D98561E-F90A-5234-B4AE-8FE84CC8B302}" dt="2026-09-04T01:06:56.500" v="72"/>
        <pc:sldMkLst>
          <pc:docMk/>
          <pc:sldMk cId="1026465371" sldId="361"/>
        </pc:sldMkLst>
      </pc:sldChg>
      <pc:sldChg chg="add del">
        <pc:chgData name="Miao YU" userId="671f1475-ae1b-420c-baab-3274552c745e" providerId="ADAL" clId="{3D98561E-F90A-5234-B4AE-8FE84CC8B302}" dt="2026-09-04T00:19:56.734" v="59" actId="2696"/>
        <pc:sldMkLst>
          <pc:docMk/>
          <pc:sldMk cId="0" sldId="363"/>
        </pc:sldMkLst>
      </pc:sldChg>
      <pc:sldChg chg="add del">
        <pc:chgData name="Miao YU" userId="671f1475-ae1b-420c-baab-3274552c745e" providerId="ADAL" clId="{3D98561E-F90A-5234-B4AE-8FE84CC8B302}" dt="2026-09-04T00:19:56.734" v="59" actId="2696"/>
        <pc:sldMkLst>
          <pc:docMk/>
          <pc:sldMk cId="350831670" sldId="364"/>
        </pc:sldMkLst>
      </pc:sldChg>
      <pc:sldChg chg="add del">
        <pc:chgData name="Miao YU" userId="671f1475-ae1b-420c-baab-3274552c745e" providerId="ADAL" clId="{3D98561E-F90A-5234-B4AE-8FE84CC8B302}" dt="2026-09-04T00:19:56.734" v="59" actId="2696"/>
        <pc:sldMkLst>
          <pc:docMk/>
          <pc:sldMk cId="3133454852" sldId="365"/>
        </pc:sldMkLst>
      </pc:sldChg>
      <pc:sldChg chg="add del">
        <pc:chgData name="Miao YU" userId="671f1475-ae1b-420c-baab-3274552c745e" providerId="ADAL" clId="{3D98561E-F90A-5234-B4AE-8FE84CC8B302}" dt="2026-09-04T00:19:30.141" v="58"/>
        <pc:sldMkLst>
          <pc:docMk/>
          <pc:sldMk cId="1884965844" sldId="367"/>
        </pc:sldMkLst>
      </pc:sldChg>
      <pc:sldChg chg="add del">
        <pc:chgData name="Miao YU" userId="671f1475-ae1b-420c-baab-3274552c745e" providerId="ADAL" clId="{3D98561E-F90A-5234-B4AE-8FE84CC8B302}" dt="2026-09-04T00:19:56.734" v="59" actId="2696"/>
        <pc:sldMkLst>
          <pc:docMk/>
          <pc:sldMk cId="2817892151" sldId="368"/>
        </pc:sldMkLst>
      </pc:sldChg>
      <pc:sldChg chg="add del">
        <pc:chgData name="Miao YU" userId="671f1475-ae1b-420c-baab-3274552c745e" providerId="ADAL" clId="{3D98561E-F90A-5234-B4AE-8FE84CC8B302}" dt="2026-09-04T00:19:56.734" v="59" actId="2696"/>
        <pc:sldMkLst>
          <pc:docMk/>
          <pc:sldMk cId="2726611844" sldId="369"/>
        </pc:sldMkLst>
      </pc:sldChg>
      <pc:sldChg chg="add del">
        <pc:chgData name="Miao YU" userId="671f1475-ae1b-420c-baab-3274552c745e" providerId="ADAL" clId="{3D98561E-F90A-5234-B4AE-8FE84CC8B302}" dt="2026-09-04T00:19:56.734" v="59" actId="2696"/>
        <pc:sldMkLst>
          <pc:docMk/>
          <pc:sldMk cId="1223358331" sldId="377"/>
        </pc:sldMkLst>
      </pc:sldChg>
      <pc:sldChg chg="add del">
        <pc:chgData name="Miao YU" userId="671f1475-ae1b-420c-baab-3274552c745e" providerId="ADAL" clId="{3D98561E-F90A-5234-B4AE-8FE84CC8B302}" dt="2026-09-04T00:19:56.734" v="59" actId="2696"/>
        <pc:sldMkLst>
          <pc:docMk/>
          <pc:sldMk cId="4039526218" sldId="378"/>
        </pc:sldMkLst>
      </pc:sldChg>
      <pc:sldChg chg="add del">
        <pc:chgData name="Miao YU" userId="671f1475-ae1b-420c-baab-3274552c745e" providerId="ADAL" clId="{3D98561E-F90A-5234-B4AE-8FE84CC8B302}" dt="2026-09-04T00:19:56.734" v="59" actId="2696"/>
        <pc:sldMkLst>
          <pc:docMk/>
          <pc:sldMk cId="3135161573" sldId="379"/>
        </pc:sldMkLst>
      </pc:sldChg>
      <pc:sldChg chg="add del">
        <pc:chgData name="Miao YU" userId="671f1475-ae1b-420c-baab-3274552c745e" providerId="ADAL" clId="{3D98561E-F90A-5234-B4AE-8FE84CC8B302}" dt="2026-09-04T00:19:56.734" v="59" actId="2696"/>
        <pc:sldMkLst>
          <pc:docMk/>
          <pc:sldMk cId="1162075001" sldId="380"/>
        </pc:sldMkLst>
      </pc:sldChg>
      <pc:sldChg chg="add del mod modShow">
        <pc:chgData name="Miao YU" userId="671f1475-ae1b-420c-baab-3274552c745e" providerId="ADAL" clId="{3D98561E-F90A-5234-B4AE-8FE84CC8B302}" dt="2026-09-04T03:21:11.817" v="76" actId="729"/>
        <pc:sldMkLst>
          <pc:docMk/>
          <pc:sldMk cId="230808912" sldId="381"/>
        </pc:sldMkLst>
      </pc:sldChg>
      <pc:sldChg chg="add del">
        <pc:chgData name="Miao YU" userId="671f1475-ae1b-420c-baab-3274552c745e" providerId="ADAL" clId="{3D98561E-F90A-5234-B4AE-8FE84CC8B302}" dt="2026-09-04T00:19:56.734" v="59" actId="2696"/>
        <pc:sldMkLst>
          <pc:docMk/>
          <pc:sldMk cId="439585124" sldId="382"/>
        </pc:sldMkLst>
      </pc:sldChg>
      <pc:sldChg chg="add del">
        <pc:chgData name="Miao YU" userId="671f1475-ae1b-420c-baab-3274552c745e" providerId="ADAL" clId="{3D98561E-F90A-5234-B4AE-8FE84CC8B302}" dt="2026-09-04T00:19:56.734" v="59" actId="2696"/>
        <pc:sldMkLst>
          <pc:docMk/>
          <pc:sldMk cId="491076322" sldId="383"/>
        </pc:sldMkLst>
      </pc:sldChg>
      <pc:sldChg chg="add del">
        <pc:chgData name="Miao YU" userId="671f1475-ae1b-420c-baab-3274552c745e" providerId="ADAL" clId="{3D98561E-F90A-5234-B4AE-8FE84CC8B302}" dt="2026-09-04T00:19:56.734" v="59" actId="2696"/>
        <pc:sldMkLst>
          <pc:docMk/>
          <pc:sldMk cId="2521873447" sldId="384"/>
        </pc:sldMkLst>
      </pc:sldChg>
      <pc:sldChg chg="add del">
        <pc:chgData name="Miao YU" userId="671f1475-ae1b-420c-baab-3274552c745e" providerId="ADAL" clId="{3D98561E-F90A-5234-B4AE-8FE84CC8B302}" dt="2026-09-04T00:19:56.734" v="59" actId="2696"/>
        <pc:sldMkLst>
          <pc:docMk/>
          <pc:sldMk cId="2169434098" sldId="385"/>
        </pc:sldMkLst>
      </pc:sldChg>
      <pc:sldChg chg="add del">
        <pc:chgData name="Miao YU" userId="671f1475-ae1b-420c-baab-3274552c745e" providerId="ADAL" clId="{3D98561E-F90A-5234-B4AE-8FE84CC8B302}" dt="2026-09-04T00:19:56.734" v="59" actId="2696"/>
        <pc:sldMkLst>
          <pc:docMk/>
          <pc:sldMk cId="1427350575" sldId="386"/>
        </pc:sldMkLst>
      </pc:sldChg>
      <pc:sldChg chg="add del">
        <pc:chgData name="Miao YU" userId="671f1475-ae1b-420c-baab-3274552c745e" providerId="ADAL" clId="{3D98561E-F90A-5234-B4AE-8FE84CC8B302}" dt="2026-09-04T00:19:56.734" v="59" actId="2696"/>
        <pc:sldMkLst>
          <pc:docMk/>
          <pc:sldMk cId="1339303870" sldId="387"/>
        </pc:sldMkLst>
      </pc:sldChg>
      <pc:sldChg chg="add del">
        <pc:chgData name="Miao YU" userId="671f1475-ae1b-420c-baab-3274552c745e" providerId="ADAL" clId="{3D98561E-F90A-5234-B4AE-8FE84CC8B302}" dt="2026-09-04T00:19:56.734" v="59" actId="2696"/>
        <pc:sldMkLst>
          <pc:docMk/>
          <pc:sldMk cId="2467873740" sldId="388"/>
        </pc:sldMkLst>
      </pc:sldChg>
      <pc:sldChg chg="add del">
        <pc:chgData name="Miao YU" userId="671f1475-ae1b-420c-baab-3274552c745e" providerId="ADAL" clId="{3D98561E-F90A-5234-B4AE-8FE84CC8B302}" dt="2026-09-04T00:19:56.734" v="59" actId="2696"/>
        <pc:sldMkLst>
          <pc:docMk/>
          <pc:sldMk cId="1651017270" sldId="389"/>
        </pc:sldMkLst>
      </pc:sldChg>
      <pc:sldChg chg="add del">
        <pc:chgData name="Miao YU" userId="671f1475-ae1b-420c-baab-3274552c745e" providerId="ADAL" clId="{3D98561E-F90A-5234-B4AE-8FE84CC8B302}" dt="2026-09-04T00:19:56.734" v="59" actId="2696"/>
        <pc:sldMkLst>
          <pc:docMk/>
          <pc:sldMk cId="2796545387" sldId="390"/>
        </pc:sldMkLst>
      </pc:sldChg>
      <pc:sldChg chg="add del">
        <pc:chgData name="Miao YU" userId="671f1475-ae1b-420c-baab-3274552c745e" providerId="ADAL" clId="{3D98561E-F90A-5234-B4AE-8FE84CC8B302}" dt="2026-09-04T00:19:56.734" v="59" actId="2696"/>
        <pc:sldMkLst>
          <pc:docMk/>
          <pc:sldMk cId="299306999" sldId="391"/>
        </pc:sldMkLst>
      </pc:sldChg>
      <pc:sldChg chg="add del">
        <pc:chgData name="Miao YU" userId="671f1475-ae1b-420c-baab-3274552c745e" providerId="ADAL" clId="{3D98561E-F90A-5234-B4AE-8FE84CC8B302}" dt="2026-09-04T00:19:56.734" v="59" actId="2696"/>
        <pc:sldMkLst>
          <pc:docMk/>
          <pc:sldMk cId="1820261404" sldId="392"/>
        </pc:sldMkLst>
      </pc:sldChg>
      <pc:sldChg chg="add del">
        <pc:chgData name="Miao YU" userId="671f1475-ae1b-420c-baab-3274552c745e" providerId="ADAL" clId="{3D98561E-F90A-5234-B4AE-8FE84CC8B302}" dt="2026-09-04T00:19:56.734" v="59" actId="2696"/>
        <pc:sldMkLst>
          <pc:docMk/>
          <pc:sldMk cId="2043369041" sldId="393"/>
        </pc:sldMkLst>
      </pc:sldChg>
      <pc:sldChg chg="add del">
        <pc:chgData name="Miao YU" userId="671f1475-ae1b-420c-baab-3274552c745e" providerId="ADAL" clId="{3D98561E-F90A-5234-B4AE-8FE84CC8B302}" dt="2026-09-04T00:19:56.734" v="59" actId="2696"/>
        <pc:sldMkLst>
          <pc:docMk/>
          <pc:sldMk cId="3430583252" sldId="394"/>
        </pc:sldMkLst>
      </pc:sldChg>
      <pc:sldChg chg="add del">
        <pc:chgData name="Miao YU" userId="671f1475-ae1b-420c-baab-3274552c745e" providerId="ADAL" clId="{3D98561E-F90A-5234-B4AE-8FE84CC8B302}" dt="2026-09-04T00:19:56.734" v="59" actId="2696"/>
        <pc:sldMkLst>
          <pc:docMk/>
          <pc:sldMk cId="221899158" sldId="395"/>
        </pc:sldMkLst>
      </pc:sldChg>
      <pc:sldChg chg="add del">
        <pc:chgData name="Miao YU" userId="671f1475-ae1b-420c-baab-3274552c745e" providerId="ADAL" clId="{3D98561E-F90A-5234-B4AE-8FE84CC8B302}" dt="2026-09-04T00:19:56.734" v="59" actId="2696"/>
        <pc:sldMkLst>
          <pc:docMk/>
          <pc:sldMk cId="3127746481" sldId="396"/>
        </pc:sldMkLst>
      </pc:sldChg>
      <pc:sldChg chg="add del">
        <pc:chgData name="Miao YU" userId="671f1475-ae1b-420c-baab-3274552c745e" providerId="ADAL" clId="{3D98561E-F90A-5234-B4AE-8FE84CC8B302}" dt="2026-09-04T00:19:56.734" v="59" actId="2696"/>
        <pc:sldMkLst>
          <pc:docMk/>
          <pc:sldMk cId="3201215785" sldId="398"/>
        </pc:sldMkLst>
      </pc:sldChg>
      <pc:sldChg chg="add del">
        <pc:chgData name="Miao YU" userId="671f1475-ae1b-420c-baab-3274552c745e" providerId="ADAL" clId="{3D98561E-F90A-5234-B4AE-8FE84CC8B302}" dt="2026-09-04T00:19:56.734" v="59" actId="2696"/>
        <pc:sldMkLst>
          <pc:docMk/>
          <pc:sldMk cId="950784976" sldId="399"/>
        </pc:sldMkLst>
      </pc:sldChg>
      <pc:sldChg chg="add del">
        <pc:chgData name="Miao YU" userId="671f1475-ae1b-420c-baab-3274552c745e" providerId="ADAL" clId="{3D98561E-F90A-5234-B4AE-8FE84CC8B302}" dt="2026-09-04T00:19:56.734" v="59" actId="2696"/>
        <pc:sldMkLst>
          <pc:docMk/>
          <pc:sldMk cId="3795892226" sldId="400"/>
        </pc:sldMkLst>
      </pc:sldChg>
      <pc:sldChg chg="add del">
        <pc:chgData name="Miao YU" userId="671f1475-ae1b-420c-baab-3274552c745e" providerId="ADAL" clId="{3D98561E-F90A-5234-B4AE-8FE84CC8B302}" dt="2026-09-04T00:19:56.734" v="59" actId="2696"/>
        <pc:sldMkLst>
          <pc:docMk/>
          <pc:sldMk cId="2062642498" sldId="401"/>
        </pc:sldMkLst>
      </pc:sldChg>
      <pc:sldChg chg="add del">
        <pc:chgData name="Miao YU" userId="671f1475-ae1b-420c-baab-3274552c745e" providerId="ADAL" clId="{3D98561E-F90A-5234-B4AE-8FE84CC8B302}" dt="2026-09-04T00:19:56.734" v="59" actId="2696"/>
        <pc:sldMkLst>
          <pc:docMk/>
          <pc:sldMk cId="610378460" sldId="402"/>
        </pc:sldMkLst>
      </pc:sldChg>
      <pc:sldChg chg="add del">
        <pc:chgData name="Miao YU" userId="671f1475-ae1b-420c-baab-3274552c745e" providerId="ADAL" clId="{3D98561E-F90A-5234-B4AE-8FE84CC8B302}" dt="2026-09-04T00:19:56.734" v="59" actId="2696"/>
        <pc:sldMkLst>
          <pc:docMk/>
          <pc:sldMk cId="3206572071" sldId="404"/>
        </pc:sldMkLst>
      </pc:sldChg>
      <pc:sldChg chg="add del">
        <pc:chgData name="Miao YU" userId="671f1475-ae1b-420c-baab-3274552c745e" providerId="ADAL" clId="{3D98561E-F90A-5234-B4AE-8FE84CC8B302}" dt="2026-09-04T00:19:56.734" v="59" actId="2696"/>
        <pc:sldMkLst>
          <pc:docMk/>
          <pc:sldMk cId="834149249" sldId="405"/>
        </pc:sldMkLst>
      </pc:sldChg>
      <pc:sldChg chg="add del">
        <pc:chgData name="Miao YU" userId="671f1475-ae1b-420c-baab-3274552c745e" providerId="ADAL" clId="{3D98561E-F90A-5234-B4AE-8FE84CC8B302}" dt="2026-09-04T00:19:56.734" v="59" actId="2696"/>
        <pc:sldMkLst>
          <pc:docMk/>
          <pc:sldMk cId="3603532500" sldId="406"/>
        </pc:sldMkLst>
      </pc:sldChg>
      <pc:sldChg chg="add del">
        <pc:chgData name="Miao YU" userId="671f1475-ae1b-420c-baab-3274552c745e" providerId="ADAL" clId="{3D98561E-F90A-5234-B4AE-8FE84CC8B302}" dt="2026-09-04T00:19:56.734" v="59" actId="2696"/>
        <pc:sldMkLst>
          <pc:docMk/>
          <pc:sldMk cId="739402117" sldId="407"/>
        </pc:sldMkLst>
      </pc:sldChg>
      <pc:sldChg chg="add del">
        <pc:chgData name="Miao YU" userId="671f1475-ae1b-420c-baab-3274552c745e" providerId="ADAL" clId="{3D98561E-F90A-5234-B4AE-8FE84CC8B302}" dt="2026-09-04T00:19:56.734" v="59" actId="2696"/>
        <pc:sldMkLst>
          <pc:docMk/>
          <pc:sldMk cId="3441849168" sldId="408"/>
        </pc:sldMkLst>
      </pc:sldChg>
      <pc:sldChg chg="add del">
        <pc:chgData name="Miao YU" userId="671f1475-ae1b-420c-baab-3274552c745e" providerId="ADAL" clId="{3D98561E-F90A-5234-B4AE-8FE84CC8B302}" dt="2026-09-04T00:19:56.734" v="59" actId="2696"/>
        <pc:sldMkLst>
          <pc:docMk/>
          <pc:sldMk cId="4273635848" sldId="409"/>
        </pc:sldMkLst>
      </pc:sldChg>
      <pc:sldChg chg="add del">
        <pc:chgData name="Miao YU" userId="671f1475-ae1b-420c-baab-3274552c745e" providerId="ADAL" clId="{3D98561E-F90A-5234-B4AE-8FE84CC8B302}" dt="2026-09-04T00:19:56.734" v="59" actId="2696"/>
        <pc:sldMkLst>
          <pc:docMk/>
          <pc:sldMk cId="3281689555" sldId="410"/>
        </pc:sldMkLst>
      </pc:sldChg>
      <pc:sldChg chg="add del">
        <pc:chgData name="Miao YU" userId="671f1475-ae1b-420c-baab-3274552c745e" providerId="ADAL" clId="{3D98561E-F90A-5234-B4AE-8FE84CC8B302}" dt="2026-09-04T00:19:56.734" v="59" actId="2696"/>
        <pc:sldMkLst>
          <pc:docMk/>
          <pc:sldMk cId="2681366645" sldId="411"/>
        </pc:sldMkLst>
      </pc:sldChg>
      <pc:sldChg chg="add del">
        <pc:chgData name="Miao YU" userId="671f1475-ae1b-420c-baab-3274552c745e" providerId="ADAL" clId="{3D98561E-F90A-5234-B4AE-8FE84CC8B302}" dt="2026-09-04T00:19:56.734" v="59" actId="2696"/>
        <pc:sldMkLst>
          <pc:docMk/>
          <pc:sldMk cId="2647438918" sldId="412"/>
        </pc:sldMkLst>
      </pc:sldChg>
      <pc:sldChg chg="add del">
        <pc:chgData name="Miao YU" userId="671f1475-ae1b-420c-baab-3274552c745e" providerId="ADAL" clId="{3D98561E-F90A-5234-B4AE-8FE84CC8B302}" dt="2026-09-04T00:19:56.734" v="59" actId="2696"/>
        <pc:sldMkLst>
          <pc:docMk/>
          <pc:sldMk cId="2467561141" sldId="413"/>
        </pc:sldMkLst>
      </pc:sldChg>
      <pc:sldChg chg="add del">
        <pc:chgData name="Miao YU" userId="671f1475-ae1b-420c-baab-3274552c745e" providerId="ADAL" clId="{3D98561E-F90A-5234-B4AE-8FE84CC8B302}" dt="2026-09-04T00:19:56.734" v="59" actId="2696"/>
        <pc:sldMkLst>
          <pc:docMk/>
          <pc:sldMk cId="383583089" sldId="414"/>
        </pc:sldMkLst>
      </pc:sldChg>
      <pc:sldChg chg="add del">
        <pc:chgData name="Miao YU" userId="671f1475-ae1b-420c-baab-3274552c745e" providerId="ADAL" clId="{3D98561E-F90A-5234-B4AE-8FE84CC8B302}" dt="2026-09-04T00:19:56.734" v="59" actId="2696"/>
        <pc:sldMkLst>
          <pc:docMk/>
          <pc:sldMk cId="507999845" sldId="415"/>
        </pc:sldMkLst>
      </pc:sldChg>
      <pc:sldChg chg="add del">
        <pc:chgData name="Miao YU" userId="671f1475-ae1b-420c-baab-3274552c745e" providerId="ADAL" clId="{3D98561E-F90A-5234-B4AE-8FE84CC8B302}" dt="2026-09-04T00:19:56.734" v="59" actId="2696"/>
        <pc:sldMkLst>
          <pc:docMk/>
          <pc:sldMk cId="2006348970" sldId="416"/>
        </pc:sldMkLst>
      </pc:sldChg>
      <pc:sldChg chg="add del">
        <pc:chgData name="Miao YU" userId="671f1475-ae1b-420c-baab-3274552c745e" providerId="ADAL" clId="{3D98561E-F90A-5234-B4AE-8FE84CC8B302}" dt="2026-09-04T00:19:56.734" v="59" actId="2696"/>
        <pc:sldMkLst>
          <pc:docMk/>
          <pc:sldMk cId="3914652279" sldId="417"/>
        </pc:sldMkLst>
      </pc:sldChg>
      <pc:sldChg chg="add del">
        <pc:chgData name="Miao YU" userId="671f1475-ae1b-420c-baab-3274552c745e" providerId="ADAL" clId="{3D98561E-F90A-5234-B4AE-8FE84CC8B302}" dt="2026-09-04T00:19:56.734" v="59" actId="2696"/>
        <pc:sldMkLst>
          <pc:docMk/>
          <pc:sldMk cId="2442327636" sldId="419"/>
        </pc:sldMkLst>
      </pc:sldChg>
      <pc:sldChg chg="add del">
        <pc:chgData name="Miao YU" userId="671f1475-ae1b-420c-baab-3274552c745e" providerId="ADAL" clId="{3D98561E-F90A-5234-B4AE-8FE84CC8B302}" dt="2026-09-04T00:19:56.734" v="59" actId="2696"/>
        <pc:sldMkLst>
          <pc:docMk/>
          <pc:sldMk cId="462386430" sldId="420"/>
        </pc:sldMkLst>
      </pc:sldChg>
      <pc:sldChg chg="add del">
        <pc:chgData name="Miao YU" userId="671f1475-ae1b-420c-baab-3274552c745e" providerId="ADAL" clId="{3D98561E-F90A-5234-B4AE-8FE84CC8B302}" dt="2026-09-04T00:19:56.734" v="59" actId="2696"/>
        <pc:sldMkLst>
          <pc:docMk/>
          <pc:sldMk cId="1719308387" sldId="421"/>
        </pc:sldMkLst>
      </pc:sldChg>
      <pc:sldChg chg="add del">
        <pc:chgData name="Miao YU" userId="671f1475-ae1b-420c-baab-3274552c745e" providerId="ADAL" clId="{3D98561E-F90A-5234-B4AE-8FE84CC8B302}" dt="2026-09-04T00:19:56.734" v="59" actId="2696"/>
        <pc:sldMkLst>
          <pc:docMk/>
          <pc:sldMk cId="3552866358" sldId="422"/>
        </pc:sldMkLst>
      </pc:sldChg>
      <pc:sldChg chg="add del">
        <pc:chgData name="Miao YU" userId="671f1475-ae1b-420c-baab-3274552c745e" providerId="ADAL" clId="{3D98561E-F90A-5234-B4AE-8FE84CC8B302}" dt="2026-09-04T00:19:56.734" v="59" actId="2696"/>
        <pc:sldMkLst>
          <pc:docMk/>
          <pc:sldMk cId="2106910508" sldId="423"/>
        </pc:sldMkLst>
      </pc:sldChg>
      <pc:sldChg chg="add del">
        <pc:chgData name="Miao YU" userId="671f1475-ae1b-420c-baab-3274552c745e" providerId="ADAL" clId="{3D98561E-F90A-5234-B4AE-8FE84CC8B302}" dt="2026-09-04T00:19:56.734" v="59" actId="2696"/>
        <pc:sldMkLst>
          <pc:docMk/>
          <pc:sldMk cId="3141901676" sldId="424"/>
        </pc:sldMkLst>
      </pc:sldChg>
      <pc:sldChg chg="add del">
        <pc:chgData name="Miao YU" userId="671f1475-ae1b-420c-baab-3274552c745e" providerId="ADAL" clId="{3D98561E-F90A-5234-B4AE-8FE84CC8B302}" dt="2026-09-04T00:19:56.734" v="59" actId="2696"/>
        <pc:sldMkLst>
          <pc:docMk/>
          <pc:sldMk cId="1328258423" sldId="425"/>
        </pc:sldMkLst>
      </pc:sldChg>
      <pc:sldChg chg="add del">
        <pc:chgData name="Miao YU" userId="671f1475-ae1b-420c-baab-3274552c745e" providerId="ADAL" clId="{3D98561E-F90A-5234-B4AE-8FE84CC8B302}" dt="2026-09-04T00:19:56.734" v="59" actId="2696"/>
        <pc:sldMkLst>
          <pc:docMk/>
          <pc:sldMk cId="1777004051" sldId="426"/>
        </pc:sldMkLst>
      </pc:sldChg>
      <pc:sldChg chg="add del">
        <pc:chgData name="Miao YU" userId="671f1475-ae1b-420c-baab-3274552c745e" providerId="ADAL" clId="{3D98561E-F90A-5234-B4AE-8FE84CC8B302}" dt="2026-09-04T00:19:56.734" v="59" actId="2696"/>
        <pc:sldMkLst>
          <pc:docMk/>
          <pc:sldMk cId="4175617207" sldId="427"/>
        </pc:sldMkLst>
      </pc:sldChg>
      <pc:sldChg chg="add del">
        <pc:chgData name="Miao YU" userId="671f1475-ae1b-420c-baab-3274552c745e" providerId="ADAL" clId="{3D98561E-F90A-5234-B4AE-8FE84CC8B302}" dt="2026-09-04T00:19:56.734" v="59" actId="2696"/>
        <pc:sldMkLst>
          <pc:docMk/>
          <pc:sldMk cId="539784944" sldId="430"/>
        </pc:sldMkLst>
      </pc:sldChg>
      <pc:sldChg chg="add del">
        <pc:chgData name="Miao YU" userId="671f1475-ae1b-420c-baab-3274552c745e" providerId="ADAL" clId="{3D98561E-F90A-5234-B4AE-8FE84CC8B302}" dt="2026-09-04T00:19:56.734" v="59" actId="2696"/>
        <pc:sldMkLst>
          <pc:docMk/>
          <pc:sldMk cId="2268169867" sldId="431"/>
        </pc:sldMkLst>
      </pc:sldChg>
      <pc:sldChg chg="add del">
        <pc:chgData name="Miao YU" userId="671f1475-ae1b-420c-baab-3274552c745e" providerId="ADAL" clId="{3D98561E-F90A-5234-B4AE-8FE84CC8B302}" dt="2026-09-04T00:19:56.734" v="59" actId="2696"/>
        <pc:sldMkLst>
          <pc:docMk/>
          <pc:sldMk cId="854135706" sldId="432"/>
        </pc:sldMkLst>
      </pc:sldChg>
      <pc:sldChg chg="add del">
        <pc:chgData name="Miao YU" userId="671f1475-ae1b-420c-baab-3274552c745e" providerId="ADAL" clId="{3D98561E-F90A-5234-B4AE-8FE84CC8B302}" dt="2026-09-04T00:19:56.734" v="59" actId="2696"/>
        <pc:sldMkLst>
          <pc:docMk/>
          <pc:sldMk cId="269024485" sldId="433"/>
        </pc:sldMkLst>
      </pc:sldChg>
      <pc:sldChg chg="add del">
        <pc:chgData name="Miao YU" userId="671f1475-ae1b-420c-baab-3274552c745e" providerId="ADAL" clId="{3D98561E-F90A-5234-B4AE-8FE84CC8B302}" dt="2026-09-04T00:19:56.734" v="59" actId="2696"/>
        <pc:sldMkLst>
          <pc:docMk/>
          <pc:sldMk cId="3694210568" sldId="434"/>
        </pc:sldMkLst>
      </pc:sldChg>
      <pc:sldChg chg="add del">
        <pc:chgData name="Miao YU" userId="671f1475-ae1b-420c-baab-3274552c745e" providerId="ADAL" clId="{3D98561E-F90A-5234-B4AE-8FE84CC8B302}" dt="2026-09-04T00:19:56.734" v="59" actId="2696"/>
        <pc:sldMkLst>
          <pc:docMk/>
          <pc:sldMk cId="3012814660" sldId="435"/>
        </pc:sldMkLst>
      </pc:sldChg>
      <pc:sldChg chg="add del">
        <pc:chgData name="Miao YU" userId="671f1475-ae1b-420c-baab-3274552c745e" providerId="ADAL" clId="{3D98561E-F90A-5234-B4AE-8FE84CC8B302}" dt="2026-09-04T00:19:56.734" v="59" actId="2696"/>
        <pc:sldMkLst>
          <pc:docMk/>
          <pc:sldMk cId="772135644" sldId="436"/>
        </pc:sldMkLst>
      </pc:sldChg>
      <pc:sldChg chg="add del">
        <pc:chgData name="Miao YU" userId="671f1475-ae1b-420c-baab-3274552c745e" providerId="ADAL" clId="{3D98561E-F90A-5234-B4AE-8FE84CC8B302}" dt="2026-09-04T00:19:56.734" v="59" actId="2696"/>
        <pc:sldMkLst>
          <pc:docMk/>
          <pc:sldMk cId="3678960636" sldId="438"/>
        </pc:sldMkLst>
      </pc:sldChg>
      <pc:sldChg chg="add del">
        <pc:chgData name="Miao YU" userId="671f1475-ae1b-420c-baab-3274552c745e" providerId="ADAL" clId="{3D98561E-F90A-5234-B4AE-8FE84CC8B302}" dt="2026-09-04T00:19:56.734" v="59" actId="2696"/>
        <pc:sldMkLst>
          <pc:docMk/>
          <pc:sldMk cId="1526387284" sldId="439"/>
        </pc:sldMkLst>
      </pc:sldChg>
      <pc:sldChg chg="add del">
        <pc:chgData name="Miao YU" userId="671f1475-ae1b-420c-baab-3274552c745e" providerId="ADAL" clId="{3D98561E-F90A-5234-B4AE-8FE84CC8B302}" dt="2026-09-04T00:19:56.734" v="59" actId="2696"/>
        <pc:sldMkLst>
          <pc:docMk/>
          <pc:sldMk cId="3963652320" sldId="440"/>
        </pc:sldMkLst>
      </pc:sldChg>
      <pc:sldChg chg="add del">
        <pc:chgData name="Miao YU" userId="671f1475-ae1b-420c-baab-3274552c745e" providerId="ADAL" clId="{3D98561E-F90A-5234-B4AE-8FE84CC8B302}" dt="2026-09-04T00:19:56.734" v="59" actId="2696"/>
        <pc:sldMkLst>
          <pc:docMk/>
          <pc:sldMk cId="2792828603" sldId="441"/>
        </pc:sldMkLst>
      </pc:sldChg>
      <pc:sldChg chg="add del">
        <pc:chgData name="Miao YU" userId="671f1475-ae1b-420c-baab-3274552c745e" providerId="ADAL" clId="{3D98561E-F90A-5234-B4AE-8FE84CC8B302}" dt="2026-09-04T00:19:56.734" v="59" actId="2696"/>
        <pc:sldMkLst>
          <pc:docMk/>
          <pc:sldMk cId="4134964053" sldId="442"/>
        </pc:sldMkLst>
      </pc:sldChg>
      <pc:sldChg chg="add del">
        <pc:chgData name="Miao YU" userId="671f1475-ae1b-420c-baab-3274552c745e" providerId="ADAL" clId="{3D98561E-F90A-5234-B4AE-8FE84CC8B302}" dt="2026-09-04T00:19:56.734" v="59" actId="2696"/>
        <pc:sldMkLst>
          <pc:docMk/>
          <pc:sldMk cId="3948271087" sldId="443"/>
        </pc:sldMkLst>
      </pc:sldChg>
      <pc:sldChg chg="add del">
        <pc:chgData name="Miao YU" userId="671f1475-ae1b-420c-baab-3274552c745e" providerId="ADAL" clId="{3D98561E-F90A-5234-B4AE-8FE84CC8B302}" dt="2026-09-04T00:19:56.734" v="59" actId="2696"/>
        <pc:sldMkLst>
          <pc:docMk/>
          <pc:sldMk cId="3296330226" sldId="444"/>
        </pc:sldMkLst>
      </pc:sldChg>
      <pc:sldChg chg="add del">
        <pc:chgData name="Miao YU" userId="671f1475-ae1b-420c-baab-3274552c745e" providerId="ADAL" clId="{3D98561E-F90A-5234-B4AE-8FE84CC8B302}" dt="2026-09-04T00:19:56.734" v="59" actId="2696"/>
        <pc:sldMkLst>
          <pc:docMk/>
          <pc:sldMk cId="2624668714" sldId="446"/>
        </pc:sldMkLst>
      </pc:sldChg>
      <pc:sldChg chg="add del">
        <pc:chgData name="Miao YU" userId="671f1475-ae1b-420c-baab-3274552c745e" providerId="ADAL" clId="{3D98561E-F90A-5234-B4AE-8FE84CC8B302}" dt="2026-09-04T00:19:56.734" v="59" actId="2696"/>
        <pc:sldMkLst>
          <pc:docMk/>
          <pc:sldMk cId="3978278846" sldId="447"/>
        </pc:sldMkLst>
      </pc:sldChg>
      <pc:sldChg chg="add del">
        <pc:chgData name="Miao YU" userId="671f1475-ae1b-420c-baab-3274552c745e" providerId="ADAL" clId="{3D98561E-F90A-5234-B4AE-8FE84CC8B302}" dt="2026-09-04T00:19:56.734" v="59" actId="2696"/>
        <pc:sldMkLst>
          <pc:docMk/>
          <pc:sldMk cId="2325589052" sldId="448"/>
        </pc:sldMkLst>
      </pc:sldChg>
      <pc:sldChg chg="add del">
        <pc:chgData name="Miao YU" userId="671f1475-ae1b-420c-baab-3274552c745e" providerId="ADAL" clId="{3D98561E-F90A-5234-B4AE-8FE84CC8B302}" dt="2026-09-04T00:19:56.734" v="59" actId="2696"/>
        <pc:sldMkLst>
          <pc:docMk/>
          <pc:sldMk cId="1496318686" sldId="449"/>
        </pc:sldMkLst>
      </pc:sldChg>
      <pc:sldChg chg="add del">
        <pc:chgData name="Miao YU" userId="671f1475-ae1b-420c-baab-3274552c745e" providerId="ADAL" clId="{3D98561E-F90A-5234-B4AE-8FE84CC8B302}" dt="2026-09-04T00:19:30.141" v="58"/>
        <pc:sldMkLst>
          <pc:docMk/>
          <pc:sldMk cId="651433780" sldId="450"/>
        </pc:sldMkLst>
      </pc:sldChg>
      <pc:sldChg chg="add">
        <pc:chgData name="Miao YU" userId="671f1475-ae1b-420c-baab-3274552c745e" providerId="ADAL" clId="{3D98561E-F90A-5234-B4AE-8FE84CC8B302}" dt="2026-09-04T00:19:30.141" v="58"/>
        <pc:sldMkLst>
          <pc:docMk/>
          <pc:sldMk cId="688044035" sldId="451"/>
        </pc:sldMkLst>
      </pc:sldChg>
      <pc:sldChg chg="add del">
        <pc:chgData name="Miao YU" userId="671f1475-ae1b-420c-baab-3274552c745e" providerId="ADAL" clId="{3D98561E-F90A-5234-B4AE-8FE84CC8B302}" dt="2026-09-03T11:16:23.144" v="55" actId="2696"/>
        <pc:sldMkLst>
          <pc:docMk/>
          <pc:sldMk cId="3762851020" sldId="451"/>
        </pc:sldMkLst>
      </pc:sldChg>
      <pc:sldChg chg="add del">
        <pc:chgData name="Miao YU" userId="671f1475-ae1b-420c-baab-3274552c745e" providerId="ADAL" clId="{3D98561E-F90A-5234-B4AE-8FE84CC8B302}" dt="2026-09-04T00:19:30.141" v="58"/>
        <pc:sldMkLst>
          <pc:docMk/>
          <pc:sldMk cId="569439328" sldId="452"/>
        </pc:sldMkLst>
      </pc:sldChg>
      <pc:sldChg chg="add del">
        <pc:chgData name="Miao YU" userId="671f1475-ae1b-420c-baab-3274552c745e" providerId="ADAL" clId="{3D98561E-F90A-5234-B4AE-8FE84CC8B302}" dt="2026-09-03T11:16:23.144" v="55" actId="2696"/>
        <pc:sldMkLst>
          <pc:docMk/>
          <pc:sldMk cId="627660024" sldId="453"/>
        </pc:sldMkLst>
      </pc:sldChg>
      <pc:sldChg chg="add">
        <pc:chgData name="Miao YU" userId="671f1475-ae1b-420c-baab-3274552c745e" providerId="ADAL" clId="{3D98561E-F90A-5234-B4AE-8FE84CC8B302}" dt="2026-09-04T00:19:30.141" v="58"/>
        <pc:sldMkLst>
          <pc:docMk/>
          <pc:sldMk cId="2218786739" sldId="453"/>
        </pc:sldMkLst>
      </pc:sldChg>
      <pc:sldChg chg="add">
        <pc:chgData name="Miao YU" userId="671f1475-ae1b-420c-baab-3274552c745e" providerId="ADAL" clId="{3D98561E-F90A-5234-B4AE-8FE84CC8B302}" dt="2026-09-02T09:04:08.256" v="25"/>
        <pc:sldMkLst>
          <pc:docMk/>
          <pc:sldMk cId="1762409016" sldId="454"/>
        </pc:sldMkLst>
      </pc:sldChg>
      <pc:sldChg chg="add del modNotesTx">
        <pc:chgData name="Miao YU" userId="671f1475-ae1b-420c-baab-3274552c745e" providerId="ADAL" clId="{3D98561E-F90A-5234-B4AE-8FE84CC8B302}" dt="2026-09-04T00:19:56.734" v="59" actId="2696"/>
        <pc:sldMkLst>
          <pc:docMk/>
          <pc:sldMk cId="2822140333" sldId="455"/>
        </pc:sldMkLst>
      </pc:sldChg>
      <pc:sldChg chg="del">
        <pc:chgData name="Miao YU" userId="671f1475-ae1b-420c-baab-3274552c745e" providerId="ADAL" clId="{3D98561E-F90A-5234-B4AE-8FE84CC8B302}" dt="2026-09-04T00:19:56.734" v="59" actId="2696"/>
        <pc:sldMkLst>
          <pc:docMk/>
          <pc:sldMk cId="8390241" sldId="456"/>
        </pc:sldMkLst>
      </pc:sldChg>
      <pc:sldChg chg="add del">
        <pc:chgData name="Miao YU" userId="671f1475-ae1b-420c-baab-3274552c745e" providerId="ADAL" clId="{3D98561E-F90A-5234-B4AE-8FE84CC8B302}" dt="2026-09-03T11:16:31.324" v="57"/>
        <pc:sldMkLst>
          <pc:docMk/>
          <pc:sldMk cId="1228264991" sldId="456"/>
        </pc:sldMkLst>
      </pc:sldChg>
      <pc:sldChg chg="modSp add del mod">
        <pc:chgData name="Miao YU" userId="671f1475-ae1b-420c-baab-3274552c745e" providerId="ADAL" clId="{3D98561E-F90A-5234-B4AE-8FE84CC8B302}" dt="2026-09-03T11:16:31.324" v="57"/>
        <pc:sldMkLst>
          <pc:docMk/>
          <pc:sldMk cId="182731241" sldId="457"/>
        </pc:sldMkLst>
        <pc:picChg chg="mod">
          <ac:chgData name="Miao YU" userId="671f1475-ae1b-420c-baab-3274552c745e" providerId="ADAL" clId="{3D98561E-F90A-5234-B4AE-8FE84CC8B302}" dt="2026-09-03T11:16:19.239" v="52" actId="14100"/>
          <ac:picMkLst>
            <pc:docMk/>
            <pc:sldMk cId="182731241" sldId="457"/>
            <ac:picMk id="7" creationId="{00000000-0000-0000-0000-000000000000}"/>
          </ac:picMkLst>
        </pc:picChg>
      </pc:sldChg>
      <pc:sldChg chg="add">
        <pc:chgData name="Miao YU" userId="671f1475-ae1b-420c-baab-3274552c745e" providerId="ADAL" clId="{3D98561E-F90A-5234-B4AE-8FE84CC8B302}" dt="2026-09-04T00:19:30.141" v="58"/>
        <pc:sldMkLst>
          <pc:docMk/>
          <pc:sldMk cId="1165275647" sldId="457"/>
        </pc:sldMkLst>
      </pc:sldChg>
      <pc:sldChg chg="add del">
        <pc:chgData name="Miao YU" userId="671f1475-ae1b-420c-baab-3274552c745e" providerId="ADAL" clId="{3D98561E-F90A-5234-B4AE-8FE84CC8B302}" dt="2026-09-03T11:16:31.324" v="57"/>
        <pc:sldMkLst>
          <pc:docMk/>
          <pc:sldMk cId="123282267" sldId="458"/>
        </pc:sldMkLst>
      </pc:sldChg>
      <pc:sldChg chg="add">
        <pc:chgData name="Miao YU" userId="671f1475-ae1b-420c-baab-3274552c745e" providerId="ADAL" clId="{3D98561E-F90A-5234-B4AE-8FE84CC8B302}" dt="2026-09-04T00:19:30.141" v="58"/>
        <pc:sldMkLst>
          <pc:docMk/>
          <pc:sldMk cId="644654738" sldId="458"/>
        </pc:sldMkLst>
      </pc:sldChg>
      <pc:sldChg chg="add">
        <pc:chgData name="Miao YU" userId="671f1475-ae1b-420c-baab-3274552c745e" providerId="ADAL" clId="{3D98561E-F90A-5234-B4AE-8FE84CC8B302}" dt="2026-09-04T00:19:30.141" v="58"/>
        <pc:sldMkLst>
          <pc:docMk/>
          <pc:sldMk cId="0" sldId="459"/>
        </pc:sldMkLst>
      </pc:sldChg>
      <pc:sldChg chg="add del">
        <pc:chgData name="Miao YU" userId="671f1475-ae1b-420c-baab-3274552c745e" providerId="ADAL" clId="{3D98561E-F90A-5234-B4AE-8FE84CC8B302}" dt="2026-09-03T11:16:31.324" v="57"/>
        <pc:sldMkLst>
          <pc:docMk/>
          <pc:sldMk cId="2811424111" sldId="459"/>
        </pc:sldMkLst>
      </pc:sldChg>
      <pc:sldChg chg="add del">
        <pc:chgData name="Miao YU" userId="671f1475-ae1b-420c-baab-3274552c745e" providerId="ADAL" clId="{3D98561E-F90A-5234-B4AE-8FE84CC8B302}" dt="2026-09-03T11:16:31.324" v="57"/>
        <pc:sldMkLst>
          <pc:docMk/>
          <pc:sldMk cId="2852577766" sldId="460"/>
        </pc:sldMkLst>
      </pc:sldChg>
      <pc:sldChg chg="addSp delSp modSp add del mod delAnim modAnim">
        <pc:chgData name="Miao YU" userId="671f1475-ae1b-420c-baab-3274552c745e" providerId="ADAL" clId="{3D98561E-F90A-5234-B4AE-8FE84CC8B302}" dt="2026-09-04T01:07:22.442" v="73" actId="2696"/>
        <pc:sldMkLst>
          <pc:docMk/>
          <pc:sldMk cId="4171050184" sldId="460"/>
        </pc:sldMkLst>
        <pc:picChg chg="add mod">
          <ac:chgData name="Miao YU" userId="671f1475-ae1b-420c-baab-3274552c745e" providerId="ADAL" clId="{3D98561E-F90A-5234-B4AE-8FE84CC8B302}" dt="2026-09-04T00:58:59.628" v="64" actId="1076"/>
          <ac:picMkLst>
            <pc:docMk/>
            <pc:sldMk cId="4171050184" sldId="460"/>
            <ac:picMk id="3" creationId="{DE34A070-7074-BA14-F576-7432AA54E0AC}"/>
          </ac:picMkLst>
        </pc:picChg>
        <pc:picChg chg="del">
          <ac:chgData name="Miao YU" userId="671f1475-ae1b-420c-baab-3274552c745e" providerId="ADAL" clId="{3D98561E-F90A-5234-B4AE-8FE84CC8B302}" dt="2026-09-04T00:58:50.235" v="61" actId="21"/>
          <ac:picMkLst>
            <pc:docMk/>
            <pc:sldMk cId="4171050184" sldId="460"/>
            <ac:picMk id="4" creationId="{5C036CAE-15C9-FDF7-B0D9-209C9BE3D09D}"/>
          </ac:picMkLst>
        </pc:picChg>
        <pc:picChg chg="add del mod">
          <ac:chgData name="Miao YU" userId="671f1475-ae1b-420c-baab-3274552c745e" providerId="ADAL" clId="{3D98561E-F90A-5234-B4AE-8FE84CC8B302}" dt="2026-09-04T01:06:11.498" v="71" actId="21"/>
          <ac:picMkLst>
            <pc:docMk/>
            <pc:sldMk cId="4171050184" sldId="460"/>
            <ac:picMk id="5" creationId="{E733BB17-884D-9117-5EB1-C5A522BD70B1}"/>
          </ac:picMkLst>
        </pc:picChg>
      </pc:sldChg>
      <pc:sldChg chg="add">
        <pc:chgData name="Miao YU" userId="671f1475-ae1b-420c-baab-3274552c745e" providerId="ADAL" clId="{3D98561E-F90A-5234-B4AE-8FE84CC8B302}" dt="2026-09-04T00:19:30.141" v="58"/>
        <pc:sldMkLst>
          <pc:docMk/>
          <pc:sldMk cId="383842341" sldId="461"/>
        </pc:sldMkLst>
      </pc:sldChg>
      <pc:sldChg chg="add del">
        <pc:chgData name="Miao YU" userId="671f1475-ae1b-420c-baab-3274552c745e" providerId="ADAL" clId="{3D98561E-F90A-5234-B4AE-8FE84CC8B302}" dt="2026-09-03T11:16:31.324" v="57"/>
        <pc:sldMkLst>
          <pc:docMk/>
          <pc:sldMk cId="3630500002" sldId="461"/>
        </pc:sldMkLst>
      </pc:sldChg>
      <pc:sldChg chg="addSp delSp modSp add mod delAnim modAnim">
        <pc:chgData name="Miao YU" userId="671f1475-ae1b-420c-baab-3274552c745e" providerId="ADAL" clId="{3D98561E-F90A-5234-B4AE-8FE84CC8B302}" dt="2026-09-04T01:01:23.454" v="69" actId="1076"/>
        <pc:sldMkLst>
          <pc:docMk/>
          <pc:sldMk cId="1370558699" sldId="462"/>
        </pc:sldMkLst>
        <pc:picChg chg="del">
          <ac:chgData name="Miao YU" userId="671f1475-ae1b-420c-baab-3274552c745e" providerId="ADAL" clId="{3D98561E-F90A-5234-B4AE-8FE84CC8B302}" dt="2026-09-04T01:01:15.461" v="66" actId="21"/>
          <ac:picMkLst>
            <pc:docMk/>
            <pc:sldMk cId="1370558699" sldId="462"/>
            <ac:picMk id="2" creationId="{44DD1596-DDDF-F778-9021-1D7732CDE381}"/>
          </ac:picMkLst>
        </pc:picChg>
        <pc:picChg chg="add mod">
          <ac:chgData name="Miao YU" userId="671f1475-ae1b-420c-baab-3274552c745e" providerId="ADAL" clId="{3D98561E-F90A-5234-B4AE-8FE84CC8B302}" dt="2026-09-04T01:01:23.454" v="69" actId="1076"/>
          <ac:picMkLst>
            <pc:docMk/>
            <pc:sldMk cId="1370558699" sldId="462"/>
            <ac:picMk id="3" creationId="{C83C664F-7956-FBEF-2978-5975446DC03E}"/>
          </ac:picMkLst>
        </pc:picChg>
      </pc:sldChg>
      <pc:sldChg chg="add del">
        <pc:chgData name="Miao YU" userId="671f1475-ae1b-420c-baab-3274552c745e" providerId="ADAL" clId="{3D98561E-F90A-5234-B4AE-8FE84CC8B302}" dt="2026-09-03T11:16:31.324" v="57"/>
        <pc:sldMkLst>
          <pc:docMk/>
          <pc:sldMk cId="2799297733" sldId="462"/>
        </pc:sldMkLst>
      </pc:sldChg>
      <pc:sldChg chg="add del">
        <pc:chgData name="Miao YU" userId="671f1475-ae1b-420c-baab-3274552c745e" providerId="ADAL" clId="{3D98561E-F90A-5234-B4AE-8FE84CC8B302}" dt="2026-09-03T11:16:31.324" v="57"/>
        <pc:sldMkLst>
          <pc:docMk/>
          <pc:sldMk cId="1268565980" sldId="463"/>
        </pc:sldMkLst>
      </pc:sldChg>
      <pc:sldChg chg="add">
        <pc:chgData name="Miao YU" userId="671f1475-ae1b-420c-baab-3274552c745e" providerId="ADAL" clId="{3D98561E-F90A-5234-B4AE-8FE84CC8B302}" dt="2026-09-04T00:19:30.141" v="58"/>
        <pc:sldMkLst>
          <pc:docMk/>
          <pc:sldMk cId="2996293205" sldId="463"/>
        </pc:sldMkLst>
      </pc:sldChg>
      <pc:sldChg chg="add">
        <pc:chgData name="Miao YU" userId="671f1475-ae1b-420c-baab-3274552c745e" providerId="ADAL" clId="{3D98561E-F90A-5234-B4AE-8FE84CC8B302}" dt="2026-09-04T00:19:30.141" v="58"/>
        <pc:sldMkLst>
          <pc:docMk/>
          <pc:sldMk cId="3182936000" sldId="464"/>
        </pc:sldMkLst>
      </pc:sldChg>
      <pc:sldChg chg="add del">
        <pc:chgData name="Miao YU" userId="671f1475-ae1b-420c-baab-3274552c745e" providerId="ADAL" clId="{3D98561E-F90A-5234-B4AE-8FE84CC8B302}" dt="2026-09-03T11:16:31.324" v="57"/>
        <pc:sldMkLst>
          <pc:docMk/>
          <pc:sldMk cId="3273678857" sldId="464"/>
        </pc:sldMkLst>
      </pc:sldChg>
      <pc:sldChg chg="add">
        <pc:chgData name="Miao YU" userId="671f1475-ae1b-420c-baab-3274552c745e" providerId="ADAL" clId="{3D98561E-F90A-5234-B4AE-8FE84CC8B302}" dt="2026-09-04T00:19:30.141" v="58"/>
        <pc:sldMkLst>
          <pc:docMk/>
          <pc:sldMk cId="2881843131" sldId="465"/>
        </pc:sldMkLst>
      </pc:sldChg>
      <pc:sldChg chg="add del">
        <pc:chgData name="Miao YU" userId="671f1475-ae1b-420c-baab-3274552c745e" providerId="ADAL" clId="{3D98561E-F90A-5234-B4AE-8FE84CC8B302}" dt="2026-09-03T11:16:31.324" v="57"/>
        <pc:sldMkLst>
          <pc:docMk/>
          <pc:sldMk cId="3203202474" sldId="465"/>
        </pc:sldMkLst>
      </pc:sldChg>
      <pc:sldChg chg="add">
        <pc:chgData name="Miao YU" userId="671f1475-ae1b-420c-baab-3274552c745e" providerId="ADAL" clId="{3D98561E-F90A-5234-B4AE-8FE84CC8B302}" dt="2026-09-04T00:19:30.141" v="58"/>
        <pc:sldMkLst>
          <pc:docMk/>
          <pc:sldMk cId="1456539280" sldId="466"/>
        </pc:sldMkLst>
      </pc:sldChg>
      <pc:sldChg chg="add del">
        <pc:chgData name="Miao YU" userId="671f1475-ae1b-420c-baab-3274552c745e" providerId="ADAL" clId="{3D98561E-F90A-5234-B4AE-8FE84CC8B302}" dt="2026-09-03T11:16:31.324" v="57"/>
        <pc:sldMkLst>
          <pc:docMk/>
          <pc:sldMk cId="1888945859" sldId="466"/>
        </pc:sldMkLst>
      </pc:sldChg>
      <pc:sldChg chg="add">
        <pc:chgData name="Miao YU" userId="671f1475-ae1b-420c-baab-3274552c745e" providerId="ADAL" clId="{3D98561E-F90A-5234-B4AE-8FE84CC8B302}" dt="2026-09-04T00:19:30.141" v="58"/>
        <pc:sldMkLst>
          <pc:docMk/>
          <pc:sldMk cId="2372478164" sldId="467"/>
        </pc:sldMkLst>
      </pc:sldChg>
      <pc:sldChg chg="add del">
        <pc:chgData name="Miao YU" userId="671f1475-ae1b-420c-baab-3274552c745e" providerId="ADAL" clId="{3D98561E-F90A-5234-B4AE-8FE84CC8B302}" dt="2026-09-03T11:16:31.324" v="57"/>
        <pc:sldMkLst>
          <pc:docMk/>
          <pc:sldMk cId="3571838001" sldId="467"/>
        </pc:sldMkLst>
      </pc:sldChg>
      <pc:sldChg chg="add del">
        <pc:chgData name="Miao YU" userId="671f1475-ae1b-420c-baab-3274552c745e" providerId="ADAL" clId="{3D98561E-F90A-5234-B4AE-8FE84CC8B302}" dt="2026-09-03T11:16:31.324" v="57"/>
        <pc:sldMkLst>
          <pc:docMk/>
          <pc:sldMk cId="660085579" sldId="468"/>
        </pc:sldMkLst>
      </pc:sldChg>
      <pc:sldChg chg="add">
        <pc:chgData name="Miao YU" userId="671f1475-ae1b-420c-baab-3274552c745e" providerId="ADAL" clId="{3D98561E-F90A-5234-B4AE-8FE84CC8B302}" dt="2026-09-04T00:19:30.141" v="58"/>
        <pc:sldMkLst>
          <pc:docMk/>
          <pc:sldMk cId="2910166853" sldId="468"/>
        </pc:sldMkLst>
      </pc:sldChg>
      <pc:sldChg chg="add del">
        <pc:chgData name="Miao YU" userId="671f1475-ae1b-420c-baab-3274552c745e" providerId="ADAL" clId="{3D98561E-F90A-5234-B4AE-8FE84CC8B302}" dt="2026-09-03T11:16:31.324" v="57"/>
        <pc:sldMkLst>
          <pc:docMk/>
          <pc:sldMk cId="1035060484" sldId="469"/>
        </pc:sldMkLst>
      </pc:sldChg>
      <pc:sldChg chg="add">
        <pc:chgData name="Miao YU" userId="671f1475-ae1b-420c-baab-3274552c745e" providerId="ADAL" clId="{3D98561E-F90A-5234-B4AE-8FE84CC8B302}" dt="2026-09-04T00:19:30.141" v="58"/>
        <pc:sldMkLst>
          <pc:docMk/>
          <pc:sldMk cId="4150644227" sldId="469"/>
        </pc:sldMkLst>
      </pc:sldChg>
      <pc:sldChg chg="add">
        <pc:chgData name="Miao YU" userId="671f1475-ae1b-420c-baab-3274552c745e" providerId="ADAL" clId="{3D98561E-F90A-5234-B4AE-8FE84CC8B302}" dt="2026-09-04T00:19:30.141" v="58"/>
        <pc:sldMkLst>
          <pc:docMk/>
          <pc:sldMk cId="289832816" sldId="470"/>
        </pc:sldMkLst>
      </pc:sldChg>
      <pc:sldChg chg="modSp add del mod">
        <pc:chgData name="Miao YU" userId="671f1475-ae1b-420c-baab-3274552c745e" providerId="ADAL" clId="{3D98561E-F90A-5234-B4AE-8FE84CC8B302}" dt="2026-09-03T11:16:31.324" v="57"/>
        <pc:sldMkLst>
          <pc:docMk/>
          <pc:sldMk cId="3736854585" sldId="470"/>
        </pc:sldMkLst>
        <pc:spChg chg="mod">
          <ac:chgData name="Miao YU" userId="671f1475-ae1b-420c-baab-3274552c745e" providerId="ADAL" clId="{3D98561E-F90A-5234-B4AE-8FE84CC8B302}" dt="2026-09-03T11:16:31.324" v="57"/>
          <ac:spMkLst>
            <pc:docMk/>
            <pc:sldMk cId="3736854585" sldId="470"/>
            <ac:spMk id="15" creationId="{55423EBB-4888-4BF9-B5C0-98BFBAA4BB91}"/>
          </ac:spMkLst>
        </pc:spChg>
      </pc:sldChg>
      <pc:sldChg chg="add del">
        <pc:chgData name="Miao YU" userId="671f1475-ae1b-420c-baab-3274552c745e" providerId="ADAL" clId="{3D98561E-F90A-5234-B4AE-8FE84CC8B302}" dt="2026-09-03T11:16:31.324" v="57"/>
        <pc:sldMkLst>
          <pc:docMk/>
          <pc:sldMk cId="2556339869" sldId="471"/>
        </pc:sldMkLst>
      </pc:sldChg>
      <pc:sldChg chg="add">
        <pc:chgData name="Miao YU" userId="671f1475-ae1b-420c-baab-3274552c745e" providerId="ADAL" clId="{3D98561E-F90A-5234-B4AE-8FE84CC8B302}" dt="2026-09-04T00:19:30.141" v="58"/>
        <pc:sldMkLst>
          <pc:docMk/>
          <pc:sldMk cId="2703447674" sldId="471"/>
        </pc:sldMkLst>
      </pc:sldChg>
      <pc:sldChg chg="add">
        <pc:chgData name="Miao YU" userId="671f1475-ae1b-420c-baab-3274552c745e" providerId="ADAL" clId="{3D98561E-F90A-5234-B4AE-8FE84CC8B302}" dt="2026-09-04T00:19:30.141" v="58"/>
        <pc:sldMkLst>
          <pc:docMk/>
          <pc:sldMk cId="2130119059" sldId="472"/>
        </pc:sldMkLst>
      </pc:sldChg>
      <pc:sldChg chg="add del">
        <pc:chgData name="Miao YU" userId="671f1475-ae1b-420c-baab-3274552c745e" providerId="ADAL" clId="{3D98561E-F90A-5234-B4AE-8FE84CC8B302}" dt="2026-09-03T11:16:31.324" v="57"/>
        <pc:sldMkLst>
          <pc:docMk/>
          <pc:sldMk cId="2987311195" sldId="472"/>
        </pc:sldMkLst>
      </pc:sldChg>
      <pc:sldChg chg="add del">
        <pc:chgData name="Miao YU" userId="671f1475-ae1b-420c-baab-3274552c745e" providerId="ADAL" clId="{3D98561E-F90A-5234-B4AE-8FE84CC8B302}" dt="2026-09-03T11:16:31.324" v="57"/>
        <pc:sldMkLst>
          <pc:docMk/>
          <pc:sldMk cId="331170035" sldId="473"/>
        </pc:sldMkLst>
      </pc:sldChg>
      <pc:sldChg chg="add">
        <pc:chgData name="Miao YU" userId="671f1475-ae1b-420c-baab-3274552c745e" providerId="ADAL" clId="{3D98561E-F90A-5234-B4AE-8FE84CC8B302}" dt="2026-09-04T00:19:30.141" v="58"/>
        <pc:sldMkLst>
          <pc:docMk/>
          <pc:sldMk cId="4263146049" sldId="473"/>
        </pc:sldMkLst>
      </pc:sldChg>
      <pc:sldChg chg="add del">
        <pc:chgData name="Miao YU" userId="671f1475-ae1b-420c-baab-3274552c745e" providerId="ADAL" clId="{3D98561E-F90A-5234-B4AE-8FE84CC8B302}" dt="2026-09-03T11:16:31.324" v="57"/>
        <pc:sldMkLst>
          <pc:docMk/>
          <pc:sldMk cId="260370897" sldId="474"/>
        </pc:sldMkLst>
      </pc:sldChg>
      <pc:sldChg chg="add">
        <pc:chgData name="Miao YU" userId="671f1475-ae1b-420c-baab-3274552c745e" providerId="ADAL" clId="{3D98561E-F90A-5234-B4AE-8FE84CC8B302}" dt="2026-09-04T00:19:30.141" v="58"/>
        <pc:sldMkLst>
          <pc:docMk/>
          <pc:sldMk cId="1289043814" sldId="474"/>
        </pc:sldMkLst>
      </pc:sldChg>
      <pc:sldChg chg="add">
        <pc:chgData name="Miao YU" userId="671f1475-ae1b-420c-baab-3274552c745e" providerId="ADAL" clId="{3D98561E-F90A-5234-B4AE-8FE84CC8B302}" dt="2026-09-04T00:19:30.141" v="58"/>
        <pc:sldMkLst>
          <pc:docMk/>
          <pc:sldMk cId="3375951321" sldId="475"/>
        </pc:sldMkLst>
      </pc:sldChg>
      <pc:sldChg chg="add del">
        <pc:chgData name="Miao YU" userId="671f1475-ae1b-420c-baab-3274552c745e" providerId="ADAL" clId="{3D98561E-F90A-5234-B4AE-8FE84CC8B302}" dt="2026-09-03T11:16:31.324" v="57"/>
        <pc:sldMkLst>
          <pc:docMk/>
          <pc:sldMk cId="4032490792" sldId="475"/>
        </pc:sldMkLst>
      </pc:sldChg>
      <pc:sldChg chg="add del">
        <pc:chgData name="Miao YU" userId="671f1475-ae1b-420c-baab-3274552c745e" providerId="ADAL" clId="{3D98561E-F90A-5234-B4AE-8FE84CC8B302}" dt="2026-09-03T11:16:31.324" v="57"/>
        <pc:sldMkLst>
          <pc:docMk/>
          <pc:sldMk cId="1353071252" sldId="476"/>
        </pc:sldMkLst>
      </pc:sldChg>
      <pc:sldChg chg="add">
        <pc:chgData name="Miao YU" userId="671f1475-ae1b-420c-baab-3274552c745e" providerId="ADAL" clId="{3D98561E-F90A-5234-B4AE-8FE84CC8B302}" dt="2026-09-04T00:19:30.141" v="58"/>
        <pc:sldMkLst>
          <pc:docMk/>
          <pc:sldMk cId="4055612682" sldId="476"/>
        </pc:sldMkLst>
      </pc:sldChg>
      <pc:sldChg chg="add">
        <pc:chgData name="Miao YU" userId="671f1475-ae1b-420c-baab-3274552c745e" providerId="ADAL" clId="{3D98561E-F90A-5234-B4AE-8FE84CC8B302}" dt="2026-09-04T00:19:30.141" v="58"/>
        <pc:sldMkLst>
          <pc:docMk/>
          <pc:sldMk cId="4036423212" sldId="477"/>
        </pc:sldMkLst>
      </pc:sldChg>
      <pc:sldChg chg="add del">
        <pc:chgData name="Miao YU" userId="671f1475-ae1b-420c-baab-3274552c745e" providerId="ADAL" clId="{3D98561E-F90A-5234-B4AE-8FE84CC8B302}" dt="2026-09-03T11:16:31.324" v="57"/>
        <pc:sldMkLst>
          <pc:docMk/>
          <pc:sldMk cId="4251812371" sldId="477"/>
        </pc:sldMkLst>
      </pc:sldChg>
      <pc:sldChg chg="add">
        <pc:chgData name="Miao YU" userId="671f1475-ae1b-420c-baab-3274552c745e" providerId="ADAL" clId="{3D98561E-F90A-5234-B4AE-8FE84CC8B302}" dt="2026-09-04T00:19:30.141" v="58"/>
        <pc:sldMkLst>
          <pc:docMk/>
          <pc:sldMk cId="1513591273" sldId="478"/>
        </pc:sldMkLst>
      </pc:sldChg>
      <pc:sldChg chg="add del">
        <pc:chgData name="Miao YU" userId="671f1475-ae1b-420c-baab-3274552c745e" providerId="ADAL" clId="{3D98561E-F90A-5234-B4AE-8FE84CC8B302}" dt="2026-09-03T11:16:31.324" v="57"/>
        <pc:sldMkLst>
          <pc:docMk/>
          <pc:sldMk cId="2124023737" sldId="478"/>
        </pc:sldMkLst>
      </pc:sldChg>
      <pc:sldChg chg="add">
        <pc:chgData name="Miao YU" userId="671f1475-ae1b-420c-baab-3274552c745e" providerId="ADAL" clId="{3D98561E-F90A-5234-B4AE-8FE84CC8B302}" dt="2026-09-04T00:19:30.141" v="58"/>
        <pc:sldMkLst>
          <pc:docMk/>
          <pc:sldMk cId="2139342043" sldId="479"/>
        </pc:sldMkLst>
      </pc:sldChg>
      <pc:sldChg chg="add del">
        <pc:chgData name="Miao YU" userId="671f1475-ae1b-420c-baab-3274552c745e" providerId="ADAL" clId="{3D98561E-F90A-5234-B4AE-8FE84CC8B302}" dt="2026-09-03T11:16:31.324" v="57"/>
        <pc:sldMkLst>
          <pc:docMk/>
          <pc:sldMk cId="3966128634" sldId="479"/>
        </pc:sldMkLst>
      </pc:sldChg>
      <pc:sldChg chg="add del">
        <pc:chgData name="Miao YU" userId="671f1475-ae1b-420c-baab-3274552c745e" providerId="ADAL" clId="{3D98561E-F90A-5234-B4AE-8FE84CC8B302}" dt="2026-09-03T11:16:31.324" v="57"/>
        <pc:sldMkLst>
          <pc:docMk/>
          <pc:sldMk cId="188129505" sldId="480"/>
        </pc:sldMkLst>
      </pc:sldChg>
      <pc:sldChg chg="add">
        <pc:chgData name="Miao YU" userId="671f1475-ae1b-420c-baab-3274552c745e" providerId="ADAL" clId="{3D98561E-F90A-5234-B4AE-8FE84CC8B302}" dt="2026-09-04T00:19:30.141" v="58"/>
        <pc:sldMkLst>
          <pc:docMk/>
          <pc:sldMk cId="1305730976" sldId="480"/>
        </pc:sldMkLst>
      </pc:sldChg>
      <pc:sldChg chg="add">
        <pc:chgData name="Miao YU" userId="671f1475-ae1b-420c-baab-3274552c745e" providerId="ADAL" clId="{3D98561E-F90A-5234-B4AE-8FE84CC8B302}" dt="2026-09-04T00:19:30.141" v="58"/>
        <pc:sldMkLst>
          <pc:docMk/>
          <pc:sldMk cId="803518221" sldId="481"/>
        </pc:sldMkLst>
      </pc:sldChg>
      <pc:sldChg chg="add">
        <pc:chgData name="Miao YU" userId="671f1475-ae1b-420c-baab-3274552c745e" providerId="ADAL" clId="{3D98561E-F90A-5234-B4AE-8FE84CC8B302}" dt="2026-09-04T00:19:30.141" v="58"/>
        <pc:sldMkLst>
          <pc:docMk/>
          <pc:sldMk cId="3345646590" sldId="482"/>
        </pc:sldMkLst>
      </pc:sldChg>
      <pc:sldChg chg="add">
        <pc:chgData name="Miao YU" userId="671f1475-ae1b-420c-baab-3274552c745e" providerId="ADAL" clId="{3D98561E-F90A-5234-B4AE-8FE84CC8B302}" dt="2026-09-04T00:19:30.141" v="58"/>
        <pc:sldMkLst>
          <pc:docMk/>
          <pc:sldMk cId="1397607640" sldId="483"/>
        </pc:sldMkLst>
      </pc:sldChg>
      <pc:sldChg chg="add">
        <pc:chgData name="Miao YU" userId="671f1475-ae1b-420c-baab-3274552c745e" providerId="ADAL" clId="{3D98561E-F90A-5234-B4AE-8FE84CC8B302}" dt="2026-09-04T00:19:30.141" v="58"/>
        <pc:sldMkLst>
          <pc:docMk/>
          <pc:sldMk cId="1897269109" sldId="484"/>
        </pc:sldMkLst>
      </pc:sldChg>
      <pc:sldChg chg="add">
        <pc:chgData name="Miao YU" userId="671f1475-ae1b-420c-baab-3274552c745e" providerId="ADAL" clId="{3D98561E-F90A-5234-B4AE-8FE84CC8B302}" dt="2026-09-04T00:19:30.141" v="58"/>
        <pc:sldMkLst>
          <pc:docMk/>
          <pc:sldMk cId="2258713303" sldId="485"/>
        </pc:sldMkLst>
      </pc:sldChg>
      <pc:sldChg chg="add">
        <pc:chgData name="Miao YU" userId="671f1475-ae1b-420c-baab-3274552c745e" providerId="ADAL" clId="{3D98561E-F90A-5234-B4AE-8FE84CC8B302}" dt="2026-09-04T00:19:30.141" v="58"/>
        <pc:sldMkLst>
          <pc:docMk/>
          <pc:sldMk cId="545044991" sldId="486"/>
        </pc:sldMkLst>
      </pc:sldChg>
      <pc:sldChg chg="add">
        <pc:chgData name="Miao YU" userId="671f1475-ae1b-420c-baab-3274552c745e" providerId="ADAL" clId="{3D98561E-F90A-5234-B4AE-8FE84CC8B302}" dt="2026-09-04T00:19:30.141" v="58"/>
        <pc:sldMkLst>
          <pc:docMk/>
          <pc:sldMk cId="2987696298" sldId="487"/>
        </pc:sldMkLst>
      </pc:sldChg>
      <pc:sldChg chg="add">
        <pc:chgData name="Miao YU" userId="671f1475-ae1b-420c-baab-3274552c745e" providerId="ADAL" clId="{3D98561E-F90A-5234-B4AE-8FE84CC8B302}" dt="2026-09-04T00:19:30.141" v="58"/>
        <pc:sldMkLst>
          <pc:docMk/>
          <pc:sldMk cId="3503331316" sldId="488"/>
        </pc:sldMkLst>
      </pc:sldChg>
      <pc:sldChg chg="add">
        <pc:chgData name="Miao YU" userId="671f1475-ae1b-420c-baab-3274552c745e" providerId="ADAL" clId="{3D98561E-F90A-5234-B4AE-8FE84CC8B302}" dt="2026-09-04T00:19:30.141" v="58"/>
        <pc:sldMkLst>
          <pc:docMk/>
          <pc:sldMk cId="1689544240" sldId="489"/>
        </pc:sldMkLst>
      </pc:sldChg>
      <pc:sldChg chg="add">
        <pc:chgData name="Miao YU" userId="671f1475-ae1b-420c-baab-3274552c745e" providerId="ADAL" clId="{3D98561E-F90A-5234-B4AE-8FE84CC8B302}" dt="2026-09-04T00:19:30.141" v="58"/>
        <pc:sldMkLst>
          <pc:docMk/>
          <pc:sldMk cId="2202292277" sldId="490"/>
        </pc:sldMkLst>
      </pc:sldChg>
      <pc:sldChg chg="add">
        <pc:chgData name="Miao YU" userId="671f1475-ae1b-420c-baab-3274552c745e" providerId="ADAL" clId="{3D98561E-F90A-5234-B4AE-8FE84CC8B302}" dt="2026-09-04T00:19:30.141" v="58"/>
        <pc:sldMkLst>
          <pc:docMk/>
          <pc:sldMk cId="1261520736" sldId="491"/>
        </pc:sldMkLst>
      </pc:sldChg>
      <pc:sldChg chg="add">
        <pc:chgData name="Miao YU" userId="671f1475-ae1b-420c-baab-3274552c745e" providerId="ADAL" clId="{3D98561E-F90A-5234-B4AE-8FE84CC8B302}" dt="2026-09-04T00:19:30.141" v="58"/>
        <pc:sldMkLst>
          <pc:docMk/>
          <pc:sldMk cId="1953201654" sldId="492"/>
        </pc:sldMkLst>
      </pc:sldChg>
      <pc:sldChg chg="add">
        <pc:chgData name="Miao YU" userId="671f1475-ae1b-420c-baab-3274552c745e" providerId="ADAL" clId="{3D98561E-F90A-5234-B4AE-8FE84CC8B302}" dt="2026-09-04T00:19:30.141" v="58"/>
        <pc:sldMkLst>
          <pc:docMk/>
          <pc:sldMk cId="36750392" sldId="493"/>
        </pc:sldMkLst>
      </pc:sldChg>
      <pc:sldChg chg="add">
        <pc:chgData name="Miao YU" userId="671f1475-ae1b-420c-baab-3274552c745e" providerId="ADAL" clId="{3D98561E-F90A-5234-B4AE-8FE84CC8B302}" dt="2026-09-04T00:19:30.141" v="58"/>
        <pc:sldMkLst>
          <pc:docMk/>
          <pc:sldMk cId="1464968206" sldId="494"/>
        </pc:sldMkLst>
      </pc:sldChg>
      <pc:sldChg chg="add">
        <pc:chgData name="Miao YU" userId="671f1475-ae1b-420c-baab-3274552c745e" providerId="ADAL" clId="{3D98561E-F90A-5234-B4AE-8FE84CC8B302}" dt="2026-09-04T00:19:30.141" v="58"/>
        <pc:sldMkLst>
          <pc:docMk/>
          <pc:sldMk cId="839995892" sldId="495"/>
        </pc:sldMkLst>
      </pc:sldChg>
      <pc:sldChg chg="add">
        <pc:chgData name="Miao YU" userId="671f1475-ae1b-420c-baab-3274552c745e" providerId="ADAL" clId="{3D98561E-F90A-5234-B4AE-8FE84CC8B302}" dt="2026-09-04T00:19:30.141" v="58"/>
        <pc:sldMkLst>
          <pc:docMk/>
          <pc:sldMk cId="1841442585" sldId="496"/>
        </pc:sldMkLst>
      </pc:sldChg>
      <pc:sldChg chg="add">
        <pc:chgData name="Miao YU" userId="671f1475-ae1b-420c-baab-3274552c745e" providerId="ADAL" clId="{3D98561E-F90A-5234-B4AE-8FE84CC8B302}" dt="2026-09-04T00:19:30.141" v="58"/>
        <pc:sldMkLst>
          <pc:docMk/>
          <pc:sldMk cId="10038344" sldId="497"/>
        </pc:sldMkLst>
      </pc:sldChg>
      <pc:sldChg chg="add">
        <pc:chgData name="Miao YU" userId="671f1475-ae1b-420c-baab-3274552c745e" providerId="ADAL" clId="{3D98561E-F90A-5234-B4AE-8FE84CC8B302}" dt="2026-09-04T00:19:30.141" v="58"/>
        <pc:sldMkLst>
          <pc:docMk/>
          <pc:sldMk cId="275087658" sldId="498"/>
        </pc:sldMkLst>
      </pc:sldChg>
      <pc:sldChg chg="add">
        <pc:chgData name="Miao YU" userId="671f1475-ae1b-420c-baab-3274552c745e" providerId="ADAL" clId="{3D98561E-F90A-5234-B4AE-8FE84CC8B302}" dt="2026-09-04T00:19:30.141" v="58"/>
        <pc:sldMkLst>
          <pc:docMk/>
          <pc:sldMk cId="500354837" sldId="499"/>
        </pc:sldMkLst>
      </pc:sldChg>
      <pc:sldChg chg="add">
        <pc:chgData name="Miao YU" userId="671f1475-ae1b-420c-baab-3274552c745e" providerId="ADAL" clId="{3D98561E-F90A-5234-B4AE-8FE84CC8B302}" dt="2026-09-04T00:19:30.141" v="58"/>
        <pc:sldMkLst>
          <pc:docMk/>
          <pc:sldMk cId="3546981913" sldId="500"/>
        </pc:sldMkLst>
      </pc:sldChg>
      <pc:sldChg chg="add">
        <pc:chgData name="Miao YU" userId="671f1475-ae1b-420c-baab-3274552c745e" providerId="ADAL" clId="{3D98561E-F90A-5234-B4AE-8FE84CC8B302}" dt="2026-09-04T00:19:30.141" v="58"/>
        <pc:sldMkLst>
          <pc:docMk/>
          <pc:sldMk cId="2114533902" sldId="501"/>
        </pc:sldMkLst>
      </pc:sldChg>
      <pc:sldChg chg="add">
        <pc:chgData name="Miao YU" userId="671f1475-ae1b-420c-baab-3274552c745e" providerId="ADAL" clId="{3D98561E-F90A-5234-B4AE-8FE84CC8B302}" dt="2026-09-04T00:19:30.141" v="58"/>
        <pc:sldMkLst>
          <pc:docMk/>
          <pc:sldMk cId="4052476044" sldId="502"/>
        </pc:sldMkLst>
      </pc:sldChg>
      <pc:sldChg chg="add">
        <pc:chgData name="Miao YU" userId="671f1475-ae1b-420c-baab-3274552c745e" providerId="ADAL" clId="{3D98561E-F90A-5234-B4AE-8FE84CC8B302}" dt="2026-09-04T00:19:30.141" v="58"/>
        <pc:sldMkLst>
          <pc:docMk/>
          <pc:sldMk cId="771349146" sldId="503"/>
        </pc:sldMkLst>
      </pc:sldChg>
      <pc:sldChg chg="add">
        <pc:chgData name="Miao YU" userId="671f1475-ae1b-420c-baab-3274552c745e" providerId="ADAL" clId="{3D98561E-F90A-5234-B4AE-8FE84CC8B302}" dt="2026-09-04T00:19:30.141" v="58"/>
        <pc:sldMkLst>
          <pc:docMk/>
          <pc:sldMk cId="1337101767" sldId="504"/>
        </pc:sldMkLst>
      </pc:sldChg>
      <pc:sldChg chg="add">
        <pc:chgData name="Miao YU" userId="671f1475-ae1b-420c-baab-3274552c745e" providerId="ADAL" clId="{3D98561E-F90A-5234-B4AE-8FE84CC8B302}" dt="2026-09-04T00:19:30.141" v="58"/>
        <pc:sldMkLst>
          <pc:docMk/>
          <pc:sldMk cId="3469384422" sldId="505"/>
        </pc:sldMkLst>
      </pc:sldChg>
      <pc:sldChg chg="modSp add del mod">
        <pc:chgData name="Miao YU" userId="671f1475-ae1b-420c-baab-3274552c745e" providerId="ADAL" clId="{3D98561E-F90A-5234-B4AE-8FE84CC8B302}" dt="2026-09-04T07:26:29.966" v="80" actId="2696"/>
        <pc:sldMkLst>
          <pc:docMk/>
          <pc:sldMk cId="2698380828" sldId="506"/>
        </pc:sldMkLst>
        <pc:picChg chg="mod">
          <ac:chgData name="Miao YU" userId="671f1475-ae1b-420c-baab-3274552c745e" providerId="ADAL" clId="{3D98561E-F90A-5234-B4AE-8FE84CC8B302}" dt="2026-09-04T07:25:37.534" v="77" actId="1076"/>
          <ac:picMkLst>
            <pc:docMk/>
            <pc:sldMk cId="2698380828" sldId="506"/>
            <ac:picMk id="17" creationId="{0C34F2A9-041A-1DDC-CB5A-1510FA2DCE92}"/>
          </ac:picMkLst>
        </pc:picChg>
        <pc:picChg chg="mod">
          <ac:chgData name="Miao YU" userId="671f1475-ae1b-420c-baab-3274552c745e" providerId="ADAL" clId="{3D98561E-F90A-5234-B4AE-8FE84CC8B302}" dt="2026-09-04T07:26:10.515" v="78" actId="1076"/>
          <ac:picMkLst>
            <pc:docMk/>
            <pc:sldMk cId="2698380828" sldId="506"/>
            <ac:picMk id="19" creationId="{2A444CDE-31DD-4F72-5039-1035D9499295}"/>
          </ac:picMkLst>
        </pc:picChg>
      </pc:sldChg>
      <pc:sldChg chg="add">
        <pc:chgData name="Miao YU" userId="671f1475-ae1b-420c-baab-3274552c745e" providerId="ADAL" clId="{3D98561E-F90A-5234-B4AE-8FE84CC8B302}" dt="2026-09-04T00:19:30.141" v="58"/>
        <pc:sldMkLst>
          <pc:docMk/>
          <pc:sldMk cId="2642457505" sldId="507"/>
        </pc:sldMkLst>
      </pc:sldChg>
      <pc:sldChg chg="add">
        <pc:chgData name="Miao YU" userId="671f1475-ae1b-420c-baab-3274552c745e" providerId="ADAL" clId="{3D98561E-F90A-5234-B4AE-8FE84CC8B302}" dt="2026-09-04T00:19:30.141" v="58"/>
        <pc:sldMkLst>
          <pc:docMk/>
          <pc:sldMk cId="2392158197" sldId="508"/>
        </pc:sldMkLst>
      </pc:sldChg>
      <pc:sldChg chg="add">
        <pc:chgData name="Miao YU" userId="671f1475-ae1b-420c-baab-3274552c745e" providerId="ADAL" clId="{3D98561E-F90A-5234-B4AE-8FE84CC8B302}" dt="2026-09-04T00:19:30.141" v="58"/>
        <pc:sldMkLst>
          <pc:docMk/>
          <pc:sldMk cId="1168778104" sldId="509"/>
        </pc:sldMkLst>
      </pc:sldChg>
      <pc:sldChg chg="add">
        <pc:chgData name="Miao YU" userId="671f1475-ae1b-420c-baab-3274552c745e" providerId="ADAL" clId="{3D98561E-F90A-5234-B4AE-8FE84CC8B302}" dt="2026-09-04T00:19:30.141" v="58"/>
        <pc:sldMkLst>
          <pc:docMk/>
          <pc:sldMk cId="1556011157" sldId="510"/>
        </pc:sldMkLst>
      </pc:sldChg>
      <pc:sldChg chg="add">
        <pc:chgData name="Miao YU" userId="671f1475-ae1b-420c-baab-3274552c745e" providerId="ADAL" clId="{3D98561E-F90A-5234-B4AE-8FE84CC8B302}" dt="2026-09-04T00:19:30.141" v="58"/>
        <pc:sldMkLst>
          <pc:docMk/>
          <pc:sldMk cId="3581345649" sldId="511"/>
        </pc:sldMkLst>
      </pc:sldChg>
      <pc:sldChg chg="add">
        <pc:chgData name="Miao YU" userId="671f1475-ae1b-420c-baab-3274552c745e" providerId="ADAL" clId="{3D98561E-F90A-5234-B4AE-8FE84CC8B302}" dt="2026-09-04T00:19:30.141" v="58"/>
        <pc:sldMkLst>
          <pc:docMk/>
          <pc:sldMk cId="1268852749" sldId="512"/>
        </pc:sldMkLst>
      </pc:sldChg>
      <pc:sldChg chg="add">
        <pc:chgData name="Miao YU" userId="671f1475-ae1b-420c-baab-3274552c745e" providerId="ADAL" clId="{3D98561E-F90A-5234-B4AE-8FE84CC8B302}" dt="2026-09-04T00:19:30.141" v="58"/>
        <pc:sldMkLst>
          <pc:docMk/>
          <pc:sldMk cId="2476148649" sldId="513"/>
        </pc:sldMkLst>
      </pc:sldChg>
      <pc:sldChg chg="add">
        <pc:chgData name="Miao YU" userId="671f1475-ae1b-420c-baab-3274552c745e" providerId="ADAL" clId="{3D98561E-F90A-5234-B4AE-8FE84CC8B302}" dt="2026-09-04T00:19:30.141" v="58"/>
        <pc:sldMkLst>
          <pc:docMk/>
          <pc:sldMk cId="256980751" sldId="514"/>
        </pc:sldMkLst>
      </pc:sldChg>
      <pc:sldChg chg="add">
        <pc:chgData name="Miao YU" userId="671f1475-ae1b-420c-baab-3274552c745e" providerId="ADAL" clId="{3D98561E-F90A-5234-B4AE-8FE84CC8B302}" dt="2026-09-04T00:19:30.141" v="58"/>
        <pc:sldMkLst>
          <pc:docMk/>
          <pc:sldMk cId="579906007" sldId="515"/>
        </pc:sldMkLst>
      </pc:sldChg>
      <pc:sldChg chg="add">
        <pc:chgData name="Miao YU" userId="671f1475-ae1b-420c-baab-3274552c745e" providerId="ADAL" clId="{3D98561E-F90A-5234-B4AE-8FE84CC8B302}" dt="2026-09-04T00:19:30.141" v="58"/>
        <pc:sldMkLst>
          <pc:docMk/>
          <pc:sldMk cId="3927295294" sldId="516"/>
        </pc:sldMkLst>
      </pc:sldChg>
      <pc:sldChg chg="add">
        <pc:chgData name="Miao YU" userId="671f1475-ae1b-420c-baab-3274552c745e" providerId="ADAL" clId="{3D98561E-F90A-5234-B4AE-8FE84CC8B302}" dt="2026-09-04T00:19:30.141" v="58"/>
        <pc:sldMkLst>
          <pc:docMk/>
          <pc:sldMk cId="628720637" sldId="517"/>
        </pc:sldMkLst>
      </pc:sldChg>
      <pc:sldChg chg="add">
        <pc:chgData name="Miao YU" userId="671f1475-ae1b-420c-baab-3274552c745e" providerId="ADAL" clId="{3D98561E-F90A-5234-B4AE-8FE84CC8B302}" dt="2026-09-04T00:19:30.141" v="58"/>
        <pc:sldMkLst>
          <pc:docMk/>
          <pc:sldMk cId="574308027" sldId="518"/>
        </pc:sldMkLst>
      </pc:sldChg>
      <pc:sldChg chg="add">
        <pc:chgData name="Miao YU" userId="671f1475-ae1b-420c-baab-3274552c745e" providerId="ADAL" clId="{3D98561E-F90A-5234-B4AE-8FE84CC8B302}" dt="2026-09-04T00:19:30.141" v="58"/>
        <pc:sldMkLst>
          <pc:docMk/>
          <pc:sldMk cId="1344832369" sldId="519"/>
        </pc:sldMkLst>
      </pc:sldChg>
      <pc:sldChg chg="add">
        <pc:chgData name="Miao YU" userId="671f1475-ae1b-420c-baab-3274552c745e" providerId="ADAL" clId="{3D98561E-F90A-5234-B4AE-8FE84CC8B302}" dt="2026-09-04T00:19:30.141" v="58"/>
        <pc:sldMkLst>
          <pc:docMk/>
          <pc:sldMk cId="875073295" sldId="520"/>
        </pc:sldMkLst>
      </pc:sldChg>
      <pc:sldChg chg="add">
        <pc:chgData name="Miao YU" userId="671f1475-ae1b-420c-baab-3274552c745e" providerId="ADAL" clId="{3D98561E-F90A-5234-B4AE-8FE84CC8B302}" dt="2026-09-04T00:19:30.141" v="58"/>
        <pc:sldMkLst>
          <pc:docMk/>
          <pc:sldMk cId="564747672" sldId="521"/>
        </pc:sldMkLst>
      </pc:sldChg>
      <pc:sldChg chg="add">
        <pc:chgData name="Miao YU" userId="671f1475-ae1b-420c-baab-3274552c745e" providerId="ADAL" clId="{3D98561E-F90A-5234-B4AE-8FE84CC8B302}" dt="2026-09-04T00:19:30.141" v="58"/>
        <pc:sldMkLst>
          <pc:docMk/>
          <pc:sldMk cId="1544029538" sldId="522"/>
        </pc:sldMkLst>
      </pc:sldChg>
      <pc:sldChg chg="add">
        <pc:chgData name="Miao YU" userId="671f1475-ae1b-420c-baab-3274552c745e" providerId="ADAL" clId="{3D98561E-F90A-5234-B4AE-8FE84CC8B302}" dt="2026-09-04T00:19:30.141" v="58"/>
        <pc:sldMkLst>
          <pc:docMk/>
          <pc:sldMk cId="2355131096" sldId="523"/>
        </pc:sldMkLst>
      </pc:sldChg>
      <pc:sldChg chg="add">
        <pc:chgData name="Miao YU" userId="671f1475-ae1b-420c-baab-3274552c745e" providerId="ADAL" clId="{3D98561E-F90A-5234-B4AE-8FE84CC8B302}" dt="2026-09-04T00:19:30.141" v="58"/>
        <pc:sldMkLst>
          <pc:docMk/>
          <pc:sldMk cId="2052005092" sldId="524"/>
        </pc:sldMkLst>
      </pc:sldChg>
      <pc:sldChg chg="add">
        <pc:chgData name="Miao YU" userId="671f1475-ae1b-420c-baab-3274552c745e" providerId="ADAL" clId="{3D98561E-F90A-5234-B4AE-8FE84CC8B302}" dt="2026-09-04T00:19:30.141" v="58"/>
        <pc:sldMkLst>
          <pc:docMk/>
          <pc:sldMk cId="2765668793" sldId="525"/>
        </pc:sldMkLst>
      </pc:sldChg>
      <pc:sldChg chg="add">
        <pc:chgData name="Miao YU" userId="671f1475-ae1b-420c-baab-3274552c745e" providerId="ADAL" clId="{3D98561E-F90A-5234-B4AE-8FE84CC8B302}" dt="2026-09-04T00:19:30.141" v="58"/>
        <pc:sldMkLst>
          <pc:docMk/>
          <pc:sldMk cId="4041133668" sldId="526"/>
        </pc:sldMkLst>
      </pc:sldChg>
      <pc:sldChg chg="add">
        <pc:chgData name="Miao YU" userId="671f1475-ae1b-420c-baab-3274552c745e" providerId="ADAL" clId="{3D98561E-F90A-5234-B4AE-8FE84CC8B302}" dt="2026-09-04T00:19:30.141" v="58"/>
        <pc:sldMkLst>
          <pc:docMk/>
          <pc:sldMk cId="3483780566" sldId="527"/>
        </pc:sldMkLst>
      </pc:sldChg>
      <pc:sldChg chg="add">
        <pc:chgData name="Miao YU" userId="671f1475-ae1b-420c-baab-3274552c745e" providerId="ADAL" clId="{3D98561E-F90A-5234-B4AE-8FE84CC8B302}" dt="2026-09-04T00:19:30.141" v="58"/>
        <pc:sldMkLst>
          <pc:docMk/>
          <pc:sldMk cId="2355646143" sldId="528"/>
        </pc:sldMkLst>
      </pc:sldChg>
      <pc:sldChg chg="add">
        <pc:chgData name="Miao YU" userId="671f1475-ae1b-420c-baab-3274552c745e" providerId="ADAL" clId="{3D98561E-F90A-5234-B4AE-8FE84CC8B302}" dt="2026-09-04T00:19:30.141" v="58"/>
        <pc:sldMkLst>
          <pc:docMk/>
          <pc:sldMk cId="1845957399" sldId="529"/>
        </pc:sldMkLst>
      </pc:sldChg>
      <pc:sldChg chg="add">
        <pc:chgData name="Miao YU" userId="671f1475-ae1b-420c-baab-3274552c745e" providerId="ADAL" clId="{3D98561E-F90A-5234-B4AE-8FE84CC8B302}" dt="2026-09-04T00:19:30.141" v="58"/>
        <pc:sldMkLst>
          <pc:docMk/>
          <pc:sldMk cId="3529492155" sldId="530"/>
        </pc:sldMkLst>
      </pc:sldChg>
      <pc:sldChg chg="add">
        <pc:chgData name="Miao YU" userId="671f1475-ae1b-420c-baab-3274552c745e" providerId="ADAL" clId="{3D98561E-F90A-5234-B4AE-8FE84CC8B302}" dt="2026-09-04T00:19:30.141" v="58"/>
        <pc:sldMkLst>
          <pc:docMk/>
          <pc:sldMk cId="2854999705" sldId="531"/>
        </pc:sldMkLst>
      </pc:sldChg>
      <pc:sldChg chg="add">
        <pc:chgData name="Miao YU" userId="671f1475-ae1b-420c-baab-3274552c745e" providerId="ADAL" clId="{3D98561E-F90A-5234-B4AE-8FE84CC8B302}" dt="2026-09-04T00:19:30.141" v="58"/>
        <pc:sldMkLst>
          <pc:docMk/>
          <pc:sldMk cId="3893781324" sldId="532"/>
        </pc:sldMkLst>
      </pc:sldChg>
      <pc:sldChg chg="add">
        <pc:chgData name="Miao YU" userId="671f1475-ae1b-420c-baab-3274552c745e" providerId="ADAL" clId="{3D98561E-F90A-5234-B4AE-8FE84CC8B302}" dt="2026-09-04T00:19:30.141" v="58"/>
        <pc:sldMkLst>
          <pc:docMk/>
          <pc:sldMk cId="2790788744" sldId="533"/>
        </pc:sldMkLst>
      </pc:sldChg>
      <pc:sldChg chg="add">
        <pc:chgData name="Miao YU" userId="671f1475-ae1b-420c-baab-3274552c745e" providerId="ADAL" clId="{3D98561E-F90A-5234-B4AE-8FE84CC8B302}" dt="2026-09-04T00:19:30.141" v="58"/>
        <pc:sldMkLst>
          <pc:docMk/>
          <pc:sldMk cId="3943079632" sldId="534"/>
        </pc:sldMkLst>
      </pc:sldChg>
      <pc:sldChg chg="add">
        <pc:chgData name="Miao YU" userId="671f1475-ae1b-420c-baab-3274552c745e" providerId="ADAL" clId="{3D98561E-F90A-5234-B4AE-8FE84CC8B302}" dt="2026-09-04T00:19:30.141" v="58"/>
        <pc:sldMkLst>
          <pc:docMk/>
          <pc:sldMk cId="1390826643" sldId="535"/>
        </pc:sldMkLst>
      </pc:sldChg>
      <pc:sldChg chg="add">
        <pc:chgData name="Miao YU" userId="671f1475-ae1b-420c-baab-3274552c745e" providerId="ADAL" clId="{3D98561E-F90A-5234-B4AE-8FE84CC8B302}" dt="2026-09-04T00:19:30.141" v="58"/>
        <pc:sldMkLst>
          <pc:docMk/>
          <pc:sldMk cId="2914205943" sldId="536"/>
        </pc:sldMkLst>
      </pc:sldChg>
      <pc:sldChg chg="add">
        <pc:chgData name="Miao YU" userId="671f1475-ae1b-420c-baab-3274552c745e" providerId="ADAL" clId="{3D98561E-F90A-5234-B4AE-8FE84CC8B302}" dt="2026-09-04T00:19:30.141" v="58"/>
        <pc:sldMkLst>
          <pc:docMk/>
          <pc:sldMk cId="2319196653" sldId="537"/>
        </pc:sldMkLst>
      </pc:sldChg>
      <pc:sldChg chg="add">
        <pc:chgData name="Miao YU" userId="671f1475-ae1b-420c-baab-3274552c745e" providerId="ADAL" clId="{3D98561E-F90A-5234-B4AE-8FE84CC8B302}" dt="2026-09-04T00:19:30.141" v="58"/>
        <pc:sldMkLst>
          <pc:docMk/>
          <pc:sldMk cId="3101525298" sldId="538"/>
        </pc:sldMkLst>
      </pc:sldChg>
      <pc:sldChg chg="add">
        <pc:chgData name="Miao YU" userId="671f1475-ae1b-420c-baab-3274552c745e" providerId="ADAL" clId="{3D98561E-F90A-5234-B4AE-8FE84CC8B302}" dt="2026-09-04T00:19:30.141" v="58"/>
        <pc:sldMkLst>
          <pc:docMk/>
          <pc:sldMk cId="1512627975" sldId="539"/>
        </pc:sldMkLst>
      </pc:sldChg>
      <pc:sldChg chg="add">
        <pc:chgData name="Miao YU" userId="671f1475-ae1b-420c-baab-3274552c745e" providerId="ADAL" clId="{3D98561E-F90A-5234-B4AE-8FE84CC8B302}" dt="2026-09-04T00:19:30.141" v="58"/>
        <pc:sldMkLst>
          <pc:docMk/>
          <pc:sldMk cId="2694977441" sldId="540"/>
        </pc:sldMkLst>
      </pc:sldChg>
      <pc:sldChg chg="add">
        <pc:chgData name="Miao YU" userId="671f1475-ae1b-420c-baab-3274552c745e" providerId="ADAL" clId="{3D98561E-F90A-5234-B4AE-8FE84CC8B302}" dt="2026-09-04T00:19:30.141" v="58"/>
        <pc:sldMkLst>
          <pc:docMk/>
          <pc:sldMk cId="4086256570" sldId="541"/>
        </pc:sldMkLst>
      </pc:sldChg>
      <pc:sldChg chg="add">
        <pc:chgData name="Miao YU" userId="671f1475-ae1b-420c-baab-3274552c745e" providerId="ADAL" clId="{3D98561E-F90A-5234-B4AE-8FE84CC8B302}" dt="2026-09-04T00:19:30.141" v="58"/>
        <pc:sldMkLst>
          <pc:docMk/>
          <pc:sldMk cId="2932461664" sldId="542"/>
        </pc:sldMkLst>
      </pc:sldChg>
      <pc:sldChg chg="add">
        <pc:chgData name="Miao YU" userId="671f1475-ae1b-420c-baab-3274552c745e" providerId="ADAL" clId="{3D98561E-F90A-5234-B4AE-8FE84CC8B302}" dt="2026-09-04T00:19:30.141" v="58"/>
        <pc:sldMkLst>
          <pc:docMk/>
          <pc:sldMk cId="1477648874" sldId="543"/>
        </pc:sldMkLst>
      </pc:sldChg>
      <pc:sldChg chg="add">
        <pc:chgData name="Miao YU" userId="671f1475-ae1b-420c-baab-3274552c745e" providerId="ADAL" clId="{3D98561E-F90A-5234-B4AE-8FE84CC8B302}" dt="2026-09-04T00:19:30.141" v="58"/>
        <pc:sldMkLst>
          <pc:docMk/>
          <pc:sldMk cId="3082004176" sldId="544"/>
        </pc:sldMkLst>
      </pc:sldChg>
      <pc:sldChg chg="add">
        <pc:chgData name="Miao YU" userId="671f1475-ae1b-420c-baab-3274552c745e" providerId="ADAL" clId="{3D98561E-F90A-5234-B4AE-8FE84CC8B302}" dt="2026-09-04T00:19:30.141" v="58"/>
        <pc:sldMkLst>
          <pc:docMk/>
          <pc:sldMk cId="745304123" sldId="545"/>
        </pc:sldMkLst>
      </pc:sldChg>
      <pc:sldChg chg="add">
        <pc:chgData name="Miao YU" userId="671f1475-ae1b-420c-baab-3274552c745e" providerId="ADAL" clId="{3D98561E-F90A-5234-B4AE-8FE84CC8B302}" dt="2026-09-04T00:19:30.141" v="58"/>
        <pc:sldMkLst>
          <pc:docMk/>
          <pc:sldMk cId="3797267931" sldId="546"/>
        </pc:sldMkLst>
      </pc:sldChg>
      <pc:sldChg chg="add">
        <pc:chgData name="Miao YU" userId="671f1475-ae1b-420c-baab-3274552c745e" providerId="ADAL" clId="{3D98561E-F90A-5234-B4AE-8FE84CC8B302}" dt="2026-09-04T00:19:30.141" v="58"/>
        <pc:sldMkLst>
          <pc:docMk/>
          <pc:sldMk cId="3730706292" sldId="547"/>
        </pc:sldMkLst>
      </pc:sldChg>
      <pc:sldChg chg="add">
        <pc:chgData name="Miao YU" userId="671f1475-ae1b-420c-baab-3274552c745e" providerId="ADAL" clId="{3D98561E-F90A-5234-B4AE-8FE84CC8B302}" dt="2026-09-04T00:19:30.141" v="58"/>
        <pc:sldMkLst>
          <pc:docMk/>
          <pc:sldMk cId="137749768" sldId="548"/>
        </pc:sldMkLst>
      </pc:sldChg>
      <pc:sldChg chg="add">
        <pc:chgData name="Miao YU" userId="671f1475-ae1b-420c-baab-3274552c745e" providerId="ADAL" clId="{3D98561E-F90A-5234-B4AE-8FE84CC8B302}" dt="2026-09-04T00:19:30.141" v="58"/>
        <pc:sldMkLst>
          <pc:docMk/>
          <pc:sldMk cId="299762104" sldId="549"/>
        </pc:sldMkLst>
      </pc:sldChg>
      <pc:sldChg chg="add">
        <pc:chgData name="Miao YU" userId="671f1475-ae1b-420c-baab-3274552c745e" providerId="ADAL" clId="{3D98561E-F90A-5234-B4AE-8FE84CC8B302}" dt="2026-09-04T00:19:30.141" v="58"/>
        <pc:sldMkLst>
          <pc:docMk/>
          <pc:sldMk cId="66498836" sldId="550"/>
        </pc:sldMkLst>
      </pc:sldChg>
      <pc:sldChg chg="add">
        <pc:chgData name="Miao YU" userId="671f1475-ae1b-420c-baab-3274552c745e" providerId="ADAL" clId="{3D98561E-F90A-5234-B4AE-8FE84CC8B302}" dt="2026-09-04T00:19:30.141" v="58"/>
        <pc:sldMkLst>
          <pc:docMk/>
          <pc:sldMk cId="3334596229" sldId="551"/>
        </pc:sldMkLst>
      </pc:sldChg>
      <pc:sldChg chg="add">
        <pc:chgData name="Miao YU" userId="671f1475-ae1b-420c-baab-3274552c745e" providerId="ADAL" clId="{3D98561E-F90A-5234-B4AE-8FE84CC8B302}" dt="2026-09-04T00:19:30.141" v="58"/>
        <pc:sldMkLst>
          <pc:docMk/>
          <pc:sldMk cId="3319553047" sldId="552"/>
        </pc:sldMkLst>
      </pc:sldChg>
      <pc:sldChg chg="add">
        <pc:chgData name="Miao YU" userId="671f1475-ae1b-420c-baab-3274552c745e" providerId="ADAL" clId="{3D98561E-F90A-5234-B4AE-8FE84CC8B302}" dt="2026-09-04T00:19:30.141" v="58"/>
        <pc:sldMkLst>
          <pc:docMk/>
          <pc:sldMk cId="2123677643" sldId="553"/>
        </pc:sldMkLst>
      </pc:sldChg>
      <pc:sldChg chg="add">
        <pc:chgData name="Miao YU" userId="671f1475-ae1b-420c-baab-3274552c745e" providerId="ADAL" clId="{3D98561E-F90A-5234-B4AE-8FE84CC8B302}" dt="2026-09-04T00:19:30.141" v="58"/>
        <pc:sldMkLst>
          <pc:docMk/>
          <pc:sldMk cId="2597456625" sldId="554"/>
        </pc:sldMkLst>
      </pc:sldChg>
      <pc:sldChg chg="add modNotesTx">
        <pc:chgData name="Miao YU" userId="671f1475-ae1b-420c-baab-3274552c745e" providerId="ADAL" clId="{3D98561E-F90A-5234-B4AE-8FE84CC8B302}" dt="2026-09-04T03:21:07.152" v="75" actId="20577"/>
        <pc:sldMkLst>
          <pc:docMk/>
          <pc:sldMk cId="1042965692" sldId="557"/>
        </pc:sldMkLst>
      </pc:sldChg>
      <pc:sldChg chg="add modNotesTx">
        <pc:chgData name="Miao YU" userId="671f1475-ae1b-420c-baab-3274552c745e" providerId="ADAL" clId="{3D98561E-F90A-5234-B4AE-8FE84CC8B302}" dt="2026-09-04T07:26:34.114" v="81" actId="20577"/>
        <pc:sldMkLst>
          <pc:docMk/>
          <pc:sldMk cId="3448398212" sldId="559"/>
        </pc:sldMkLst>
      </pc:sldChg>
      <pc:sldMasterChg chg="addSldLayout delSldLayout">
        <pc:chgData name="Miao YU" userId="671f1475-ae1b-420c-baab-3274552c745e" providerId="ADAL" clId="{3D98561E-F90A-5234-B4AE-8FE84CC8B302}" dt="2026-09-03T11:16:23.144" v="55" actId="2696"/>
        <pc:sldMasterMkLst>
          <pc:docMk/>
          <pc:sldMasterMk cId="0" sldId="2147483648"/>
        </pc:sldMasterMkLst>
        <pc:sldLayoutChg chg="add del">
          <pc:chgData name="Miao YU" userId="671f1475-ae1b-420c-baab-3274552c745e" providerId="ADAL" clId="{3D98561E-F90A-5234-B4AE-8FE84CC8B302}" dt="2026-09-03T11:16:23.144" v="55" actId="2696"/>
          <pc:sldLayoutMkLst>
            <pc:docMk/>
            <pc:sldMasterMk cId="0" sldId="2147483648"/>
            <pc:sldLayoutMk cId="0" sldId="2147483657"/>
          </pc:sldLayoutMkLst>
        </pc:sldLayoutChg>
        <pc:sldLayoutChg chg="add del">
          <pc:chgData name="Miao YU" userId="671f1475-ae1b-420c-baab-3274552c745e" providerId="ADAL" clId="{3D98561E-F90A-5234-B4AE-8FE84CC8B302}" dt="2026-09-03T11:16:23.144" v="55" actId="2696"/>
          <pc:sldLayoutMkLst>
            <pc:docMk/>
            <pc:sldMasterMk cId="0" sldId="2147483648"/>
            <pc:sldLayoutMk cId="486259919" sldId="2147483658"/>
          </pc:sldLayoutMkLst>
        </pc:sldLayoutChg>
      </pc:sldMasterChg>
    </pc:docChg>
  </pc:docChgLst>
  <pc:docChgLst>
    <pc:chgData name="Prof. CHOW Andy" userId="S::andchow@um.cityu.edu.hk::fd10d0aa-82fe-46d1-80c3-84dff07809ee" providerId="AD" clId="Web-{69B3CC33-5747-B881-8843-B804965D1027}"/>
    <pc:docChg chg="modSld">
      <pc:chgData name="Prof. CHOW Andy" userId="S::andchow@um.cityu.edu.hk::fd10d0aa-82fe-46d1-80c3-84dff07809ee" providerId="AD" clId="Web-{69B3CC33-5747-B881-8843-B804965D1027}" dt="2026-08-30T16:01:36.168" v="17"/>
      <pc:docMkLst>
        <pc:docMk/>
      </pc:docMkLst>
      <pc:sldChg chg="addSp delSp modSp">
        <pc:chgData name="Prof. CHOW Andy" userId="S::andchow@um.cityu.edu.hk::fd10d0aa-82fe-46d1-80c3-84dff07809ee" providerId="AD" clId="Web-{69B3CC33-5747-B881-8843-B804965D1027}" dt="2026-08-30T16:01:36.168" v="17"/>
        <pc:sldMkLst>
          <pc:docMk/>
          <pc:sldMk cId="2938412517" sldId="257"/>
        </pc:sldMkLst>
      </pc:sldChg>
    </pc:docChg>
  </pc:docChgLst>
  <pc:docChgLst>
    <pc:chgData name="Miao YU" userId="S::miaoyu@um.cityu.edu.hk::671f1475-ae1b-420c-baab-3274552c745e" providerId="AD" clId="Web-{461BC985-FB1B-D92A-1CF0-93409F29B74F}"/>
    <pc:docChg chg="addSld delSld modSld sldOrd">
      <pc:chgData name="Miao YU" userId="S::miaoyu@um.cityu.edu.hk::671f1475-ae1b-420c-baab-3274552c745e" providerId="AD" clId="Web-{461BC985-FB1B-D92A-1CF0-93409F29B74F}" dt="2026-09-01T07:51:14.030" v="201"/>
      <pc:docMkLst>
        <pc:docMk/>
      </pc:docMkLst>
      <pc:sldChg chg="addSp delSp modSp">
        <pc:chgData name="Miao YU" userId="S::miaoyu@um.cityu.edu.hk::671f1475-ae1b-420c-baab-3274552c745e" providerId="AD" clId="Web-{461BC985-FB1B-D92A-1CF0-93409F29B74F}" dt="2026-09-01T07:10:50.310" v="134" actId="1076"/>
        <pc:sldMkLst>
          <pc:docMk/>
          <pc:sldMk cId="2938412517" sldId="258"/>
        </pc:sldMkLst>
        <pc:spChg chg="mod">
          <ac:chgData name="Miao YU" userId="S::miaoyu@um.cityu.edu.hk::671f1475-ae1b-420c-baab-3274552c745e" providerId="AD" clId="Web-{461BC985-FB1B-D92A-1CF0-93409F29B74F}" dt="2026-09-01T07:06:24.598" v="93" actId="1076"/>
          <ac:spMkLst>
            <pc:docMk/>
            <pc:sldMk cId="2938412517" sldId="258"/>
            <ac:spMk id="15" creationId="{AC192361-9437-4F95-9B42-1713FA69C26A}"/>
          </ac:spMkLst>
        </pc:spChg>
        <pc:spChg chg="mod">
          <ac:chgData name="Miao YU" userId="S::miaoyu@um.cityu.edu.hk::671f1475-ae1b-420c-baab-3274552c745e" providerId="AD" clId="Web-{461BC985-FB1B-D92A-1CF0-93409F29B74F}" dt="2026-09-01T07:06:28.426" v="94" actId="1076"/>
          <ac:spMkLst>
            <pc:docMk/>
            <pc:sldMk cId="2938412517" sldId="258"/>
            <ac:spMk id="17" creationId="{A8B20458-DBB0-419D-B4B6-8EC8E5755E55}"/>
          </ac:spMkLst>
        </pc:spChg>
        <pc:spChg chg="mod">
          <ac:chgData name="Miao YU" userId="S::miaoyu@um.cityu.edu.hk::671f1475-ae1b-420c-baab-3274552c745e" providerId="AD" clId="Web-{461BC985-FB1B-D92A-1CF0-93409F29B74F}" dt="2026-09-01T07:06:32.879" v="95" actId="1076"/>
          <ac:spMkLst>
            <pc:docMk/>
            <pc:sldMk cId="2938412517" sldId="258"/>
            <ac:spMk id="20" creationId="{DA92AC37-79E7-4CFC-B228-F467E590D162}"/>
          </ac:spMkLst>
        </pc:spChg>
        <pc:picChg chg="add mod">
          <ac:chgData name="Miao YU" userId="S::miaoyu@um.cityu.edu.hk::671f1475-ae1b-420c-baab-3274552c745e" providerId="AD" clId="Web-{461BC985-FB1B-D92A-1CF0-93409F29B74F}" dt="2026-09-01T07:06:51.692" v="101" actId="1076"/>
          <ac:picMkLst>
            <pc:docMk/>
            <pc:sldMk cId="2938412517" sldId="258"/>
            <ac:picMk id="3" creationId="{E03FA526-3E38-FE93-AE49-C9980A9E1CE5}"/>
          </ac:picMkLst>
        </pc:picChg>
        <pc:picChg chg="add mod">
          <ac:chgData name="Miao YU" userId="S::miaoyu@um.cityu.edu.hk::671f1475-ae1b-420c-baab-3274552c745e" providerId="AD" clId="Web-{461BC985-FB1B-D92A-1CF0-93409F29B74F}" dt="2026-09-01T07:07:01.521" v="103" actId="14100"/>
          <ac:picMkLst>
            <pc:docMk/>
            <pc:sldMk cId="2938412517" sldId="258"/>
            <ac:picMk id="5" creationId="{C3977F2F-A36D-4EB5-3726-7F0414406FC6}"/>
          </ac:picMkLst>
        </pc:picChg>
        <pc:picChg chg="add mod modCrop">
          <ac:chgData name="Miao YU" userId="S::miaoyu@um.cityu.edu.hk::671f1475-ae1b-420c-baab-3274552c745e" providerId="AD" clId="Web-{461BC985-FB1B-D92A-1CF0-93409F29B74F}" dt="2026-09-01T07:08:48.915" v="112" actId="1076"/>
          <ac:picMkLst>
            <pc:docMk/>
            <pc:sldMk cId="2938412517" sldId="258"/>
            <ac:picMk id="22" creationId="{906317B7-B74B-24BC-4336-6D43927F2B39}"/>
          </ac:picMkLst>
        </pc:picChg>
        <pc:picChg chg="add mod">
          <ac:chgData name="Miao YU" userId="S::miaoyu@um.cityu.edu.hk::671f1475-ae1b-420c-baab-3274552c745e" providerId="AD" clId="Web-{461BC985-FB1B-D92A-1CF0-93409F29B74F}" dt="2026-09-01T07:10:45.169" v="133" actId="1076"/>
          <ac:picMkLst>
            <pc:docMk/>
            <pc:sldMk cId="2938412517" sldId="258"/>
            <ac:picMk id="23" creationId="{1A154F87-2BEE-489C-6CCB-1892B516CAAE}"/>
          </ac:picMkLst>
        </pc:picChg>
        <pc:picChg chg="mod">
          <ac:chgData name="Miao YU" userId="S::miaoyu@um.cityu.edu.hk::671f1475-ae1b-420c-baab-3274552c745e" providerId="AD" clId="Web-{461BC985-FB1B-D92A-1CF0-93409F29B74F}" dt="2026-09-01T07:06:20.301" v="92" actId="1076"/>
          <ac:picMkLst>
            <pc:docMk/>
            <pc:sldMk cId="2938412517" sldId="258"/>
            <ac:picMk id="24" creationId="{00000000-0000-0000-0000-000000000000}"/>
          </ac:picMkLst>
        </pc:picChg>
        <pc:picChg chg="add mod">
          <ac:chgData name="Miao YU" userId="S::miaoyu@um.cityu.edu.hk::671f1475-ae1b-420c-baab-3274552c745e" providerId="AD" clId="Web-{461BC985-FB1B-D92A-1CF0-93409F29B74F}" dt="2026-09-01T07:10:50.310" v="134" actId="1076"/>
          <ac:picMkLst>
            <pc:docMk/>
            <pc:sldMk cId="2938412517" sldId="258"/>
            <ac:picMk id="25" creationId="{96EB8916-8D84-3E01-91C5-EF7C2A075E60}"/>
          </ac:picMkLst>
        </pc:picChg>
      </pc:sldChg>
      <pc:sldChg chg="modSp">
        <pc:chgData name="Miao YU" userId="S::miaoyu@um.cityu.edu.hk::671f1475-ae1b-420c-baab-3274552c745e" providerId="AD" clId="Web-{461BC985-FB1B-D92A-1CF0-93409F29B74F}" dt="2026-09-01T06:57:03.438" v="38" actId="20577"/>
        <pc:sldMkLst>
          <pc:docMk/>
          <pc:sldMk cId="2938412517" sldId="265"/>
        </pc:sldMkLst>
        <pc:spChg chg="mod">
          <ac:chgData name="Miao YU" userId="S::miaoyu@um.cityu.edu.hk::671f1475-ae1b-420c-baab-3274552c745e" providerId="AD" clId="Web-{461BC985-FB1B-D92A-1CF0-93409F29B74F}" dt="2026-09-01T06:52:28.820" v="14" actId="20577"/>
          <ac:spMkLst>
            <pc:docMk/>
            <pc:sldMk cId="2938412517" sldId="265"/>
            <ac:spMk id="6" creationId="{7538023F-5F61-4BF2-95E0-B81D287301DA}"/>
          </ac:spMkLst>
        </pc:spChg>
        <pc:spChg chg="mod">
          <ac:chgData name="Miao YU" userId="S::miaoyu@um.cityu.edu.hk::671f1475-ae1b-420c-baab-3274552c745e" providerId="AD" clId="Web-{461BC985-FB1B-D92A-1CF0-93409F29B74F}" dt="2026-09-01T06:57:03.438" v="38" actId="20577"/>
          <ac:spMkLst>
            <pc:docMk/>
            <pc:sldMk cId="2938412517" sldId="265"/>
            <ac:spMk id="8" creationId="{6B1FBF25-C74A-466D-847D-45589D06D126}"/>
          </ac:spMkLst>
        </pc:spChg>
      </pc:sldChg>
      <pc:sldChg chg="delSp modSp">
        <pc:chgData name="Miao YU" userId="S::miaoyu@um.cityu.edu.hk::671f1475-ae1b-420c-baab-3274552c745e" providerId="AD" clId="Web-{461BC985-FB1B-D92A-1CF0-93409F29B74F}" dt="2026-09-01T07:00:25.758" v="81" actId="1076"/>
        <pc:sldMkLst>
          <pc:docMk/>
          <pc:sldMk cId="2938412517" sldId="267"/>
        </pc:sldMkLst>
        <pc:spChg chg="mod">
          <ac:chgData name="Miao YU" userId="S::miaoyu@um.cityu.edu.hk::671f1475-ae1b-420c-baab-3274552c745e" providerId="AD" clId="Web-{461BC985-FB1B-D92A-1CF0-93409F29B74F}" dt="2026-09-01T06:59:05.333" v="65" actId="1076"/>
          <ac:spMkLst>
            <pc:docMk/>
            <pc:sldMk cId="2938412517" sldId="267"/>
            <ac:spMk id="6" creationId="{7472E3EA-3427-43F4-81B0-1D2201C3B643}"/>
          </ac:spMkLst>
        </pc:spChg>
        <pc:spChg chg="mod">
          <ac:chgData name="Miao YU" userId="S::miaoyu@um.cityu.edu.hk::671f1475-ae1b-420c-baab-3274552c745e" providerId="AD" clId="Web-{461BC985-FB1B-D92A-1CF0-93409F29B74F}" dt="2026-09-01T06:59:11.693" v="67" actId="20577"/>
          <ac:spMkLst>
            <pc:docMk/>
            <pc:sldMk cId="2938412517" sldId="267"/>
            <ac:spMk id="7" creationId="{009FF981-5125-4376-B64A-9D2C7631A586}"/>
          </ac:spMkLst>
        </pc:spChg>
        <pc:spChg chg="mod">
          <ac:chgData name="Miao YU" userId="S::miaoyu@um.cityu.edu.hk::671f1475-ae1b-420c-baab-3274552c745e" providerId="AD" clId="Web-{461BC985-FB1B-D92A-1CF0-93409F29B74F}" dt="2026-09-01T07:00:20.539" v="80"/>
          <ac:spMkLst>
            <pc:docMk/>
            <pc:sldMk cId="2938412517" sldId="267"/>
            <ac:spMk id="9" creationId="{458E72DA-DD8C-4358-894B-A4E5B556F3F1}"/>
          </ac:spMkLst>
        </pc:spChg>
        <pc:spChg chg="mod">
          <ac:chgData name="Miao YU" userId="S::miaoyu@um.cityu.edu.hk::671f1475-ae1b-420c-baab-3274552c745e" providerId="AD" clId="Web-{461BC985-FB1B-D92A-1CF0-93409F29B74F}" dt="2026-09-01T07:00:25.758" v="81" actId="1076"/>
          <ac:spMkLst>
            <pc:docMk/>
            <pc:sldMk cId="2938412517" sldId="267"/>
            <ac:spMk id="10" creationId="{EB767001-BC9B-49C9-BB4B-8316AB885CD8}"/>
          </ac:spMkLst>
        </pc:spChg>
      </pc:sldChg>
      <pc:sldChg chg="modSp">
        <pc:chgData name="Miao YU" userId="S::miaoyu@um.cityu.edu.hk::671f1475-ae1b-420c-baab-3274552c745e" providerId="AD" clId="Web-{461BC985-FB1B-D92A-1CF0-93409F29B74F}" dt="2026-09-01T06:41:30.845" v="4"/>
        <pc:sldMkLst>
          <pc:docMk/>
          <pc:sldMk cId="1249779245" sldId="366"/>
        </pc:sldMkLst>
        <pc:spChg chg="mod">
          <ac:chgData name="Miao YU" userId="S::miaoyu@um.cityu.edu.hk::671f1475-ae1b-420c-baab-3274552c745e" providerId="AD" clId="Web-{461BC985-FB1B-D92A-1CF0-93409F29B74F}" dt="2026-09-01T06:41:30.845" v="4"/>
          <ac:spMkLst>
            <pc:docMk/>
            <pc:sldMk cId="1249779245" sldId="366"/>
            <ac:spMk id="3" creationId="{6E77C14D-B432-F462-A2BE-7000B53C11E4}"/>
          </ac:spMkLst>
        </pc:spChg>
      </pc:sldChg>
    </pc:docChg>
  </pc:docChgLst>
  <pc:docChgLst>
    <pc:chgData name="Miao YU" userId="S::miaoyu@um.cityu.edu.hk::671f1475-ae1b-420c-baab-3274552c745e" providerId="AD" clId="Web-{18AD8ACD-72EF-DE02-D48F-9ED53F60F3BC}"/>
    <pc:docChg chg="delSld modSld sldOrd">
      <pc:chgData name="Miao YU" userId="S::miaoyu@um.cityu.edu.hk::671f1475-ae1b-420c-baab-3274552c745e" providerId="AD" clId="Web-{18AD8ACD-72EF-DE02-D48F-9ED53F60F3BC}" dt="2026-09-02T01:14:41.081" v="30"/>
      <pc:docMkLst>
        <pc:docMk/>
      </pc:docMkLst>
    </pc:docChg>
  </pc:docChgLst>
  <pc:docChgLst>
    <pc:chgData name="Miao YU" userId="S::miaoyu@um.cityu.edu.hk::671f1475-ae1b-420c-baab-3274552c745e" providerId="AD" clId="Web-{494799B4-D3BC-1722-BC03-6C11D68F870D}"/>
    <pc:docChg chg="modSld">
      <pc:chgData name="Miao YU" userId="S::miaoyu@um.cityu.edu.hk::671f1475-ae1b-420c-baab-3274552c745e" providerId="AD" clId="Web-{494799B4-D3BC-1722-BC03-6C11D68F870D}" dt="2026-08-31T09:03:14.142" v="8" actId="20577"/>
      <pc:docMkLst>
        <pc:docMk/>
      </pc:docMkLst>
      <pc:sldChg chg="modSp">
        <pc:chgData name="Miao YU" userId="S::miaoyu@um.cityu.edu.hk::671f1475-ae1b-420c-baab-3274552c745e" providerId="AD" clId="Web-{494799B4-D3BC-1722-BC03-6C11D68F870D}" dt="2026-08-31T09:03:14.142" v="8" actId="20577"/>
        <pc:sldMkLst>
          <pc:docMk/>
          <pc:sldMk cId="2938412517" sldId="265"/>
        </pc:sldMkLst>
        <pc:spChg chg="mod">
          <ac:chgData name="Miao YU" userId="S::miaoyu@um.cityu.edu.hk::671f1475-ae1b-420c-baab-3274552c745e" providerId="AD" clId="Web-{494799B4-D3BC-1722-BC03-6C11D68F870D}" dt="2026-08-31T09:03:14.142" v="8" actId="20577"/>
          <ac:spMkLst>
            <pc:docMk/>
            <pc:sldMk cId="2938412517" sldId="265"/>
            <ac:spMk id="8" creationId="{6B1FBF25-C74A-466D-847D-45589D06D126}"/>
          </ac:spMkLst>
        </pc:spChg>
        <pc:spChg chg="mod">
          <ac:chgData name="Miao YU" userId="S::miaoyu@um.cityu.edu.hk::671f1475-ae1b-420c-baab-3274552c745e" providerId="AD" clId="Web-{494799B4-D3BC-1722-BC03-6C11D68F870D}" dt="2026-08-31T09:02:53.844" v="0" actId="20577"/>
          <ac:spMkLst>
            <pc:docMk/>
            <pc:sldMk cId="2938412517" sldId="265"/>
            <ac:spMk id="10" creationId="{BB49FDE3-AC0B-4DD0-8E4E-152F39BEDB31}"/>
          </ac:spMkLst>
        </pc:spChg>
      </pc:sldChg>
    </pc:docChg>
  </pc:docChgLst>
  <pc:docChgLst>
    <pc:chgData name="zhanyeli2-c" userId="S::zhanyeli2-c_my.cityu.edu.hk#ext#@beaverton.onmicrosoft.com::7386155b-9b93-4288-a60c-98e906cd7e3e" providerId="AD" clId="Web-{00000000-0000-0000-0000-000000000000}"/>
    <pc:docChg chg="modSld">
      <pc:chgData name="zhanyeli2-c" userId="S::zhanyeli2-c_my.cityu.edu.hk#ext#@beaverton.onmicrosoft.com::7386155b-9b93-4288-a60c-98e906cd7e3e" providerId="AD" clId="Web-{00000000-0000-0000-0000-000000000000}" dt="2026-08-28T03:26:54.310" v="3" actId="1076"/>
      <pc:docMkLst>
        <pc:docMk/>
      </pc:docMkLst>
      <pc:sldChg chg="addSp modSp">
        <pc:chgData name="zhanyeli2-c" userId="S::zhanyeli2-c_my.cityu.edu.hk#ext#@beaverton.onmicrosoft.com::7386155b-9b93-4288-a60c-98e906cd7e3e" providerId="AD" clId="Web-{00000000-0000-0000-0000-000000000000}" dt="2026-08-28T03:26:54.310" v="3" actId="1076"/>
        <pc:sldMkLst>
          <pc:docMk/>
          <pc:sldMk cId="2938412517" sldId="259"/>
        </pc:sldMkLst>
        <pc:picChg chg="add mod">
          <ac:chgData name="zhanyeli2-c" userId="S::zhanyeli2-c_my.cityu.edu.hk#ext#@beaverton.onmicrosoft.com::7386155b-9b93-4288-a60c-98e906cd7e3e" providerId="AD" clId="Web-{00000000-0000-0000-0000-000000000000}" dt="2026-08-28T03:26:54.310" v="3" actId="1076"/>
          <ac:picMkLst>
            <pc:docMk/>
            <pc:sldMk cId="2938412517" sldId="259"/>
            <ac:picMk id="2" creationId="{51DB1CFF-29DB-D84F-E4CC-BB0EF6CB57F3}"/>
          </ac:picMkLst>
        </pc:picChg>
      </pc:sldChg>
    </pc:docChg>
  </pc:docChgLst>
  <pc:docChgLst>
    <pc:chgData name="Miao YU" userId="S::miaoyu@um.cityu.edu.hk::671f1475-ae1b-420c-baab-3274552c745e" providerId="AD" clId="Web-{8E78FCE5-7BFF-5B34-0B22-4BD5274B7D46}"/>
    <pc:docChg chg="modSld">
      <pc:chgData name="Miao YU" userId="S::miaoyu@um.cityu.edu.hk::671f1475-ae1b-420c-baab-3274552c745e" providerId="AD" clId="Web-{8E78FCE5-7BFF-5B34-0B22-4BD5274B7D46}" dt="2026-09-03T10:03:39.850" v="9" actId="20577"/>
      <pc:docMkLst>
        <pc:docMk/>
      </pc:docMkLst>
      <pc:sldChg chg="modSp">
        <pc:chgData name="Miao YU" userId="S::miaoyu@um.cityu.edu.hk::671f1475-ae1b-420c-baab-3274552c745e" providerId="AD" clId="Web-{8E78FCE5-7BFF-5B34-0B22-4BD5274B7D46}" dt="2026-09-03T10:03:39.850" v="9" actId="20577"/>
        <pc:sldMkLst>
          <pc:docMk/>
          <pc:sldMk cId="1249779245" sldId="366"/>
        </pc:sldMkLst>
        <pc:spChg chg="mod">
          <ac:chgData name="Miao YU" userId="S::miaoyu@um.cityu.edu.hk::671f1475-ae1b-420c-baab-3274552c745e" providerId="AD" clId="Web-{8E78FCE5-7BFF-5B34-0B22-4BD5274B7D46}" dt="2026-09-03T10:03:39.850" v="9" actId="20577"/>
          <ac:spMkLst>
            <pc:docMk/>
            <pc:sldMk cId="1249779245" sldId="366"/>
            <ac:spMk id="3" creationId="{6E77C14D-B432-F462-A2BE-7000B53C11E4}"/>
          </ac:spMkLst>
        </pc:spChg>
      </pc:sldChg>
    </pc:docChg>
  </pc:docChgLst>
  <pc:docChgLst>
    <pc:chgData name="Miao YU" userId="S::miaoyu@um.cityu.edu.hk::671f1475-ae1b-420c-baab-3274552c745e" providerId="AD" clId="Web-{3B45AD82-630F-38AC-64C4-524F61FDDB1D}"/>
    <pc:docChg chg="modSld">
      <pc:chgData name="Miao YU" userId="S::miaoyu@um.cityu.edu.hk::671f1475-ae1b-420c-baab-3274552c745e" providerId="AD" clId="Web-{3B45AD82-630F-38AC-64C4-524F61FDDB1D}" dt="2026-09-04T07:25:52.211" v="49"/>
      <pc:docMkLst>
        <pc:docMk/>
      </pc:docMkLst>
      <pc:sldChg chg="modSp">
        <pc:chgData name="Miao YU" userId="S::miaoyu@um.cityu.edu.hk::671f1475-ae1b-420c-baab-3274552c745e" providerId="AD" clId="Web-{3B45AD82-630F-38AC-64C4-524F61FDDB1D}" dt="2026-09-04T06:38:05.108" v="3" actId="20577"/>
        <pc:sldMkLst>
          <pc:docMk/>
          <pc:sldMk cId="1249779245" sldId="366"/>
        </pc:sldMkLst>
        <pc:spChg chg="mod">
          <ac:chgData name="Miao YU" userId="S::miaoyu@um.cityu.edu.hk::671f1475-ae1b-420c-baab-3274552c745e" providerId="AD" clId="Web-{3B45AD82-630F-38AC-64C4-524F61FDDB1D}" dt="2026-09-04T06:38:05.108" v="3" actId="20577"/>
          <ac:spMkLst>
            <pc:docMk/>
            <pc:sldMk cId="1249779245" sldId="366"/>
            <ac:spMk id="3" creationId="{6E77C14D-B432-F462-A2BE-7000B53C11E4}"/>
          </ac:spMkLst>
        </pc:spChg>
      </pc:sldChg>
      <pc:sldChg chg="addSp modSp">
        <pc:chgData name="Miao YU" userId="S::miaoyu@um.cityu.edu.hk::671f1475-ae1b-420c-baab-3274552c745e" providerId="AD" clId="Web-{3B45AD82-630F-38AC-64C4-524F61FDDB1D}" dt="2026-09-04T07:25:52.211" v="49"/>
        <pc:sldMkLst>
          <pc:docMk/>
          <pc:sldMk cId="2698380828" sldId="506"/>
        </pc:sldMkLst>
        <pc:spChg chg="add mod">
          <ac:chgData name="Miao YU" userId="S::miaoyu@um.cityu.edu.hk::671f1475-ae1b-420c-baab-3274552c745e" providerId="AD" clId="Web-{3B45AD82-630F-38AC-64C4-524F61FDDB1D}" dt="2026-09-04T07:16:18.512" v="9" actId="1076"/>
          <ac:spMkLst>
            <pc:docMk/>
            <pc:sldMk cId="2698380828" sldId="506"/>
            <ac:spMk id="2" creationId="{55A1F652-C1B1-9DC1-60B5-B8352BD722BF}"/>
          </ac:spMkLst>
        </pc:spChg>
        <pc:spChg chg="add mod">
          <ac:chgData name="Miao YU" userId="S::miaoyu@um.cityu.edu.hk::671f1475-ae1b-420c-baab-3274552c745e" providerId="AD" clId="Web-{3B45AD82-630F-38AC-64C4-524F61FDDB1D}" dt="2026-09-04T07:16:41.137" v="14"/>
          <ac:spMkLst>
            <pc:docMk/>
            <pc:sldMk cId="2698380828" sldId="506"/>
            <ac:spMk id="3" creationId="{499C15FF-5255-DD5B-1E29-D0AE88B1321E}"/>
          </ac:spMkLst>
        </pc:spChg>
        <pc:spChg chg="mod">
          <ac:chgData name="Miao YU" userId="S::miaoyu@um.cityu.edu.hk::671f1475-ae1b-420c-baab-3274552c745e" providerId="AD" clId="Web-{3B45AD82-630F-38AC-64C4-524F61FDDB1D}" dt="2026-09-04T07:21:11.252" v="43" actId="1076"/>
          <ac:spMkLst>
            <pc:docMk/>
            <pc:sldMk cId="2698380828" sldId="506"/>
            <ac:spMk id="7" creationId="{7DDFE2B8-143B-4C5D-BE17-B27F0495F247}"/>
          </ac:spMkLst>
        </pc:spChg>
        <pc:spChg chg="mod">
          <ac:chgData name="Miao YU" userId="S::miaoyu@um.cityu.edu.hk::671f1475-ae1b-420c-baab-3274552c745e" providerId="AD" clId="Web-{3B45AD82-630F-38AC-64C4-524F61FDDB1D}" dt="2026-09-04T07:20:57.767" v="41" actId="1076"/>
          <ac:spMkLst>
            <pc:docMk/>
            <pc:sldMk cId="2698380828" sldId="506"/>
            <ac:spMk id="9" creationId="{911EAB90-4CFE-47B9-A5D8-168D8B57EE65}"/>
          </ac:spMkLst>
        </pc:spChg>
        <pc:spChg chg="mod">
          <ac:chgData name="Miao YU" userId="S::miaoyu@um.cityu.edu.hk::671f1475-ae1b-420c-baab-3274552c745e" providerId="AD" clId="Web-{3B45AD82-630F-38AC-64C4-524F61FDDB1D}" dt="2026-09-04T07:20:50.345" v="39" actId="1076"/>
          <ac:spMkLst>
            <pc:docMk/>
            <pc:sldMk cId="2698380828" sldId="506"/>
            <ac:spMk id="10" creationId="{212C9889-744D-462A-9C4E-659C99AFD78B}"/>
          </ac:spMkLst>
        </pc:spChg>
        <pc:spChg chg="mod">
          <ac:chgData name="Miao YU" userId="S::miaoyu@um.cityu.edu.hk::671f1475-ae1b-420c-baab-3274552c745e" providerId="AD" clId="Web-{3B45AD82-630F-38AC-64C4-524F61FDDB1D}" dt="2026-09-04T07:21:44.284" v="45" actId="1076"/>
          <ac:spMkLst>
            <pc:docMk/>
            <pc:sldMk cId="2698380828" sldId="506"/>
            <ac:spMk id="11" creationId="{C38F841B-2043-4372-B711-E6AEA8FF956F}"/>
          </ac:spMkLst>
        </pc:spChg>
        <pc:spChg chg="add mod">
          <ac:chgData name="Miao YU" userId="S::miaoyu@um.cityu.edu.hk::671f1475-ae1b-420c-baab-3274552c745e" providerId="AD" clId="Web-{3B45AD82-630F-38AC-64C4-524F61FDDB1D}" dt="2026-09-04T07:20:45.001" v="37" actId="1076"/>
          <ac:spMkLst>
            <pc:docMk/>
            <pc:sldMk cId="2698380828" sldId="506"/>
            <ac:spMk id="12" creationId="{482D515F-BD5E-1989-B7BA-9AD8B968DF06}"/>
          </ac:spMkLst>
        </pc:spChg>
        <pc:picChg chg="add mod">
          <ac:chgData name="Miao YU" userId="S::miaoyu@um.cityu.edu.hk::671f1475-ae1b-420c-baab-3274552c745e" providerId="AD" clId="Web-{3B45AD82-630F-38AC-64C4-524F61FDDB1D}" dt="2026-09-04T07:25:06.866" v="48"/>
          <ac:picMkLst>
            <pc:docMk/>
            <pc:sldMk cId="2698380828" sldId="506"/>
            <ac:picMk id="17" creationId="{0C34F2A9-041A-1DDC-CB5A-1510FA2DCE92}"/>
          </ac:picMkLst>
        </pc:picChg>
        <pc:picChg chg="add mod">
          <ac:chgData name="Miao YU" userId="S::miaoyu@um.cityu.edu.hk::671f1475-ae1b-420c-baab-3274552c745e" providerId="AD" clId="Web-{3B45AD82-630F-38AC-64C4-524F61FDDB1D}" dt="2026-09-04T07:25:52.211" v="49"/>
          <ac:picMkLst>
            <pc:docMk/>
            <pc:sldMk cId="2698380828" sldId="506"/>
            <ac:picMk id="19" creationId="{2A444CDE-31DD-4F72-5039-1035D9499295}"/>
          </ac:picMkLst>
        </pc:picChg>
        <pc:cxnChg chg="add mod">
          <ac:chgData name="Miao YU" userId="S::miaoyu@um.cityu.edu.hk::671f1475-ae1b-420c-baab-3274552c745e" providerId="AD" clId="Web-{3B45AD82-630F-38AC-64C4-524F61FDDB1D}" dt="2026-09-04T07:17:10.091" v="21" actId="14100"/>
          <ac:cxnSpMkLst>
            <pc:docMk/>
            <pc:sldMk cId="2698380828" sldId="506"/>
            <ac:cxnSpMk id="13" creationId="{9EF65D76-B2CE-294C-A2FA-EE19DFDA0BC9}"/>
          </ac:cxnSpMkLst>
        </pc:cxnChg>
        <pc:cxnChg chg="add mod">
          <ac:chgData name="Miao YU" userId="S::miaoyu@um.cityu.edu.hk::671f1475-ae1b-420c-baab-3274552c745e" providerId="AD" clId="Web-{3B45AD82-630F-38AC-64C4-524F61FDDB1D}" dt="2026-09-04T07:18:00.639" v="32" actId="14100"/>
          <ac:cxnSpMkLst>
            <pc:docMk/>
            <pc:sldMk cId="2698380828" sldId="506"/>
            <ac:cxnSpMk id="14" creationId="{75D9569F-E120-7006-D40F-628B7EB2FB22}"/>
          </ac:cxnSpMkLst>
        </pc:cxnChg>
        <pc:cxnChg chg="add mod">
          <ac:chgData name="Miao YU" userId="S::miaoyu@um.cityu.edu.hk::671f1475-ae1b-420c-baab-3274552c745e" providerId="AD" clId="Web-{3B45AD82-630F-38AC-64C4-524F61FDDB1D}" dt="2026-09-04T07:18:18.936" v="36" actId="14100"/>
          <ac:cxnSpMkLst>
            <pc:docMk/>
            <pc:sldMk cId="2698380828" sldId="506"/>
            <ac:cxnSpMk id="15" creationId="{6C13950C-A92A-83E6-9D56-8635814F101A}"/>
          </ac:cxnSpMkLst>
        </pc:cxnChg>
        <pc:cxnChg chg="mod">
          <ac:chgData name="Miao YU" userId="S::miaoyu@um.cityu.edu.hk::671f1475-ae1b-420c-baab-3274552c745e" providerId="AD" clId="Web-{3B45AD82-630F-38AC-64C4-524F61FDDB1D}" dt="2026-09-04T07:21:44.284" v="45" actId="1076"/>
          <ac:cxnSpMkLst>
            <pc:docMk/>
            <pc:sldMk cId="2698380828" sldId="506"/>
            <ac:cxnSpMk id="29" creationId="{00000000-0000-0000-0000-000000000000}"/>
          </ac:cxnSpMkLst>
        </pc:cxnChg>
        <pc:cxnChg chg="mod">
          <ac:chgData name="Miao YU" userId="S::miaoyu@um.cityu.edu.hk::671f1475-ae1b-420c-baab-3274552c745e" providerId="AD" clId="Web-{3B45AD82-630F-38AC-64C4-524F61FDDB1D}" dt="2026-09-04T07:21:58.659" v="47" actId="14100"/>
          <ac:cxnSpMkLst>
            <pc:docMk/>
            <pc:sldMk cId="2698380828" sldId="506"/>
            <ac:cxnSpMk id="30" creationId="{00000000-0000-0000-0000-000000000000}"/>
          </ac:cxnSpMkLst>
        </pc:cxnChg>
        <pc:cxnChg chg="mod">
          <ac:chgData name="Miao YU" userId="S::miaoyu@um.cityu.edu.hk::671f1475-ae1b-420c-baab-3274552c745e" providerId="AD" clId="Web-{3B45AD82-630F-38AC-64C4-524F61FDDB1D}" dt="2026-09-04T07:21:51.612" v="46" actId="14100"/>
          <ac:cxnSpMkLst>
            <pc:docMk/>
            <pc:sldMk cId="2698380828" sldId="506"/>
            <ac:cxnSpMk id="31" creationId="{00000000-0000-0000-0000-000000000000}"/>
          </ac:cxnSpMkLst>
        </pc:cxnChg>
        <pc:cxnChg chg="mod">
          <ac:chgData name="Miao YU" userId="S::miaoyu@um.cityu.edu.hk::671f1475-ae1b-420c-baab-3274552c745e" providerId="AD" clId="Web-{3B45AD82-630F-38AC-64C4-524F61FDDB1D}" dt="2026-09-04T07:20:53.642" v="40" actId="14100"/>
          <ac:cxnSpMkLst>
            <pc:docMk/>
            <pc:sldMk cId="2698380828" sldId="506"/>
            <ac:cxnSpMk id="32" creationId="{00000000-0000-0000-0000-000000000000}"/>
          </ac:cxnSpMkLst>
        </pc:cxnChg>
        <pc:cxnChg chg="mod">
          <ac:chgData name="Miao YU" userId="S::miaoyu@um.cityu.edu.hk::671f1475-ae1b-420c-baab-3274552c745e" providerId="AD" clId="Web-{3B45AD82-630F-38AC-64C4-524F61FDDB1D}" dt="2026-09-04T07:21:44.284" v="45" actId="1076"/>
          <ac:cxnSpMkLst>
            <pc:docMk/>
            <pc:sldMk cId="2698380828" sldId="506"/>
            <ac:cxnSpMk id="34" creationId="{00000000-0000-0000-0000-000000000000}"/>
          </ac:cxnSpMkLst>
        </pc:cxnChg>
      </pc:sldChg>
    </pc:docChg>
  </pc:docChgLst>
  <pc:docChgLst>
    <pc:chgData name="Miao YU" userId="S::miaoyu@um.cityu.edu.hk::671f1475-ae1b-420c-baab-3274552c745e" providerId="AD" clId="Web-{454FF57B-EF66-56E1-24BE-24E09DC9CF9E}"/>
    <pc:docChg chg="delSld modSld">
      <pc:chgData name="Miao YU" userId="S::miaoyu@um.cityu.edu.hk::671f1475-ae1b-420c-baab-3274552c745e" providerId="AD" clId="Web-{454FF57B-EF66-56E1-24BE-24E09DC9CF9E}" dt="2026-09-02T08:32:00.941" v="76" actId="20577"/>
      <pc:docMkLst>
        <pc:docMk/>
      </pc:docMkLst>
      <pc:sldChg chg="modSp">
        <pc:chgData name="Miao YU" userId="S::miaoyu@um.cityu.edu.hk::671f1475-ae1b-420c-baab-3274552c745e" providerId="AD" clId="Web-{454FF57B-EF66-56E1-24BE-24E09DC9CF9E}" dt="2026-09-02T08:32:00.941" v="76" actId="20577"/>
        <pc:sldMkLst>
          <pc:docMk/>
          <pc:sldMk cId="1249779245" sldId="366"/>
        </pc:sldMkLst>
        <pc:spChg chg="mod">
          <ac:chgData name="Miao YU" userId="S::miaoyu@um.cityu.edu.hk::671f1475-ae1b-420c-baab-3274552c745e" providerId="AD" clId="Web-{454FF57B-EF66-56E1-24BE-24E09DC9CF9E}" dt="2026-09-02T08:32:00.941" v="76" actId="20577"/>
          <ac:spMkLst>
            <pc:docMk/>
            <pc:sldMk cId="1249779245" sldId="366"/>
            <ac:spMk id="3" creationId="{6E77C14D-B432-F462-A2BE-7000B53C11E4}"/>
          </ac:spMkLst>
        </pc:spChg>
      </pc:sldChg>
    </pc:docChg>
  </pc:docChgLst>
  <pc:docChgLst>
    <pc:chgData name="Miao YU" userId="S::miaoyu@um.cityu.edu.hk::671f1475-ae1b-420c-baab-3274552c745e" providerId="AD" clId="Web-{79F9CA45-73C4-00D2-D7AF-4D7D5D2FC00E}"/>
    <pc:docChg chg="addSld delSld">
      <pc:chgData name="Miao YU" userId="S::miaoyu@um.cityu.edu.hk::671f1475-ae1b-420c-baab-3274552c745e" providerId="AD" clId="Web-{79F9CA45-73C4-00D2-D7AF-4D7D5D2FC00E}" dt="2026-09-03T13:05:25.359" v="18"/>
      <pc:docMkLst>
        <pc:docMk/>
      </pc:docMkLst>
      <pc:sldChg chg="add">
        <pc:chgData name="Miao YU" userId="S::miaoyu@um.cityu.edu.hk::671f1475-ae1b-420c-baab-3274552c745e" providerId="AD" clId="Web-{79F9CA45-73C4-00D2-D7AF-4D7D5D2FC00E}" dt="2026-09-03T12:51:34.323" v="0"/>
        <pc:sldMkLst>
          <pc:docMk/>
          <pc:sldMk cId="3978278846" sldId="342"/>
        </pc:sldMkLst>
      </pc:sldChg>
      <pc:sldChg chg="add">
        <pc:chgData name="Miao YU" userId="S::miaoyu@um.cityu.edu.hk::671f1475-ae1b-420c-baab-3274552c745e" providerId="AD" clId="Web-{79F9CA45-73C4-00D2-D7AF-4D7D5D2FC00E}" dt="2026-09-03T12:51:34.479" v="1"/>
        <pc:sldMkLst>
          <pc:docMk/>
          <pc:sldMk cId="462386430" sldId="343"/>
        </pc:sldMkLst>
      </pc:sldChg>
      <pc:sldChg chg="add del">
        <pc:chgData name="Miao YU" userId="S::miaoyu@um.cityu.edu.hk::671f1475-ae1b-420c-baab-3274552c745e" providerId="AD" clId="Web-{79F9CA45-73C4-00D2-D7AF-4D7D5D2FC00E}" dt="2026-09-03T12:59:16.780" v="15"/>
        <pc:sldMkLst>
          <pc:docMk/>
          <pc:sldMk cId="3694210568" sldId="346"/>
        </pc:sldMkLst>
      </pc:sldChg>
      <pc:sldChg chg="add del">
        <pc:chgData name="Miao YU" userId="S::miaoyu@um.cityu.edu.hk::671f1475-ae1b-420c-baab-3274552c745e" providerId="AD" clId="Web-{79F9CA45-73C4-00D2-D7AF-4D7D5D2FC00E}" dt="2026-09-03T13:05:25.359" v="17"/>
        <pc:sldMkLst>
          <pc:docMk/>
          <pc:sldMk cId="772135644" sldId="347"/>
        </pc:sldMkLst>
      </pc:sldChg>
      <pc:sldChg chg="add del">
        <pc:chgData name="Miao YU" userId="S::miaoyu@um.cityu.edu.hk::671f1475-ae1b-420c-baab-3274552c745e" providerId="AD" clId="Web-{79F9CA45-73C4-00D2-D7AF-4D7D5D2FC00E}" dt="2026-09-03T12:59:50.266" v="16"/>
        <pc:sldMkLst>
          <pc:docMk/>
          <pc:sldMk cId="2325589052" sldId="348"/>
        </pc:sldMkLst>
      </pc:sldChg>
      <pc:sldChg chg="add">
        <pc:chgData name="Miao YU" userId="S::miaoyu@um.cityu.edu.hk::671f1475-ae1b-420c-baab-3274552c745e" providerId="AD" clId="Web-{79F9CA45-73C4-00D2-D7AF-4D7D5D2FC00E}" dt="2026-09-03T12:51:35.776" v="7"/>
        <pc:sldMkLst>
          <pc:docMk/>
          <pc:sldMk cId="3762851020" sldId="349"/>
        </pc:sldMkLst>
      </pc:sldChg>
      <pc:sldChg chg="add">
        <pc:chgData name="Miao YU" userId="S::miaoyu@um.cityu.edu.hk::671f1475-ae1b-420c-baab-3274552c745e" providerId="AD" clId="Web-{79F9CA45-73C4-00D2-D7AF-4D7D5D2FC00E}" dt="2026-09-03T12:51:35.917" v="8"/>
        <pc:sldMkLst>
          <pc:docMk/>
          <pc:sldMk cId="2006348970" sldId="350"/>
        </pc:sldMkLst>
      </pc:sldChg>
      <pc:sldChg chg="add">
        <pc:chgData name="Miao YU" userId="S::miaoyu@um.cityu.edu.hk::671f1475-ae1b-420c-baab-3274552c745e" providerId="AD" clId="Web-{79F9CA45-73C4-00D2-D7AF-4D7D5D2FC00E}" dt="2026-09-03T12:51:36.073" v="9"/>
        <pc:sldMkLst>
          <pc:docMk/>
          <pc:sldMk cId="627660024" sldId="351"/>
        </pc:sldMkLst>
      </pc:sldChg>
      <pc:sldChg chg="del">
        <pc:chgData name="Miao YU" userId="S::miaoyu@um.cityu.edu.hk::671f1475-ae1b-420c-baab-3274552c745e" providerId="AD" clId="Web-{79F9CA45-73C4-00D2-D7AF-4D7D5D2FC00E}" dt="2026-09-03T12:51:53.089" v="14"/>
        <pc:sldMkLst>
          <pc:docMk/>
          <pc:sldMk cId="1884965844" sldId="367"/>
        </pc:sldMkLst>
      </pc:sldChg>
      <pc:sldChg chg="del">
        <pc:chgData name="Miao YU" userId="S::miaoyu@um.cityu.edu.hk::671f1475-ae1b-420c-baab-3274552c745e" providerId="AD" clId="Web-{79F9CA45-73C4-00D2-D7AF-4D7D5D2FC00E}" dt="2026-09-03T12:51:53.075" v="13"/>
        <pc:sldMkLst>
          <pc:docMk/>
          <pc:sldMk cId="651433780" sldId="450"/>
        </pc:sldMkLst>
      </pc:sldChg>
      <pc:sldChg chg="del">
        <pc:chgData name="Miao YU" userId="S::miaoyu@um.cityu.edu.hk::671f1475-ae1b-420c-baab-3274552c745e" providerId="AD" clId="Web-{79F9CA45-73C4-00D2-D7AF-4D7D5D2FC00E}" dt="2026-09-03T12:51:53.075" v="12"/>
        <pc:sldMkLst>
          <pc:docMk/>
          <pc:sldMk cId="3762851020" sldId="451"/>
        </pc:sldMkLst>
      </pc:sldChg>
      <pc:sldChg chg="del">
        <pc:chgData name="Miao YU" userId="S::miaoyu@um.cityu.edu.hk::671f1475-ae1b-420c-baab-3274552c745e" providerId="AD" clId="Web-{79F9CA45-73C4-00D2-D7AF-4D7D5D2FC00E}" dt="2026-09-03T12:51:53.075" v="11"/>
        <pc:sldMkLst>
          <pc:docMk/>
          <pc:sldMk cId="569439328" sldId="452"/>
        </pc:sldMkLst>
      </pc:sldChg>
      <pc:sldChg chg="del">
        <pc:chgData name="Miao YU" userId="S::miaoyu@um.cityu.edu.hk::671f1475-ae1b-420c-baab-3274552c745e" providerId="AD" clId="Web-{79F9CA45-73C4-00D2-D7AF-4D7D5D2FC00E}" dt="2026-09-03T12:51:53.075" v="10"/>
        <pc:sldMkLst>
          <pc:docMk/>
          <pc:sldMk cId="627660024" sldId="453"/>
        </pc:sldMkLst>
      </pc:sldChg>
      <pc:sldChg chg="add">
        <pc:chgData name="Miao YU" userId="S::miaoyu@um.cityu.edu.hk::671f1475-ae1b-420c-baab-3274552c745e" providerId="AD" clId="Web-{79F9CA45-73C4-00D2-D7AF-4D7D5D2FC00E}" dt="2026-09-03T12:51:34.854" v="2"/>
        <pc:sldMkLst>
          <pc:docMk/>
          <pc:sldMk cId="8390241" sldId="456"/>
        </pc:sldMkLst>
      </pc:sldChg>
      <pc:sldChg chg="add del">
        <pc:chgData name="Miao YU" userId="S::miaoyu@um.cityu.edu.hk::671f1475-ae1b-420c-baab-3274552c745e" providerId="AD" clId="Web-{79F9CA45-73C4-00D2-D7AF-4D7D5D2FC00E}" dt="2026-09-03T13:05:25.359" v="18"/>
        <pc:sldMkLst>
          <pc:docMk/>
          <pc:sldMk cId="734511251" sldId="457"/>
        </pc:sldMkLst>
      </pc:sldChg>
    </pc:docChg>
  </pc:docChgLst>
  <pc:docChgLst>
    <pc:chgData name="ZHOU Ningzhe" userId="S::ningzhe.zhou_my.cityu.edu.hk#ext#@beaverton.onmicrosoft.com::995f5349-8642-4bc1-8e42-741eea1d5d1a" providerId="AD" clId="Web-{51BDFB81-A6CA-9FA8-AFC7-9E9AE335A9D7}"/>
    <pc:docChg chg="modSld">
      <pc:chgData name="ZHOU Ningzhe" userId="S::ningzhe.zhou_my.cityu.edu.hk#ext#@beaverton.onmicrosoft.com::995f5349-8642-4bc1-8e42-741eea1d5d1a" providerId="AD" clId="Web-{51BDFB81-A6CA-9FA8-AFC7-9E9AE335A9D7}" dt="2026-08-28T03:30:03.132" v="33" actId="20577"/>
      <pc:docMkLst>
        <pc:docMk/>
      </pc:docMkLst>
      <pc:sldChg chg="addSp modSp">
        <pc:chgData name="ZHOU Ningzhe" userId="S::ningzhe.zhou_my.cityu.edu.hk#ext#@beaverton.onmicrosoft.com::995f5349-8642-4bc1-8e42-741eea1d5d1a" providerId="AD" clId="Web-{51BDFB81-A6CA-9FA8-AFC7-9E9AE335A9D7}" dt="2026-08-28T03:30:03.132" v="33" actId="20577"/>
        <pc:sldMkLst>
          <pc:docMk/>
          <pc:sldMk cId="2938412517" sldId="259"/>
        </pc:sldMkLst>
        <pc:spChg chg="mod">
          <ac:chgData name="ZHOU Ningzhe" userId="S::ningzhe.zhou_my.cityu.edu.hk#ext#@beaverton.onmicrosoft.com::995f5349-8642-4bc1-8e42-741eea1d5d1a" providerId="AD" clId="Web-{51BDFB81-A6CA-9FA8-AFC7-9E9AE335A9D7}" dt="2026-08-28T03:28:21.253" v="21" actId="1076"/>
          <ac:spMkLst>
            <pc:docMk/>
            <pc:sldMk cId="2938412517" sldId="259"/>
            <ac:spMk id="7" creationId="{4A400124-683B-483B-AB18-2B534FB04635}"/>
          </ac:spMkLst>
        </pc:spChg>
        <pc:spChg chg="mod">
          <ac:chgData name="ZHOU Ningzhe" userId="S::ningzhe.zhou_my.cityu.edu.hk#ext#@beaverton.onmicrosoft.com::995f5349-8642-4bc1-8e42-741eea1d5d1a" providerId="AD" clId="Web-{51BDFB81-A6CA-9FA8-AFC7-9E9AE335A9D7}" dt="2026-08-28T03:28:21.253" v="22" actId="1076"/>
          <ac:spMkLst>
            <pc:docMk/>
            <pc:sldMk cId="2938412517" sldId="259"/>
            <ac:spMk id="8" creationId="{9FD4097B-8CEA-4349-ACAE-3FD3FDF51772}"/>
          </ac:spMkLst>
        </pc:spChg>
        <pc:spChg chg="mod">
          <ac:chgData name="ZHOU Ningzhe" userId="S::ningzhe.zhou_my.cityu.edu.hk#ext#@beaverton.onmicrosoft.com::995f5349-8642-4bc1-8e42-741eea1d5d1a" providerId="AD" clId="Web-{51BDFB81-A6CA-9FA8-AFC7-9E9AE335A9D7}" dt="2026-08-28T03:29:34.709" v="29" actId="14100"/>
          <ac:spMkLst>
            <pc:docMk/>
            <pc:sldMk cId="2938412517" sldId="259"/>
            <ac:spMk id="9" creationId="{E0F8E67F-DC78-4153-9E62-809FF0A95F61}"/>
          </ac:spMkLst>
        </pc:spChg>
        <pc:spChg chg="mod">
          <ac:chgData name="ZHOU Ningzhe" userId="S::ningzhe.zhou_my.cityu.edu.hk#ext#@beaverton.onmicrosoft.com::995f5349-8642-4bc1-8e42-741eea1d5d1a" providerId="AD" clId="Web-{51BDFB81-A6CA-9FA8-AFC7-9E9AE335A9D7}" dt="2026-08-28T03:28:10.534" v="17" actId="1076"/>
          <ac:spMkLst>
            <pc:docMk/>
            <pc:sldMk cId="2938412517" sldId="259"/>
            <ac:spMk id="10" creationId="{2C25CA56-F3DE-4514-8639-9B4624736700}"/>
          </ac:spMkLst>
        </pc:spChg>
        <pc:spChg chg="mod">
          <ac:chgData name="ZHOU Ningzhe" userId="S::ningzhe.zhou_my.cityu.edu.hk#ext#@beaverton.onmicrosoft.com::995f5349-8642-4bc1-8e42-741eea1d5d1a" providerId="AD" clId="Web-{51BDFB81-A6CA-9FA8-AFC7-9E9AE335A9D7}" dt="2026-08-28T03:28:10.534" v="18" actId="1076"/>
          <ac:spMkLst>
            <pc:docMk/>
            <pc:sldMk cId="2938412517" sldId="259"/>
            <ac:spMk id="11" creationId="{1514B432-D7A1-44FF-AC2A-9E95E941E738}"/>
          </ac:spMkLst>
        </pc:spChg>
        <pc:spChg chg="mod">
          <ac:chgData name="ZHOU Ningzhe" userId="S::ningzhe.zhou_my.cityu.edu.hk#ext#@beaverton.onmicrosoft.com::995f5349-8642-4bc1-8e42-741eea1d5d1a" providerId="AD" clId="Web-{51BDFB81-A6CA-9FA8-AFC7-9E9AE335A9D7}" dt="2026-08-28T03:30:03.132" v="33" actId="20577"/>
          <ac:spMkLst>
            <pc:docMk/>
            <pc:sldMk cId="2938412517" sldId="259"/>
            <ac:spMk id="12" creationId="{C8B9B2AD-7AB2-4A3D-8337-6D91E19F42D6}"/>
          </ac:spMkLst>
        </pc:spChg>
        <pc:picChg chg="mod">
          <ac:chgData name="ZHOU Ningzhe" userId="S::ningzhe.zhou_my.cityu.edu.hk#ext#@beaverton.onmicrosoft.com::995f5349-8642-4bc1-8e42-741eea1d5d1a" providerId="AD" clId="Web-{51BDFB81-A6CA-9FA8-AFC7-9E9AE335A9D7}" dt="2026-08-28T03:28:02.549" v="15" actId="1076"/>
          <ac:picMkLst>
            <pc:docMk/>
            <pc:sldMk cId="2938412517" sldId="259"/>
            <ac:picMk id="2" creationId="{51DB1CFF-29DB-D84F-E4CC-BB0EF6CB57F3}"/>
          </ac:picMkLst>
        </pc:picChg>
        <pc:picChg chg="add mod">
          <ac:chgData name="ZHOU Ningzhe" userId="S::ningzhe.zhou_my.cityu.edu.hk#ext#@beaverton.onmicrosoft.com::995f5349-8642-4bc1-8e42-741eea1d5d1a" providerId="AD" clId="Web-{51BDFB81-A6CA-9FA8-AFC7-9E9AE335A9D7}" dt="2026-08-28T03:27:51.596" v="12" actId="1076"/>
          <ac:picMkLst>
            <pc:docMk/>
            <pc:sldMk cId="2938412517" sldId="259"/>
            <ac:picMk id="3" creationId="{457A05B3-C3EC-0A47-E366-B9304D56E7B6}"/>
          </ac:picMkLst>
        </pc:picChg>
        <pc:picChg chg="mod">
          <ac:chgData name="ZHOU Ningzhe" userId="S::ningzhe.zhou_my.cityu.edu.hk#ext#@beaverton.onmicrosoft.com::995f5349-8642-4bc1-8e42-741eea1d5d1a" providerId="AD" clId="Web-{51BDFB81-A6CA-9FA8-AFC7-9E9AE335A9D7}" dt="2026-08-28T03:28:21.253" v="20" actId="1076"/>
          <ac:picMkLst>
            <pc:docMk/>
            <pc:sldMk cId="2938412517" sldId="259"/>
            <ac:picMk id="15" creationId="{00000000-0000-0000-0000-000000000000}"/>
          </ac:picMkLst>
        </pc:picChg>
      </pc:sldChg>
    </pc:docChg>
  </pc:docChgLst>
  <pc:docChgLst>
    <pc:chgData name="zhanyeli2-c" userId="S::zhanyeli2-c_my.cityu.edu.hk#ext#@beaverton.onmicrosoft.com::7386155b-9b93-4288-a60c-98e906cd7e3e" providerId="AD" clId="Web-{E0F69DED-17A9-9BE8-47FD-09AD914B6370}"/>
    <pc:docChg chg="modSld">
      <pc:chgData name="zhanyeli2-c" userId="S::zhanyeli2-c_my.cityu.edu.hk#ext#@beaverton.onmicrosoft.com::7386155b-9b93-4288-a60c-98e906cd7e3e" providerId="AD" clId="Web-{E0F69DED-17A9-9BE8-47FD-09AD914B6370}" dt="2026-08-28T03:22:04.803" v="24" actId="20577"/>
      <pc:docMkLst>
        <pc:docMk/>
      </pc:docMkLst>
      <pc:sldChg chg="modSp">
        <pc:chgData name="zhanyeli2-c" userId="S::zhanyeli2-c_my.cityu.edu.hk#ext#@beaverton.onmicrosoft.com::7386155b-9b93-4288-a60c-98e906cd7e3e" providerId="AD" clId="Web-{E0F69DED-17A9-9BE8-47FD-09AD914B6370}" dt="2026-08-28T03:22:04.803" v="24" actId="20577"/>
        <pc:sldMkLst>
          <pc:docMk/>
          <pc:sldMk cId="2938412517" sldId="259"/>
        </pc:sldMkLst>
        <pc:spChg chg="mod">
          <ac:chgData name="zhanyeli2-c" userId="S::zhanyeli2-c_my.cityu.edu.hk#ext#@beaverton.onmicrosoft.com::7386155b-9b93-4288-a60c-98e906cd7e3e" providerId="AD" clId="Web-{E0F69DED-17A9-9BE8-47FD-09AD914B6370}" dt="2026-08-28T03:16:29.996" v="15" actId="14100"/>
          <ac:spMkLst>
            <pc:docMk/>
            <pc:sldMk cId="2938412517" sldId="259"/>
            <ac:spMk id="8" creationId="{9FD4097B-8CEA-4349-ACAE-3FD3FDF51772}"/>
          </ac:spMkLst>
        </pc:spChg>
        <pc:spChg chg="mod">
          <ac:chgData name="zhanyeli2-c" userId="S::zhanyeli2-c_my.cityu.edu.hk#ext#@beaverton.onmicrosoft.com::7386155b-9b93-4288-a60c-98e906cd7e3e" providerId="AD" clId="Web-{E0F69DED-17A9-9BE8-47FD-09AD914B6370}" dt="2026-08-28T03:22:04.803" v="24" actId="20577"/>
          <ac:spMkLst>
            <pc:docMk/>
            <pc:sldMk cId="2938412517" sldId="259"/>
            <ac:spMk id="9" creationId="{E0F8E67F-DC78-4153-9E62-809FF0A95F61}"/>
          </ac:spMkLst>
        </pc:spChg>
      </pc:sldChg>
    </pc:docChg>
  </pc:docChgLst>
  <pc:docChgLst>
    <pc:chgData name="Miao YU" userId="S::miaoyu@um.cityu.edu.hk::671f1475-ae1b-420c-baab-3274552c745e" providerId="AD" clId="Web-{C36D7D56-27A2-3C4B-7D18-B2D92549B078}"/>
    <pc:docChg chg="addSld delSld modSld">
      <pc:chgData name="Miao YU" userId="S::miaoyu@um.cityu.edu.hk::671f1475-ae1b-420c-baab-3274552c745e" providerId="AD" clId="Web-{C36D7D56-27A2-3C4B-7D18-B2D92549B078}" dt="2026-09-01T10:02:13.138" v="11"/>
      <pc:docMkLst>
        <pc:docMk/>
      </pc:docMkLst>
    </pc:docChg>
  </pc:docChgLst>
  <pc:docChgLst>
    <pc:chgData name="Miao YU" userId="S::miaoyu@um.cityu.edu.hk::671f1475-ae1b-420c-baab-3274552c745e" providerId="AD" clId="Web-{6D31332A-4E54-7A31-C8D9-642F815D6ADD}"/>
    <pc:docChg chg="modSld">
      <pc:chgData name="Miao YU" userId="S::miaoyu@um.cityu.edu.hk::671f1475-ae1b-420c-baab-3274552c745e" providerId="AD" clId="Web-{6D31332A-4E54-7A31-C8D9-642F815D6ADD}" dt="2026-09-03T05:45:58.112" v="59" actId="14100"/>
      <pc:docMkLst>
        <pc:docMk/>
      </pc:docMkLst>
      <pc:sldChg chg="modSp">
        <pc:chgData name="Miao YU" userId="S::miaoyu@um.cityu.edu.hk::671f1475-ae1b-420c-baab-3274552c745e" providerId="AD" clId="Web-{6D31332A-4E54-7A31-C8D9-642F815D6ADD}" dt="2026-09-03T05:45:58.112" v="59" actId="14100"/>
        <pc:sldMkLst>
          <pc:docMk/>
          <pc:sldMk cId="3490028325" sldId="295"/>
        </pc:sldMkLst>
        <pc:picChg chg="mod">
          <ac:chgData name="Miao YU" userId="S::miaoyu@um.cityu.edu.hk::671f1475-ae1b-420c-baab-3274552c745e" providerId="AD" clId="Web-{6D31332A-4E54-7A31-C8D9-642F815D6ADD}" dt="2026-09-03T05:45:58.112" v="59" actId="14100"/>
          <ac:picMkLst>
            <pc:docMk/>
            <pc:sldMk cId="3490028325" sldId="295"/>
            <ac:picMk id="3" creationId="{22FCCAE5-EA64-298D-4D76-D438A05AC3AB}"/>
          </ac:picMkLst>
        </pc:picChg>
      </pc:sldChg>
      <pc:sldChg chg="modSp">
        <pc:chgData name="Miao YU" userId="S::miaoyu@um.cityu.edu.hk::671f1475-ae1b-420c-baab-3274552c745e" providerId="AD" clId="Web-{6D31332A-4E54-7A31-C8D9-642F815D6ADD}" dt="2026-09-03T04:41:31.433" v="57" actId="14100"/>
        <pc:sldMkLst>
          <pc:docMk/>
          <pc:sldMk cId="1249779245" sldId="366"/>
        </pc:sldMkLst>
        <pc:spChg chg="mod">
          <ac:chgData name="Miao YU" userId="S::miaoyu@um.cityu.edu.hk::671f1475-ae1b-420c-baab-3274552c745e" providerId="AD" clId="Web-{6D31332A-4E54-7A31-C8D9-642F815D6ADD}" dt="2026-09-03T04:41:31.433" v="57" actId="14100"/>
          <ac:spMkLst>
            <pc:docMk/>
            <pc:sldMk cId="1249779245" sldId="366"/>
            <ac:spMk id="3" creationId="{6E77C14D-B432-F462-A2BE-7000B53C11E4}"/>
          </ac:spMkLst>
        </pc:spChg>
      </pc:sldChg>
      <pc:sldChg chg="delSp">
        <pc:chgData name="Miao YU" userId="S::miaoyu@um.cityu.edu.hk::671f1475-ae1b-420c-baab-3274552c745e" providerId="AD" clId="Web-{6D31332A-4E54-7A31-C8D9-642F815D6ADD}" dt="2026-09-03T05:44:22.261" v="58"/>
        <pc:sldMkLst>
          <pc:docMk/>
          <pc:sldMk cId="2521873447" sldId="384"/>
        </pc:sldMkLst>
        <pc:spChg chg="del">
          <ac:chgData name="Miao YU" userId="S::miaoyu@um.cityu.edu.hk::671f1475-ae1b-420c-baab-3274552c745e" providerId="AD" clId="Web-{6D31332A-4E54-7A31-C8D9-642F815D6ADD}" dt="2026-09-03T05:44:22.261" v="58"/>
          <ac:spMkLst>
            <pc:docMk/>
            <pc:sldMk cId="2521873447" sldId="384"/>
            <ac:spMk id="14" creationId="{3B350F2D-764B-4D93-BE1F-F8A90166D2AF}"/>
          </ac:spMkLst>
        </pc:spChg>
      </pc:sldChg>
    </pc:docChg>
  </pc:docChgLst>
  <pc:docChgLst>
    <pc:chgData name="Miao YU" userId="S::miaoyu@um.cityu.edu.hk::671f1475-ae1b-420c-baab-3274552c745e" providerId="AD" clId="Web-{B9F5C5B9-E71D-BBB9-11FE-8187E3AAC60A}"/>
    <pc:docChg chg="modSld">
      <pc:chgData name="Miao YU" userId="S::miaoyu@um.cityu.edu.hk::671f1475-ae1b-420c-baab-3274552c745e" providerId="AD" clId="Web-{B9F5C5B9-E71D-BBB9-11FE-8187E3AAC60A}" dt="2026-09-04T02:45:22.909" v="34"/>
      <pc:docMkLst>
        <pc:docMk/>
      </pc:docMkLst>
      <pc:sldChg chg="modSp">
        <pc:chgData name="Miao YU" userId="S::miaoyu@um.cityu.edu.hk::671f1475-ae1b-420c-baab-3274552c745e" providerId="AD" clId="Web-{B9F5C5B9-E71D-BBB9-11FE-8187E3AAC60A}" dt="2026-09-04T02:43:46.158" v="27" actId="20577"/>
        <pc:sldMkLst>
          <pc:docMk/>
          <pc:sldMk cId="2938412517" sldId="265"/>
        </pc:sldMkLst>
        <pc:spChg chg="mod">
          <ac:chgData name="Miao YU" userId="S::miaoyu@um.cityu.edu.hk::671f1475-ae1b-420c-baab-3274552c745e" providerId="AD" clId="Web-{B9F5C5B9-E71D-BBB9-11FE-8187E3AAC60A}" dt="2026-09-04T02:43:46.158" v="27" actId="20577"/>
          <ac:spMkLst>
            <pc:docMk/>
            <pc:sldMk cId="2938412517" sldId="265"/>
            <ac:spMk id="6" creationId="{7538023F-5F61-4BF2-95E0-B81D287301DA}"/>
          </ac:spMkLst>
        </pc:spChg>
        <pc:spChg chg="mod">
          <ac:chgData name="Miao YU" userId="S::miaoyu@um.cityu.edu.hk::671f1475-ae1b-420c-baab-3274552c745e" providerId="AD" clId="Web-{B9F5C5B9-E71D-BBB9-11FE-8187E3AAC60A}" dt="2026-09-04T02:40:24.045" v="1" actId="20577"/>
          <ac:spMkLst>
            <pc:docMk/>
            <pc:sldMk cId="2938412517" sldId="265"/>
            <ac:spMk id="7" creationId="{9190FFD5-8FFE-49E0-82EB-024D5257FDD5}"/>
          </ac:spMkLst>
        </pc:spChg>
        <pc:spChg chg="mod">
          <ac:chgData name="Miao YU" userId="S::miaoyu@um.cityu.edu.hk::671f1475-ae1b-420c-baab-3274552c745e" providerId="AD" clId="Web-{B9F5C5B9-E71D-BBB9-11FE-8187E3AAC60A}" dt="2026-09-04T02:40:31.436" v="3" actId="20577"/>
          <ac:spMkLst>
            <pc:docMk/>
            <pc:sldMk cId="2938412517" sldId="265"/>
            <ac:spMk id="8" creationId="{6B1FBF25-C74A-466D-847D-45589D06D126}"/>
          </ac:spMkLst>
        </pc:spChg>
      </pc:sldChg>
      <pc:sldChg chg="modSp">
        <pc:chgData name="Miao YU" userId="S::miaoyu@um.cityu.edu.hk::671f1475-ae1b-420c-baab-3274552c745e" providerId="AD" clId="Web-{B9F5C5B9-E71D-BBB9-11FE-8187E3AAC60A}" dt="2026-09-04T02:45:22.909" v="34"/>
        <pc:sldMkLst>
          <pc:docMk/>
          <pc:sldMk cId="2938412517" sldId="267"/>
        </pc:sldMkLst>
        <pc:spChg chg="mod">
          <ac:chgData name="Miao YU" userId="S::miaoyu@um.cityu.edu.hk::671f1475-ae1b-420c-baab-3274552c745e" providerId="AD" clId="Web-{B9F5C5B9-E71D-BBB9-11FE-8187E3AAC60A}" dt="2026-09-04T02:45:13.940" v="30"/>
          <ac:spMkLst>
            <pc:docMk/>
            <pc:sldMk cId="2938412517" sldId="267"/>
            <ac:spMk id="7" creationId="{009FF981-5125-4376-B64A-9D2C7631A586}"/>
          </ac:spMkLst>
        </pc:spChg>
        <pc:spChg chg="mod">
          <ac:chgData name="Miao YU" userId="S::miaoyu@um.cityu.edu.hk::671f1475-ae1b-420c-baab-3274552c745e" providerId="AD" clId="Web-{B9F5C5B9-E71D-BBB9-11FE-8187E3AAC60A}" dt="2026-09-04T02:45:18.456" v="32"/>
          <ac:spMkLst>
            <pc:docMk/>
            <pc:sldMk cId="2938412517" sldId="267"/>
            <ac:spMk id="9" creationId="{458E72DA-DD8C-4358-894B-A4E5B556F3F1}"/>
          </ac:spMkLst>
        </pc:spChg>
        <pc:spChg chg="mod">
          <ac:chgData name="Miao YU" userId="S::miaoyu@um.cityu.edu.hk::671f1475-ae1b-420c-baab-3274552c745e" providerId="AD" clId="Web-{B9F5C5B9-E71D-BBB9-11FE-8187E3AAC60A}" dt="2026-09-04T02:45:22.909" v="34"/>
          <ac:spMkLst>
            <pc:docMk/>
            <pc:sldMk cId="2938412517" sldId="267"/>
            <ac:spMk id="10" creationId="{EB767001-BC9B-49C9-BB4B-8316AB885CD8}"/>
          </ac:spMkLst>
        </pc:spChg>
      </pc:sldChg>
      <pc:sldChg chg="delSp">
        <pc:chgData name="Miao YU" userId="S::miaoyu@um.cityu.edu.hk::671f1475-ae1b-420c-baab-3274552c745e" providerId="AD" clId="Web-{B9F5C5B9-E71D-BBB9-11FE-8187E3AAC60A}" dt="2026-09-04T01:35:28.323" v="0"/>
        <pc:sldMkLst>
          <pc:docMk/>
          <pc:sldMk cId="2258713303" sldId="485"/>
        </pc:sldMkLst>
        <pc:spChg chg="del">
          <ac:chgData name="Miao YU" userId="S::miaoyu@um.cityu.edu.hk::671f1475-ae1b-420c-baab-3274552c745e" providerId="AD" clId="Web-{B9F5C5B9-E71D-BBB9-11FE-8187E3AAC60A}" dt="2026-09-04T01:35:28.323" v="0"/>
          <ac:spMkLst>
            <pc:docMk/>
            <pc:sldMk cId="2258713303" sldId="485"/>
            <ac:spMk id="14" creationId="{3B350F2D-764B-4D93-BE1F-F8A90166D2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https://miaoyuu.github.io/</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https://www.cityu.edu.hk/catalogue/pg/202526/course/IS5542.htm</a:t>
            </a:r>
          </a:p>
          <a:p>
            <a:r>
              <a:t>- https://www.cityu.edu.hk/catalogue/pg/202526/course/IS5542.pdf</a:t>
            </a:r>
          </a:p>
          <a:p>
            <a:r>
              <a:t>[/Sources]</a:t>
            </a:r>
          </a:p>
          <a:p>
            <a:r>
              <a:t>
[Sources]
- https://www.cityu.edu.hk/catalogue/pg/202627/course/IS5542.pdf (assessment weights and minimum passing requirements; accessed 2026-08-22)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https://www.cityu.edu.hk/catalogue/pg/202526/course/IS5542.pdf</a:t>
            </a:r>
          </a:p>
          <a:p>
            <a:r>
              <a:t>[/Sources]</a:t>
            </a:r>
          </a:p>
          <a:p>
            <a:r>
              <a:t>
[Sources]
- https://unsplash.com/photos/diverse-group-of-students-collaborating-around-a-laptop--X4Qx4_4iMU (student collaboration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https://www.cityu.edu.hk/catalogue/pg/202526/course/IS5542.htm</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Choosing an enterprise architecture is an optimization problem, not a model leaderboard contest. Capability must match the task and modality. Latency and throughput affect user experience and infrastructure. Cost and governance determine whether the system can operate sustainably. These goals may conflict. A more capable model may be slower, more expensive, or harder to control. The design objective is therefore the best overall system for the mission, not the strongest model considered in isolation.</a:t>
            </a:r>
          </a:p>
          <a:p>
            <a:endParaRPr/>
          </a:p>
          <a:p>
            <a:r>
              <a:t>[Sources]</a:t>
            </a:r>
          </a:p>
          <a:p>
            <a:r>
              <a:t>- Adapted and neutralized from GenAI in Business IS5542 - Lecture 1-2025.pptx, slide 53.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g31474a32cba_0_26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4" name="Google Shape;1454;g31474a32cba_0_26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 it ChatGPT? </a:t>
            </a:r>
            <a:endParaRPr/>
          </a:p>
          <a:p>
            <a:pPr marL="0" lvl="0" indent="0" algn="l" rtl="0">
              <a:spcBef>
                <a:spcPts val="0"/>
              </a:spcBef>
              <a:spcAft>
                <a:spcPts val="0"/>
              </a:spcAft>
              <a:buNone/>
            </a:pPr>
            <a:r>
              <a:rPr lang="en"/>
              <a:t>No GenAI is not just ChatGPT or only a Chatbot</a:t>
            </a:r>
            <a:endParaRPr/>
          </a:p>
          <a:p>
            <a:pPr marL="0" lvl="0" indent="0" algn="l" rtl="0">
              <a:spcBef>
                <a:spcPts val="0"/>
              </a:spcBef>
              <a:spcAft>
                <a:spcPts val="0"/>
              </a:spcAft>
              <a:buNone/>
            </a:pPr>
            <a:endParaRPr/>
          </a:p>
          <a:p>
            <a:pPr marL="0" lvl="0" indent="0" algn="l" rtl="0">
              <a:spcBef>
                <a:spcPts val="0"/>
              </a:spcBef>
              <a:spcAft>
                <a:spcPts val="0"/>
              </a:spcAft>
              <a:buNone/>
            </a:pPr>
            <a:r>
              <a:rPr lang="en"/>
              <a:t>Is it Intelligent?</a:t>
            </a:r>
            <a:endParaRPr/>
          </a:p>
          <a:p>
            <a:pPr marL="0" lvl="0" indent="0" algn="l" rtl="0">
              <a:spcBef>
                <a:spcPts val="0"/>
              </a:spcBef>
              <a:spcAft>
                <a:spcPts val="0"/>
              </a:spcAft>
              <a:buNone/>
            </a:pPr>
            <a:r>
              <a:rPr lang="en"/>
              <a:t>Yes and No, depends on how you look at it, its a function of probability that predict what is the most likely next word based on the training dataset </a:t>
            </a:r>
            <a:endParaRPr/>
          </a:p>
          <a:p>
            <a:pPr marL="0" lvl="0" indent="0" algn="l" rtl="0">
              <a:spcBef>
                <a:spcPts val="0"/>
              </a:spcBef>
              <a:spcAft>
                <a:spcPts val="0"/>
              </a:spcAft>
              <a:buNone/>
            </a:pPr>
            <a:endParaRPr/>
          </a:p>
          <a:p>
            <a:pPr marL="0" lvl="0" indent="0" algn="l" rtl="0">
              <a:spcBef>
                <a:spcPts val="0"/>
              </a:spcBef>
              <a:spcAft>
                <a:spcPts val="0"/>
              </a:spcAft>
              <a:buNone/>
            </a:pPr>
            <a:r>
              <a:rPr lang="en"/>
              <a:t>It only create words and pictures?</a:t>
            </a:r>
            <a:endParaRPr/>
          </a:p>
          <a:p>
            <a:pPr marL="0" lvl="0" indent="0" algn="l" rtl="0">
              <a:spcBef>
                <a:spcPts val="0"/>
              </a:spcBef>
              <a:spcAft>
                <a:spcPts val="0"/>
              </a:spcAft>
              <a:buNone/>
            </a:pPr>
            <a:r>
              <a:rPr lang="en"/>
              <a:t>No it can create music, video, model, and many different forms of data</a:t>
            </a:r>
            <a:endParaRPr/>
          </a:p>
          <a:p>
            <a:pPr marL="0" lvl="0" indent="0" algn="l" rtl="0">
              <a:spcBef>
                <a:spcPts val="0"/>
              </a:spcBef>
              <a:spcAft>
                <a:spcPts val="0"/>
              </a:spcAft>
              <a:buNone/>
            </a:pPr>
            <a:endParaRPr/>
          </a:p>
          <a:p>
            <a:pPr marL="0" lvl="0" indent="0" algn="l" rtl="0">
              <a:spcBef>
                <a:spcPts val="0"/>
              </a:spcBef>
              <a:spcAft>
                <a:spcPts val="0"/>
              </a:spcAft>
              <a:buNone/>
            </a:pPr>
            <a:r>
              <a:rPr lang="en"/>
              <a:t>Is it New?</a:t>
            </a:r>
            <a:endParaRPr/>
          </a:p>
          <a:p>
            <a:pPr marL="0" lvl="0" indent="0" algn="l" rtl="0">
              <a:spcBef>
                <a:spcPts val="0"/>
              </a:spcBef>
              <a:spcAft>
                <a:spcPts val="0"/>
              </a:spcAft>
              <a:buNone/>
            </a:pPr>
            <a:r>
              <a:rPr lang="en"/>
              <a:t>No its not new, we have a long history of AI and the concepts of AI chatbots can trace back to the 1950s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https://www.startechup.com/blog/machine-learning-history/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https://tsaiprabhanj.medium.com/eliza-the-early-days-of-language-models-6d4b2336c22a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https://www.nist.gov/publications/artificial-intelligence-risk-management-framework-ai-rmf-10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30.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32.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30.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30.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https://papers.nips.cc/paper/4824-imagenet-classification-with-deep-convolutional-neural-networks.pdf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https://openaccess.thecvf.com/content_cvpr_2016/html/He_Deep_Residual_Learning_CVPR_2016_paper.html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https://papers.nips.cc/paper/4824-imagenet-classification-with-deep-convolutional-neural-networks.pdf</a:t>
            </a:r>
          </a:p>
          <a:p>
            <a:r>
              <a:t>[/Sources]</a:t>
            </a:r>
          </a:p>
          <a:p>
            <a:r>
              <a:t>
[Sources]
- https://unsplash.com/photos/cable-network-M5tzZtFCOfs (data-center infrastructure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https://www.nobelprize.org/prizes/physics/2024/hinton/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t>
            </a:r>
            <a:r>
              <a:rPr err="1"/>
              <a:t>www.youtube.com</a:t>
            </a:r>
            <a:r>
              <a:t>/</a:t>
            </a:r>
            <a:r>
              <a:rPr err="1"/>
              <a:t>watch?v</a:t>
            </a:r>
            <a:r>
              <a:t>=-f5WQAk3dYo&amp;t=23s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39.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https://arxiv.org/abs/1706.03762</a:t>
            </a:r>
          </a:p>
          <a:p>
            <a:r>
              <a:t>[/Sources]</a:t>
            </a:r>
          </a:p>
          <a:p>
            <a:endParaRPr/>
          </a:p>
          <a:p>
            <a:r>
              <a:t>[Sources]</a:t>
            </a:r>
          </a:p>
          <a:p>
            <a:r>
              <a:t>- https://papers.nips.cc/paper/7181-attention-is-all-you-need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https://arxiv.org/abs/1706.03762</a:t>
            </a:r>
          </a:p>
          <a:p>
            <a:r>
              <a:t>[/Sources]</a:t>
            </a:r>
          </a:p>
          <a:p>
            <a:endParaRPr/>
          </a:p>
          <a:p>
            <a:r>
              <a:t>[Sources]</a:t>
            </a:r>
          </a:p>
          <a:p>
            <a:r>
              <a:t>- https://papers.nips.cc/paper/7181-attention-is-all-you-need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https://arxiv.org/abs/1706.03762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47.</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150760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47.</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73670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192544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https://arxiv.org/abs/1706.03762</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604847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https://www.youtube.com/watch?v=Px3HfB2UkyU&amp;t=2906s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https://www.youtube.com/watch?v=oMpNIz9AIu0&amp;t=43s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72.</a:t>
            </a:r>
          </a:p>
          <a:p>
            <a:r>
              <a:t>[/Sources]</a:t>
            </a:r>
          </a:p>
          <a:p>
            <a:endParaRPr/>
          </a:p>
          <a:p>
            <a:r>
              <a:t>[Sources]</a:t>
            </a:r>
          </a:p>
          <a:p>
            <a:r>
              <a:t>- https://</a:t>
            </a:r>
            <a:r>
              <a:rPr err="1"/>
              <a:t>openai.com</a:t>
            </a:r>
            <a:r>
              <a:t>/brand/</a:t>
            </a:r>
          </a:p>
          <a:p>
            <a:r>
              <a:t>- https://</a:t>
            </a:r>
            <a:r>
              <a:rPr err="1"/>
              <a:t>gemini.google.com</a:t>
            </a:r>
            <a:r>
              <a:t>/</a:t>
            </a:r>
          </a:p>
          <a:p>
            <a:r>
              <a:t>- https://</a:t>
            </a:r>
            <a:r>
              <a:rPr err="1"/>
              <a:t>www.anthropic.com</a:t>
            </a:r>
            <a:r>
              <a:t>/</a:t>
            </a:r>
            <a:r>
              <a:rPr err="1"/>
              <a:t>claude</a:t>
            </a:r>
            <a:endParaRPr/>
          </a:p>
          <a:p>
            <a:r>
              <a:t>- https://</a:t>
            </a:r>
            <a:r>
              <a:rPr err="1"/>
              <a:t>www.microsoft.com</a:t>
            </a:r>
            <a:r>
              <a:t>/</a:t>
            </a:r>
            <a:r>
              <a:rPr err="1"/>
              <a:t>en</a:t>
            </a:r>
            <a:r>
              <a:t>-us/</a:t>
            </a:r>
            <a:r>
              <a:rPr err="1"/>
              <a:t>microsoft</a:t>
            </a:r>
            <a:r>
              <a:t>-copilot</a:t>
            </a:r>
          </a:p>
          <a:p>
            <a:r>
              <a:t>- https://</a:t>
            </a:r>
            <a:r>
              <a:rPr err="1"/>
              <a:t>www.deepseek.com</a:t>
            </a:r>
            <a:r>
              <a:t>/</a:t>
            </a:r>
          </a:p>
          <a:p>
            <a:r>
              <a:t>- https://</a:t>
            </a:r>
            <a:r>
              <a:rPr err="1"/>
              <a:t>qwen.ai</a:t>
            </a:r>
            <a:r>
              <a:t>/</a:t>
            </a:r>
          </a:p>
          <a:p>
            <a:r>
              <a:t>- https://</a:t>
            </a:r>
            <a:r>
              <a:rPr err="1"/>
              <a:t>x.ai</a:t>
            </a:r>
            <a:r>
              <a: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49.</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027657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49.</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75131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184389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Choosing an enterprise architecture is an optimization problem, not a model leaderboard contest. Capability must match the task and modality. Latency and throughput affect user experience and infrastructure. Cost and governance determine whether the system can operate sustainably. These goals may conflict. A more capable model may be slower, more expensive, or harder to control. The design objective is therefore the best overall system for the mission, not the strongest model considered in isolation.</a:t>
            </a:r>
          </a:p>
          <a:p>
            <a:endParaRPr/>
          </a:p>
          <a:p>
            <a:r>
              <a:t>[Sources]</a:t>
            </a:r>
          </a:p>
          <a:p>
            <a:r>
              <a:t>- Adapted and neutralized from GenAI in Business IS5542 - Lecture 1-2025.pptx, slide 53.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53.</a:t>
            </a:r>
          </a:p>
          <a:p>
            <a:r>
              <a:t>[/Sources]</a:t>
            </a:r>
          </a:p>
          <a:p>
            <a:r>
              <a:t>
[Sources]
- https://unsplash.com/photos/two-people-collaborating-on-a-whiteboard-with-notes-EPdKKb-hflg (enterprise planning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54.</a:t>
            </a:r>
          </a:p>
          <a:p>
            <a:r>
              <a:t>[/Sources]</a:t>
            </a:r>
          </a:p>
          <a:p>
            <a:r>
              <a:t>
[Sources]
- https://www.pexels.com/photo/person-writing-on-a-clipboard-inside-the-vehicle-8943323/ (vehicle-inspection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62.</a:t>
            </a:r>
          </a:p>
          <a:p>
            <a:r>
              <a:t>[/Sources]</a:t>
            </a:r>
          </a:p>
          <a:p>
            <a:endParaRPr/>
          </a:p>
          <a:p>
            <a:r>
              <a:t>[Sources]</a:t>
            </a:r>
          </a:p>
          <a:p>
            <a:r>
              <a:t>- https://arxiv.org/abs/2005.11401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https://arxiv.org/abs/2307.03172</a:t>
            </a:r>
          </a:p>
          <a:p>
            <a:r>
              <a:t>[/Sources]</a:t>
            </a:r>
          </a:p>
          <a:p>
            <a:endParaRPr/>
          </a:p>
          <a:p>
            <a:r>
              <a:t>[Sources]</a:t>
            </a:r>
          </a:p>
          <a:p>
            <a:r>
              <a:t>- https://aclanthology.org/2024.tacl-1.9/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https://arxiv.org/abs/2307.03172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https://arxiv.org/abs/2307.03172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69.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74.</a:t>
            </a:r>
          </a:p>
          <a:p>
            <a:r>
              <a:t>[/Sources]</a:t>
            </a:r>
          </a:p>
          <a:p>
            <a:r>
              <a:t>
[Sources]
- https://unsplash.com/illustrations/customer-service-representative-and-client-workspace-re6R5hiVTwo (voice-service illustration; accessed 2026-09-02)
- https://unsplash.com/photos/a-person-holding-a-piece-of-paper-over-a-laptop-9PwLeZA-RGc (financial-analysis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79.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Traditional software usually follows explicit logic: the same valid input under the same configuration produces the same behavior. Generative models estimate probability distributions over possible outputs. Context, decoding settings, and model updates can change the result. This creates creativity and flexibility, but it also changes risk management. We cannot rely only on deterministic testing. We need distributional evaluation, monitoring, and controls that address a range of possible outcomes rather than one expected response.</a:t>
            </a:r>
          </a:p>
          <a:p>
            <a:endParaRPr/>
          </a:p>
          <a:p>
            <a:r>
              <a:t>[Sources]</a:t>
            </a:r>
          </a:p>
          <a:p>
            <a:r>
              <a:t>- Adapted and neutralized from GenAI in Business IS5542 - Lecture 1-2025.pptx, slide 81.</a:t>
            </a:r>
          </a:p>
          <a:p>
            <a:r>
              <a:t>[/Sources]</a:t>
            </a:r>
          </a:p>
          <a:p>
            <a:endParaRPr/>
          </a:p>
          <a:p>
            <a:r>
              <a:t>---</a:t>
            </a:r>
          </a:p>
          <a:p>
            <a:endParaRPr/>
          </a:p>
          <a:p>
            <a:r>
              <a:t>Generative behavior varies because of sampling, prompt and context differences, model updates, and imperfect data. Enterprises should respond with repeated evaluation across scenarios, monitoring for drift and incidents, and human review for high-impact decisions. Randomness is not the only source of failure; data, retrieval, tool use, and workflow design also matter. The correct control model combines statistical testing with operational governance. A single successful demonstration tells us almost nothing about reliability.</a:t>
            </a:r>
          </a:p>
          <a:p>
            <a:endParaRPr/>
          </a:p>
          <a:p>
            <a:r>
              <a:t>[Sources]</a:t>
            </a:r>
          </a:p>
          <a:p>
            <a:r>
              <a:t>- Adapted and neutralized from GenAI in Business IS5542 - Lecture 1-2025.pptx, slide 81.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https://www.justice.gov/usao/media/1392531/dl</a:t>
            </a:r>
          </a:p>
          <a:p>
            <a:r>
              <a:t>- https://www.canlii.org/en/bc/bccrt/doc/2024/2024bccrt149/2024bccrt149.html</a:t>
            </a:r>
          </a:p>
          <a:p>
            <a:r>
              <a:t>[/Sources]</a:t>
            </a:r>
          </a:p>
          <a:p>
            <a:r>
              <a:t>
Teaching expansion: Moffatt relied on a customer-service chatbot that said a bereavement fare could be requested after travel. Air Canada’s published policy said retroactive claims were not allowed. The British Columbia Civil Resolution Tribunal treated the chatbot as part of Air Canada’s website and found negligent misrepresentation. The business lesson is that a company cannot treat an automated channel as outside its own accountability boundary; policy grounding, monitoring, and escalation are operational controls, not optional extras.
[Sources]
- https://unsplash.com/photos/man-talking-on-phone-in-airport-waiting-area-RGZ90Pwo80w (airport-service photo; accessed 2026-09-02)
- https://www.americanbar.org/groups/business_law/resources/business-law-today/2024-february/bc-tribunal-confirms-companies-remain-liable-information-provided-ai-chatbot/ (case summary;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84.</a:t>
            </a:r>
          </a:p>
          <a:p>
            <a:r>
              <a:t>[/Sources]</a:t>
            </a:r>
          </a:p>
          <a:p>
            <a:r>
              <a:t>
[Sources]
- https://unsplash.com/photos/person-holding-pencil-near-laptop-computer-5fNmWej4tAA (human review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https://www.anthropic.com/research/measuring-faithfulness-in-chain-of-thought-reasoning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88.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https://www.aiaaic.org/aiaaic-repository/ai-incidents/chevrolet-dealerships-chatbot-promises-vehicle-for-1</a:t>
            </a:r>
          </a:p>
          <a:p>
            <a:r>
              <a:t>- https://www.info.gov.hk/gia/general/202406/26/P2024062600192.htm</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https://techcrunch.com/2023/05/02/samsung-bans-use-of-generative-ai-tools-like-chatgpt-after-april-internal-data-leak/</a:t>
            </a:r>
          </a:p>
          <a:p>
            <a:r>
              <a:t>[/Sources]</a:t>
            </a:r>
          </a:p>
          <a:p>
            <a:r>
              <a:t>
[Sources]
- https://unsplash.com/photos/people-coding-at-monitors-in-workspace-Im_cQ6hQo10 (developer workspace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98.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100.</a:t>
            </a:r>
          </a:p>
          <a:p>
            <a:r>
              <a:t>[/Sources]</a:t>
            </a:r>
          </a:p>
          <a:p>
            <a:r>
              <a:t>
[Sources]
- https://unsplash.com/photos/doctor-consulting-with-a-patient-in-an-office-MJmsLpeHPfg (medical consultation photo; accessed 2026-09-02)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https://doi.org/10.1145/3724499</a:t>
            </a:r>
          </a:p>
          <a:p>
            <a:r>
              <a:t>[/Sources]</a:t>
            </a:r>
          </a:p>
          <a:p>
            <a:endParaRPr/>
          </a:p>
          <a:p>
            <a:r>
              <a:t>[Sources]</a:t>
            </a:r>
          </a:p>
          <a:p>
            <a:r>
              <a:t>- https://www.tpssi.com/post/exploring-the-superior-engineering-of-cooling-towers-by-baltimore-aircoil-company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https://www.nist.gov/publications/artificial-intelligence-risk-management-framework-ai-rmf-10</a:t>
            </a:r>
          </a:p>
          <a:p>
            <a:r>
              <a:t>[/Sources]</a:t>
            </a:r>
          </a:p>
          <a:p>
            <a:endParaRPr/>
          </a:p>
          <a:p>
            <a:r>
              <a:t>[Sources]</a:t>
            </a:r>
          </a:p>
          <a:p>
            <a:r>
              <a:t>- https://www.nist.gov/itl/ai-risk-management-framework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NIST AI Risk Management Framework is voluntary and non-sector-specific. It gives business, technical, legal, and risk teams a shared vocabulary for discussing AI across the lifecycle. Organizations can use it to frame context, evidence, accountability, and action, and then connect it to existing governance and incident-response processes. The framework is not a certification or a one-time checklist. Its value comes from helping diverse teams organize ongoing risk work consistently.</a:t>
            </a:r>
          </a:p>
          <a:p>
            <a:endParaRPr/>
          </a:p>
          <a:p>
            <a:r>
              <a:t>[Sources]</a:t>
            </a:r>
          </a:p>
          <a:p>
            <a:r>
              <a:t>- https://www.nist.gov/publications/artificial-intelligence-risk-management-framework-ai-rmf-10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https://www.nist.gov/publications/artificial-intelligence-risk-management-framework-ai-rmf-10</a:t>
            </a:r>
          </a:p>
          <a:p>
            <a:r>
              <a:t>[/Sources]</a:t>
            </a:r>
          </a:p>
          <a:p>
            <a:endParaRPr/>
          </a:p>
          <a:p>
            <a:r>
              <a:t>[Sources]</a:t>
            </a:r>
          </a:p>
          <a:p>
            <a:r>
              <a:t>- https://airc.nist.gov/airmf-resources/airmf/5-sec-core/ (AI RMF Core functions, continuous and iterative operation, and cross-cutting GOVERN; accessed 2026-08-22)</a:t>
            </a:r>
          </a:p>
          <a:p>
            <a:r>
              <a:t>[/Sources]</a:t>
            </a:r>
          </a:p>
          <a:p>
            <a:endParaRPr/>
          </a:p>
          <a:p>
            <a:r>
              <a:t>[Sources]</a:t>
            </a:r>
          </a:p>
          <a:p>
            <a:r>
              <a:t>- https://www.nist.gov/itl/ai-risk-management-framework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https://www.nist.gov/publications/artificial-intelligence-risk-management-framework-ai-rmf-10</a:t>
            </a:r>
          </a:p>
          <a:p>
            <a:r>
              <a:t>[/Sources]</a:t>
            </a:r>
          </a:p>
          <a:p>
            <a:r>
              <a:t>
[Sources]
- https://airc.nist.gov/airmf-resources/airmf/5-sec-core/ (AI RMF Core functions, continuous and iterative operation, and cross-cutting GOVERN; accessed 2026-08-22)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https://airc.nist.gov/airmf-resources/airmf/5-sec-core/</a:t>
            </a:r>
          </a:p>
          <a:p>
            <a:r>
              <a:t>[/Sources]</a:t>
            </a:r>
          </a:p>
          <a:p>
            <a:endParaRPr/>
          </a:p>
          <a:p>
            <a:r>
              <a:t>[Sources]</a:t>
            </a:r>
          </a:p>
          <a:p>
            <a:r>
              <a:t>- https://airc.nist.gov/airmf-resources/playbook/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https://airc.nist.gov/airmf-resources/airmf/5-sec-core/</a:t>
            </a:r>
          </a:p>
          <a:p>
            <a:r>
              <a:t>[/Sources]</a:t>
            </a:r>
          </a:p>
          <a:p>
            <a:endParaRPr/>
          </a:p>
          <a:p>
            <a:r>
              <a:t>[Sources]</a:t>
            </a:r>
          </a:p>
          <a:p>
            <a:r>
              <a:t>- https://airc.nist.gov/airmf-resources/playbook/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Adapted and neutralized from GenAI in Business IS5542 - Lecture 1-2025.pptx, slide 108.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2" name="Picture 7"/>
          <p:cNvPicPr>
            <a:picLocks noChangeAspect="1"/>
          </p:cNvPicPr>
          <p:nvPr/>
        </p:nvPicPr>
        <p:blipFill>
          <a:blip r:embed="rId2"/>
          <a:stretch>
            <a:fillRect/>
          </a:stretch>
        </p:blipFill>
        <p:spPr>
          <a:xfrm>
            <a:off x="0" y="0"/>
            <a:ext cx="12192000" cy="6858000"/>
          </a:xfrm>
          <a:prstGeom prst="rect">
            <a:avLst/>
          </a:prstGeom>
        </p:spPr>
      </p:pic>
      <p:sp>
        <p:nvSpPr>
          <p:cNvPr id="10" name="Text Placeholder 9">
            <a:extLst>
              <a:ext uri="{FF2B5EF4-FFF2-40B4-BE49-F238E27FC236}">
                <a16:creationId xmlns:a16="http://schemas.microsoft.com/office/drawing/2014/main" id="{2678BF84-0C6B-4938-B7DD-40E1645B0F83}"/>
              </a:ext>
            </a:extLst>
          </p:cNvPr>
          <p:cNvSpPr>
            <a:spLocks noGrp="1"/>
          </p:cNvSpPr>
          <p:nvPr>
            <p:ph type="body" idx="10" hasCustomPrompt="1"/>
          </p:nvPr>
        </p:nvSpPr>
        <p:spPr>
          <a:xfrm>
            <a:off x="3951584" y="3593554"/>
            <a:ext cx="6773244" cy="1019775"/>
          </a:xfrm>
          <a:prstGeom prst="rect">
            <a:avLst/>
          </a:prstGeom>
          <a:noFill/>
          <a:ln>
            <a:noFill/>
          </a:ln>
        </p:spPr>
        <p:txBody>
          <a:bodyPr>
            <a:normAutofit/>
          </a:bodyPr>
          <a:lstStyle>
            <a:lvl1pPr marL="0" indent="0" algn="ctr">
              <a:buNone/>
              <a:defRPr sz="6000" b="0" cap="none" spc="0">
                <a:ln w="0"/>
                <a:solidFill>
                  <a:srgbClr val="B11117"/>
                </a:solidFill>
                <a:effectLst>
                  <a:outerShdw blurRad="38100" dist="19050" dir="2700000" algn="tl" rotWithShape="0">
                    <a:schemeClr val="dk1">
                      <a:alpha val="40000"/>
                    </a:schemeClr>
                  </a:outerShdw>
                </a:effectLst>
              </a:defRPr>
            </a:lvl1pPr>
          </a:lstStyle>
          <a:p>
            <a:r>
              <a:rPr b="1"/>
              <a:t>Presentation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5" name="Picture 3"/>
          <p:cNvPicPr>
            <a:picLocks noChangeAspect="1"/>
          </p:cNvPicPr>
          <p:nvPr/>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0CD731A9-A502-4DC1-9C5D-C7B7C0EB22C6}"/>
              </a:ext>
            </a:extLst>
          </p:cNvPr>
          <p:cNvSpPr>
            <a:spLocks noGrp="1"/>
          </p:cNvSpPr>
          <p:nvPr>
            <p:ph type="body" idx="10" hasCustomPrompt="1"/>
          </p:nvPr>
        </p:nvSpPr>
        <p:spPr>
          <a:xfrm>
            <a:off x="149225" y="2784529"/>
            <a:ext cx="5770563" cy="2598684"/>
          </a:xfrm>
          <a:prstGeom prst="rect">
            <a:avLst/>
          </a:prstGeom>
        </p:spPr>
        <p:txBody>
          <a:bodyPr/>
          <a:lstStyle>
            <a:lvl1pPr marL="0" indent="0" algn="ctr">
              <a:buNone/>
              <a:defRPr sz="4800">
                <a:solidFill>
                  <a:schemeClr val="bg1"/>
                </a:solidFill>
              </a:defRPr>
            </a:lvl1pPr>
          </a:lstStyle>
          <a:p>
            <a:r>
              <a:rPr b="1"/>
              <a:t>Presentation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3EB432BD-19B6-4EF5-B36E-914DDAF386BD}"/>
              </a:ext>
            </a:extLst>
          </p:cNvPr>
          <p:cNvSpPr>
            <a:spLocks noGrp="1"/>
          </p:cNvSpPr>
          <p:nvPr>
            <p:ph type="body" idx="1" hasCustomPrompt="1"/>
          </p:nvPr>
        </p:nvSpPr>
        <p:spPr>
          <a:xfrm>
            <a:off x="3378630" y="1738423"/>
            <a:ext cx="7975169" cy="4584885"/>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add text</a:t>
            </a:r>
          </a:p>
        </p:txBody>
      </p:sp>
      <p:sp>
        <p:nvSpPr>
          <p:cNvPr id="7" name="Title 6">
            <a:extLst>
              <a:ext uri="{FF2B5EF4-FFF2-40B4-BE49-F238E27FC236}">
                <a16:creationId xmlns:a16="http://schemas.microsoft.com/office/drawing/2014/main" id="{44389575-3C5E-4523-B268-8336ECF6DD64}"/>
              </a:ext>
            </a:extLst>
          </p:cNvPr>
          <p:cNvSpPr>
            <a:spLocks noGrp="1"/>
          </p:cNvSpPr>
          <p:nvPr>
            <p:ph type="title" hasCustomPrompt="1"/>
          </p:nvPr>
        </p:nvSpPr>
        <p:spPr>
          <a:xfrm>
            <a:off x="1513667" y="387458"/>
            <a:ext cx="9840132" cy="935064"/>
          </a:xfrm>
          <a:prstGeom prst="rect">
            <a:avLst/>
          </a:prstGeom>
        </p:spPr>
        <p:txBody>
          <a:bodyPr/>
          <a:lstStyle>
            <a:lvl1pPr>
              <a:buNone/>
              <a:defRPr>
                <a:latin typeface="+mn-lt"/>
                <a:ea typeface="+mn-lt"/>
                <a:cs typeface="+mn-lt"/>
              </a:defRPr>
            </a:lvl1pPr>
          </a:lstStyle>
          <a:p>
            <a:r>
              <a:t>Click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9" name="Picture 3"/>
          <p:cNvPicPr>
            <a:picLocks noChangeAspect="1"/>
          </p:cNvPicPr>
          <p:nvPr/>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3EB432BD-19B6-4EF5-B36E-914DDAF386BD}"/>
              </a:ext>
            </a:extLst>
          </p:cNvPr>
          <p:cNvSpPr>
            <a:spLocks noGrp="1"/>
          </p:cNvSpPr>
          <p:nvPr>
            <p:ph type="body" idx="1" hasCustomPrompt="1"/>
          </p:nvPr>
        </p:nvSpPr>
        <p:spPr>
          <a:xfrm>
            <a:off x="912462" y="1886699"/>
            <a:ext cx="10367075" cy="4394495"/>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add text</a:t>
            </a:r>
          </a:p>
        </p:txBody>
      </p:sp>
      <p:sp>
        <p:nvSpPr>
          <p:cNvPr id="7" name="Title 6">
            <a:extLst>
              <a:ext uri="{FF2B5EF4-FFF2-40B4-BE49-F238E27FC236}">
                <a16:creationId xmlns:a16="http://schemas.microsoft.com/office/drawing/2014/main" id="{44389575-3C5E-4523-B268-8336ECF6DD64}"/>
              </a:ext>
            </a:extLst>
          </p:cNvPr>
          <p:cNvSpPr>
            <a:spLocks noGrp="1"/>
          </p:cNvSpPr>
          <p:nvPr>
            <p:ph type="title" hasCustomPrompt="1"/>
          </p:nvPr>
        </p:nvSpPr>
        <p:spPr>
          <a:xfrm>
            <a:off x="912462" y="418455"/>
            <a:ext cx="10367075" cy="909234"/>
          </a:xfrm>
          <a:prstGeom prst="rect">
            <a:avLst/>
          </a:prstGeom>
        </p:spPr>
        <p:txBody>
          <a:bodyPr/>
          <a:lstStyle>
            <a:lvl1pPr>
              <a:buNone/>
              <a:defRPr>
                <a:latin typeface="+mn-lt"/>
                <a:ea typeface="+mn-lt"/>
                <a:cs typeface="+mn-lt"/>
              </a:defRPr>
            </a:lvl1pPr>
          </a:lstStyle>
          <a:p>
            <a:r>
              <a:t>Click to add 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pic>
        <p:nvPicPr>
          <p:cNvPr id="7" name="Picture 3"/>
          <p:cNvPicPr>
            <a:picLocks noChangeAspect="1"/>
          </p:cNvPicPr>
          <p:nvPr/>
        </p:nvPicPr>
        <p:blipFill>
          <a:blip r:embed="rId2"/>
          <a:stretch>
            <a:fillRect/>
          </a:stretch>
        </p:blipFill>
        <p:spPr>
          <a:xfrm>
            <a:off x="0" y="0"/>
            <a:ext cx="12192000" cy="6858000"/>
          </a:xfrm>
          <a:prstGeom prst="rect">
            <a:avLst/>
          </a:prstGeom>
        </p:spPr>
      </p:pic>
      <p:sp>
        <p:nvSpPr>
          <p:cNvPr id="3" name="Picture Placeholder 16">
            <a:extLst>
              <a:ext uri="{FF2B5EF4-FFF2-40B4-BE49-F238E27FC236}">
                <a16:creationId xmlns:a16="http://schemas.microsoft.com/office/drawing/2014/main" id="{92E5614B-C5DB-4EC4-B149-11A1707CEB1B}"/>
              </a:ext>
            </a:extLst>
          </p:cNvPr>
          <p:cNvSpPr>
            <a:spLocks noGrp="1"/>
          </p:cNvSpPr>
          <p:nvPr>
            <p:ph type="pic" idx="11"/>
          </p:nvPr>
        </p:nvSpPr>
        <p:spPr>
          <a:xfrm>
            <a:off x="692257" y="697424"/>
            <a:ext cx="7284204" cy="4959457"/>
          </a:xfrm>
          <a:prstGeom prst="rect">
            <a:avLst/>
          </a:prstGeom>
        </p:spPr>
        <p:txBody>
          <a:bodyPr/>
          <a:lstStyle>
            <a:lvl1pPr>
              <a:buNone/>
              <a:defRPr/>
            </a:lvl1pPr>
          </a:lstStyle>
          <a:p>
            <a:r>
              <a:t>Click icon to add picture</a:t>
            </a:r>
          </a:p>
        </p:txBody>
      </p:sp>
      <p:sp>
        <p:nvSpPr>
          <p:cNvPr id="5" name="Text Placeholder 2">
            <a:extLst>
              <a:ext uri="{FF2B5EF4-FFF2-40B4-BE49-F238E27FC236}">
                <a16:creationId xmlns:a16="http://schemas.microsoft.com/office/drawing/2014/main" id="{D95FC4A8-BA2C-406E-B5D5-280CCFCB7747}"/>
              </a:ext>
            </a:extLst>
          </p:cNvPr>
          <p:cNvSpPr>
            <a:spLocks noGrp="1"/>
          </p:cNvSpPr>
          <p:nvPr>
            <p:ph type="body" idx="1" hasCustomPrompt="1"/>
          </p:nvPr>
        </p:nvSpPr>
        <p:spPr>
          <a:xfrm>
            <a:off x="8338087" y="2887851"/>
            <a:ext cx="2941449" cy="2769030"/>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add text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3"/>
          <p:cNvPicPr>
            <a:picLocks noChangeAspect="1"/>
          </p:cNvPicPr>
          <p:nvPr/>
        </p:nvPicPr>
        <p:blipFill>
          <a:blip r:embed="rId2"/>
          <a:stretch>
            <a:fillRect/>
          </a:stretch>
        </p:blipFill>
        <p:spPr>
          <a:xfrm>
            <a:off x="0" y="0"/>
            <a:ext cx="12192000" cy="6858000"/>
          </a:xfrm>
          <a:prstGeom prst="rect">
            <a:avLst/>
          </a:prstGeom>
        </p:spPr>
      </p:pic>
      <p:sp>
        <p:nvSpPr>
          <p:cNvPr id="5" name="Title 6">
            <a:extLst>
              <a:ext uri="{FF2B5EF4-FFF2-40B4-BE49-F238E27FC236}">
                <a16:creationId xmlns:a16="http://schemas.microsoft.com/office/drawing/2014/main" id="{A7A7EAE1-C4AF-414A-AE13-DB553E7DDD98}"/>
              </a:ext>
            </a:extLst>
          </p:cNvPr>
          <p:cNvSpPr>
            <a:spLocks noGrp="1"/>
          </p:cNvSpPr>
          <p:nvPr>
            <p:ph type="title" hasCustomPrompt="1"/>
          </p:nvPr>
        </p:nvSpPr>
        <p:spPr>
          <a:xfrm>
            <a:off x="614766" y="428786"/>
            <a:ext cx="9366142" cy="935064"/>
          </a:xfrm>
          <a:prstGeom prst="rect">
            <a:avLst/>
          </a:prstGeom>
        </p:spPr>
        <p:txBody>
          <a:bodyPr/>
          <a:lstStyle>
            <a:lvl1pPr>
              <a:buNone/>
              <a:defRPr>
                <a:latin typeface="+mn-lt"/>
                <a:ea typeface="+mn-lt"/>
                <a:cs typeface="+mn-lt"/>
              </a:defRPr>
            </a:lvl1pPr>
          </a:lstStyle>
          <a:p>
            <a:r>
              <a:t>IS5542</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pic>
        <p:nvPicPr>
          <p:cNvPr id="20" name="Picture 3"/>
          <p:cNvPicPr>
            <a:picLocks noChangeAspect="1"/>
          </p:cNvPicPr>
          <p:nvPr/>
        </p:nvPicPr>
        <p:blipFill>
          <a:blip r:embed="rId2"/>
          <a:stretch>
            <a:fillRect/>
          </a:stretch>
        </p:blipFill>
        <p:spPr>
          <a:xfrm>
            <a:off x="0" y="0"/>
            <a:ext cx="12192000" cy="6858000"/>
          </a:xfrm>
          <a:prstGeom prst="rect">
            <a:avLst/>
          </a:prstGeom>
        </p:spPr>
      </p:pic>
      <p:sp>
        <p:nvSpPr>
          <p:cNvPr id="17" name="Picture Placeholder 16">
            <a:extLst>
              <a:ext uri="{FF2B5EF4-FFF2-40B4-BE49-F238E27FC236}">
                <a16:creationId xmlns:a16="http://schemas.microsoft.com/office/drawing/2014/main" id="{5BD9DD81-318F-4342-90A7-C5B6AE870AB2}"/>
              </a:ext>
            </a:extLst>
          </p:cNvPr>
          <p:cNvSpPr>
            <a:spLocks noGrp="1"/>
          </p:cNvSpPr>
          <p:nvPr>
            <p:ph type="pic" idx="11"/>
          </p:nvPr>
        </p:nvSpPr>
        <p:spPr>
          <a:xfrm>
            <a:off x="6576446" y="1560162"/>
            <a:ext cx="5104109" cy="3848745"/>
          </a:xfrm>
          <a:prstGeom prst="rect">
            <a:avLst/>
          </a:prstGeom>
        </p:spPr>
        <p:txBody>
          <a:bodyPr/>
          <a:lstStyle>
            <a:lvl1pPr>
              <a:buNone/>
              <a:defRPr/>
            </a:lvl1pPr>
          </a:lstStyle>
          <a:p>
            <a:r>
              <a:t>Click icon to add picture</a:t>
            </a:r>
          </a:p>
        </p:txBody>
      </p:sp>
      <p:sp>
        <p:nvSpPr>
          <p:cNvPr id="18" name="Title 17">
            <a:extLst>
              <a:ext uri="{FF2B5EF4-FFF2-40B4-BE49-F238E27FC236}">
                <a16:creationId xmlns:a16="http://schemas.microsoft.com/office/drawing/2014/main" id="{14257B64-4616-4473-AB33-2CA96A8577A5}"/>
              </a:ext>
            </a:extLst>
          </p:cNvPr>
          <p:cNvSpPr>
            <a:spLocks noGrp="1"/>
          </p:cNvSpPr>
          <p:nvPr>
            <p:ph type="title" hasCustomPrompt="1"/>
          </p:nvPr>
        </p:nvSpPr>
        <p:spPr>
          <a:xfrm>
            <a:off x="-67159" y="2665708"/>
            <a:ext cx="4546169" cy="1911457"/>
          </a:xfrm>
          <a:prstGeom prst="rect">
            <a:avLst/>
          </a:prstGeom>
        </p:spPr>
        <p:txBody>
          <a:bodyPr/>
          <a:lstStyle>
            <a:lvl1pPr algn="ctr">
              <a:buNone/>
              <a:defRPr sz="5000">
                <a:solidFill>
                  <a:schemeClr val="bg1"/>
                </a:solidFill>
                <a:latin typeface="+mn-lt"/>
                <a:ea typeface="+mn-lt"/>
                <a:cs typeface="+mn-lt"/>
              </a:defRPr>
            </a:lvl1pPr>
          </a:lstStyle>
          <a:p>
            <a:r>
              <a:t>Click to </a:t>
            </a:r>
            <a:br/>
            <a:r>
              <a:t>add title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20" name="Picture 2"/>
          <p:cNvPicPr>
            <a:picLocks noChangeAspect="1"/>
          </p:cNvPicPr>
          <p:nvPr/>
        </p:nvPicPr>
        <p:blipFill>
          <a:blip r:embed="rId2"/>
          <a:stretch>
            <a:fillRect/>
          </a:stretch>
        </p:blipFill>
        <p:spPr>
          <a:xfrm>
            <a:off x="0" y="0"/>
            <a:ext cx="12192000" cy="6858000"/>
          </a:xfrm>
          <a:prstGeom prst="rect">
            <a:avLst/>
          </a:prstGeom>
        </p:spPr>
      </p:pic>
      <p:sp>
        <p:nvSpPr>
          <p:cNvPr id="18" name="Title 17">
            <a:extLst>
              <a:ext uri="{FF2B5EF4-FFF2-40B4-BE49-F238E27FC236}">
                <a16:creationId xmlns:a16="http://schemas.microsoft.com/office/drawing/2014/main" id="{14257B64-4616-4473-AB33-2CA96A8577A5}"/>
              </a:ext>
            </a:extLst>
          </p:cNvPr>
          <p:cNvSpPr>
            <a:spLocks noGrp="1"/>
          </p:cNvSpPr>
          <p:nvPr>
            <p:ph type="title" hasCustomPrompt="1"/>
          </p:nvPr>
        </p:nvSpPr>
        <p:spPr>
          <a:xfrm>
            <a:off x="526754" y="2782403"/>
            <a:ext cx="6462982" cy="1293193"/>
          </a:xfrm>
          <a:prstGeom prst="rect">
            <a:avLst/>
          </a:prstGeom>
        </p:spPr>
        <p:txBody>
          <a:bodyPr/>
          <a:lstStyle>
            <a:lvl1pPr algn="ctr">
              <a:buNone/>
              <a:defRPr sz="7200" b="1">
                <a:solidFill>
                  <a:schemeClr val="bg1"/>
                </a:solidFill>
                <a:latin typeface="+mn-lt"/>
                <a:ea typeface="+mn-lt"/>
                <a:cs typeface="+mn-lt"/>
              </a:defRPr>
            </a:lvl1pPr>
          </a:lstStyle>
          <a:p>
            <a:r>
              <a:t>Thank You!</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
        <p:cNvGrpSpPr/>
        <p:nvPr/>
      </p:nvGrpSpPr>
      <p:grpSpPr>
        <a:xfrm>
          <a:off x="0" y="0"/>
          <a:ext cx="0" cy="0"/>
          <a:chOff x="0" y="0"/>
          <a:chExt cx="0" cy="0"/>
        </a:xfrm>
      </p:grpSpPr>
      <p:sp>
        <p:nvSpPr>
          <p:cNvPr id="965" name="Google Shape;965;p109">
            <a:extLst>
              <a:ext uri="{FF2B5EF4-FFF2-40B4-BE49-F238E27FC236}">
                <a16:creationId xmlns:a16="http://schemas.microsoft.com/office/drawing/2014/main" id="{A5A06485-22EE-487E-AB91-ABA73F693D72}"/>
              </a:ext>
            </a:extLst>
          </p:cNvPr>
          <p:cNvSpPr>
            <a:spLocks noGrp="1"/>
          </p:cNvSpPr>
          <p:nvPr>
            <p:ph type="title"/>
          </p:nvPr>
        </p:nvSpPr>
        <p:spPr>
          <a:xfrm>
            <a:off x="415600" y="593367"/>
            <a:ext cx="11360800" cy="763600"/>
          </a:xfrm>
          <a:prstGeom prst="rect">
            <a:avLst/>
          </a:prstGeom>
        </p:spPr>
        <p:txBody>
          <a:bodyPr spcFirstLastPara="1" wrap="square" lIns="91425" tIns="91425" rIns="91425" bIns="91425" anchor="t">
            <a:noAutofit/>
          </a:bodyPr>
          <a:lstStyle>
            <a:lvl1pPr>
              <a:spcBef>
                <a:spcPts val="0"/>
              </a:spcBef>
              <a:spcAft>
                <a:spcPts val="0"/>
              </a:spcAft>
              <a:buSzPts val="2400"/>
              <a:buNone/>
              <a:defRPr/>
            </a:lvl1pPr>
            <a:lvl2pPr>
              <a:spcBef>
                <a:spcPts val="0"/>
              </a:spcBef>
              <a:spcAft>
                <a:spcPts val="0"/>
              </a:spcAft>
              <a:buSzPts val="4200"/>
              <a:buNone/>
              <a:defRPr/>
            </a:lvl2pPr>
            <a:lvl3pPr>
              <a:spcBef>
                <a:spcPts val="0"/>
              </a:spcBef>
              <a:spcAft>
                <a:spcPts val="0"/>
              </a:spcAft>
              <a:buSzPts val="4200"/>
              <a:buNone/>
              <a:defRPr/>
            </a:lvl3pPr>
            <a:lvl4pPr>
              <a:spcBef>
                <a:spcPts val="0"/>
              </a:spcBef>
              <a:spcAft>
                <a:spcPts val="0"/>
              </a:spcAft>
              <a:buSzPts val="4200"/>
              <a:buNone/>
              <a:defRPr/>
            </a:lvl4pPr>
            <a:lvl5pPr>
              <a:spcBef>
                <a:spcPts val="0"/>
              </a:spcBef>
              <a:spcAft>
                <a:spcPts val="0"/>
              </a:spcAft>
              <a:buSzPts val="4200"/>
              <a:buNone/>
              <a:defRPr/>
            </a:lvl5pPr>
            <a:lvl6pPr>
              <a:spcBef>
                <a:spcPts val="0"/>
              </a:spcBef>
              <a:spcAft>
                <a:spcPts val="0"/>
              </a:spcAft>
              <a:buSzPts val="4200"/>
              <a:buNone/>
              <a:defRPr/>
            </a:lvl6pPr>
            <a:lvl7pPr>
              <a:spcBef>
                <a:spcPts val="0"/>
              </a:spcBef>
              <a:spcAft>
                <a:spcPts val="0"/>
              </a:spcAft>
              <a:buSzPts val="4200"/>
              <a:buNone/>
              <a:defRPr/>
            </a:lvl7pPr>
            <a:lvl8pPr>
              <a:spcBef>
                <a:spcPts val="0"/>
              </a:spcBef>
              <a:spcAft>
                <a:spcPts val="0"/>
              </a:spcAft>
              <a:buSzPts val="4200"/>
              <a:buNone/>
              <a:defRPr/>
            </a:lvl8pPr>
            <a:lvl9pPr>
              <a:spcBef>
                <a:spcPts val="0"/>
              </a:spcBef>
              <a:spcAft>
                <a:spcPts val="0"/>
              </a:spcAft>
              <a:buSzPts val="4200"/>
              <a:buNone/>
              <a:defRPr/>
            </a:lvl9pPr>
          </a:lstStyle>
          <a:p>
            <a:endParaRPr/>
          </a:p>
        </p:txBody>
      </p:sp>
      <p:sp>
        <p:nvSpPr>
          <p:cNvPr id="966" name="Google Shape;966;p109">
            <a:extLst>
              <a:ext uri="{FF2B5EF4-FFF2-40B4-BE49-F238E27FC236}">
                <a16:creationId xmlns:a16="http://schemas.microsoft.com/office/drawing/2014/main" id="{130C1656-EB4F-4645-A245-18AE6CE6F753}"/>
              </a:ext>
            </a:extLst>
          </p:cNvPr>
          <p:cNvSpPr>
            <a:spLocks noGrp="1"/>
          </p:cNvSpPr>
          <p:nvPr>
            <p:ph type="body" idx="1"/>
          </p:nvPr>
        </p:nvSpPr>
        <p:spPr>
          <a:xfrm>
            <a:off x="415600" y="1536633"/>
            <a:ext cx="11360800" cy="4555200"/>
          </a:xfrm>
          <a:prstGeom prst="rect">
            <a:avLst/>
          </a:prstGeom>
        </p:spPr>
        <p:txBody>
          <a:bodyPr spcFirstLastPara="1" wrap="square" lIns="91425" tIns="91425" rIns="91425" bIns="91425" anchor="t">
            <a:noAutofit/>
          </a:bodyPr>
          <a:lstStyle>
            <a:lvl1pPr marL="609585" indent="-380990">
              <a:spcBef>
                <a:spcPts val="2933"/>
              </a:spcBef>
              <a:spcAft>
                <a:spcPts val="0"/>
              </a:spcAft>
              <a:buSzPts val="900"/>
              <a:buChar char="•"/>
              <a:defRPr/>
            </a:lvl1pPr>
            <a:lvl2pPr marL="1219170" indent="-380990">
              <a:spcBef>
                <a:spcPts val="2933"/>
              </a:spcBef>
              <a:spcAft>
                <a:spcPts val="0"/>
              </a:spcAft>
              <a:buSzPts val="900"/>
              <a:buChar char="•"/>
              <a:defRPr/>
            </a:lvl2pPr>
            <a:lvl3pPr marL="1828754" indent="-380990">
              <a:spcBef>
                <a:spcPts val="2933"/>
              </a:spcBef>
              <a:spcAft>
                <a:spcPts val="0"/>
              </a:spcAft>
              <a:buSzPts val="900"/>
              <a:buChar char="•"/>
              <a:defRPr/>
            </a:lvl3pPr>
            <a:lvl4pPr marL="2438339" indent="-380990">
              <a:spcBef>
                <a:spcPts val="2933"/>
              </a:spcBef>
              <a:spcAft>
                <a:spcPts val="0"/>
              </a:spcAft>
              <a:buSzPts val="900"/>
              <a:buChar char="•"/>
              <a:defRPr/>
            </a:lvl4pPr>
            <a:lvl5pPr marL="3047924" indent="-380990">
              <a:spcBef>
                <a:spcPts val="2933"/>
              </a:spcBef>
              <a:spcAft>
                <a:spcPts val="0"/>
              </a:spcAft>
              <a:buSzPts val="900"/>
              <a:buChar char="•"/>
              <a:defRPr/>
            </a:lvl5pPr>
            <a:lvl6pPr marL="3657509" indent="-380990">
              <a:spcBef>
                <a:spcPts val="2933"/>
              </a:spcBef>
              <a:spcAft>
                <a:spcPts val="0"/>
              </a:spcAft>
              <a:buSzPts val="900"/>
              <a:buChar char="•"/>
              <a:defRPr/>
            </a:lvl6pPr>
            <a:lvl7pPr marL="4267093" indent="-380990">
              <a:spcBef>
                <a:spcPts val="2933"/>
              </a:spcBef>
              <a:spcAft>
                <a:spcPts val="0"/>
              </a:spcAft>
              <a:buSzPts val="900"/>
              <a:buChar char="•"/>
              <a:defRPr/>
            </a:lvl7pPr>
            <a:lvl8pPr marL="4876678" indent="-380990">
              <a:spcBef>
                <a:spcPts val="2933"/>
              </a:spcBef>
              <a:spcAft>
                <a:spcPts val="0"/>
              </a:spcAft>
              <a:buSzPts val="900"/>
              <a:buChar char="•"/>
              <a:defRPr/>
            </a:lvl8pPr>
            <a:lvl9pPr marL="5486263" indent="-380990">
              <a:spcBef>
                <a:spcPts val="2933"/>
              </a:spcBef>
              <a:spcAft>
                <a:spcPts val="0"/>
              </a:spcAft>
              <a:buSzPts val="900"/>
              <a:buChar char="•"/>
              <a:defRPr/>
            </a:lvl9pPr>
          </a:lstStyle>
          <a:p>
            <a:endParaRPr/>
          </a:p>
        </p:txBody>
      </p:sp>
      <p:sp>
        <p:nvSpPr>
          <p:cNvPr id="967" name="Google Shape;967;p109">
            <a:extLst>
              <a:ext uri="{FF2B5EF4-FFF2-40B4-BE49-F238E27FC236}">
                <a16:creationId xmlns:a16="http://schemas.microsoft.com/office/drawing/2014/main" id="{CF8847EF-7F9D-4F81-9C02-8DD91391346F}"/>
              </a:ext>
            </a:extLst>
          </p:cNvPr>
          <p:cNvSpPr>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Google Cover Slide">
  <p:cSld name="Google Cover Slide">
    <p:bg>
      <p:bgPr>
        <a:solidFill>
          <a:srgbClr val="FFFFFF"/>
        </a:solidFill>
        <a:effectLst/>
      </p:bgPr>
    </p:bg>
    <p:spTree>
      <p:nvGrpSpPr>
        <p:cNvPr id="1" name="Shape 609"/>
        <p:cNvGrpSpPr/>
        <p:nvPr/>
      </p:nvGrpSpPr>
      <p:grpSpPr>
        <a:xfrm>
          <a:off x="0" y="0"/>
          <a:ext cx="0" cy="0"/>
          <a:chOff x="0" y="0"/>
          <a:chExt cx="0" cy="0"/>
        </a:xfrm>
      </p:grpSpPr>
    </p:spTree>
    <p:extLst>
      <p:ext uri="{BB962C8B-B14F-4D97-AF65-F5344CB8AC3E}">
        <p14:creationId xmlns:p14="http://schemas.microsoft.com/office/powerpoint/2010/main" val="486259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21.jpe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9.xml"/><Relationship Id="rId1" Type="http://schemas.openxmlformats.org/officeDocument/2006/relationships/video" Target="https://www.youtube.com/embed/5Ur-Nf85ARw?start=187&amp;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9.xml"/><Relationship Id="rId1" Type="http://schemas.openxmlformats.org/officeDocument/2006/relationships/video" Target="https://www.youtube.com/embed/RMK9AphfLco?start=6&amp;feature=oembed"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video" Target="https://www.youtube.com/embed/-f5WQAk3dYo?feature=oembed" TargetMode="External"/><Relationship Id="rId4" Type="http://schemas.openxmlformats.org/officeDocument/2006/relationships/image" Target="../media/image39.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xml"/><Relationship Id="rId1" Type="http://schemas.openxmlformats.org/officeDocument/2006/relationships/video" Target="https://www.youtube.com/embed/Px3HfB2UkyU?start=2907&amp;feature=oembed" TargetMode="External"/><Relationship Id="rId4" Type="http://schemas.openxmlformats.org/officeDocument/2006/relationships/image" Target="../media/image40.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6.xml"/><Relationship Id="rId1" Type="http://schemas.openxmlformats.org/officeDocument/2006/relationships/video" Target="https://www.youtube.com/embed/oMpNIz9AIu0?start=43&amp;feature=oembed" TargetMode="External"/><Relationship Id="rId4" Type="http://schemas.openxmlformats.org/officeDocument/2006/relationships/image" Target="../media/image41.jpeg"/></Relationships>
</file>

<file path=ppt/slides/_rels/slide5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png"/><Relationship Id="rId9" Type="http://schemas.openxmlformats.org/officeDocument/2006/relationships/image" Target="../media/image4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6.xml"/><Relationship Id="rId1" Type="http://schemas.openxmlformats.org/officeDocument/2006/relationships/slideLayout" Target="../slideLayouts/slideLayout6.xml"/><Relationship Id="rId4" Type="http://schemas.openxmlformats.org/officeDocument/2006/relationships/image" Target="../media/image53.jpe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9343B8-EB39-41A6-93B9-DAF71810FE81}"/>
              </a:ext>
            </a:extLst>
          </p:cNvPr>
          <p:cNvSpPr>
            <a:spLocks noGrp="1"/>
          </p:cNvSpPr>
          <p:nvPr>
            <p:ph type="body" idx="10"/>
          </p:nvPr>
        </p:nvSpPr>
        <p:spPr/>
        <p:txBody>
          <a:bodyPr wrap="square" anchor="ctr">
            <a:noAutofit/>
          </a:bodyPr>
          <a:lstStyle/>
          <a:p>
            <a:pPr algn="ctr">
              <a:buNone/>
            </a:pPr>
            <a:r>
              <a:rPr sz="2250" b="1">
                <a:solidFill>
                  <a:srgbClr val="B11117"/>
                </a:solidFill>
                <a:latin typeface="Calibri"/>
                <a:ea typeface="Calibri"/>
                <a:cs typeface="Calibri"/>
              </a:rPr>
              <a:t>IS5542 — Generative Artificial Intelligence for Business</a:t>
            </a:r>
          </a:p>
          <a:p>
            <a:pPr algn="ctr">
              <a:buNone/>
            </a:pPr>
            <a:r>
              <a:rPr sz="2250" b="1">
                <a:solidFill>
                  <a:srgbClr val="B11117"/>
                </a:solidFill>
                <a:latin typeface="Calibri"/>
                <a:ea typeface="Calibri"/>
                <a:cs typeface="Calibri"/>
              </a:rPr>
              <a:t>Lecture 1</a:t>
            </a:r>
          </a:p>
        </p:txBody>
      </p:sp>
    </p:spTree>
    <p:extLst>
      <p:ext uri="{BB962C8B-B14F-4D97-AF65-F5344CB8AC3E}">
        <p14:creationId xmlns:p14="http://schemas.microsoft.com/office/powerpoint/2010/main" val="2271214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602;p357">
            <a:extLst>
              <a:ext uri="{FF2B5EF4-FFF2-40B4-BE49-F238E27FC236}">
                <a16:creationId xmlns:a16="http://schemas.microsoft.com/office/drawing/2014/main" id="{19B2A43E-5649-A6B5-FFC1-314D5FA85C02}"/>
              </a:ext>
            </a:extLst>
          </p:cNvPr>
          <p:cNvSpPr txBox="1"/>
          <p:nvPr/>
        </p:nvSpPr>
        <p:spPr>
          <a:xfrm>
            <a:off x="933686" y="564031"/>
            <a:ext cx="4825200" cy="709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3300">
                <a:solidFill>
                  <a:srgbClr val="3C4043"/>
                </a:solidFill>
                <a:ea typeface="Google Sans"/>
                <a:cs typeface="Google Sans"/>
                <a:sym typeface="Google Sans"/>
              </a:rPr>
              <a:t>Introducing myself…</a:t>
            </a:r>
            <a:endParaRPr sz="3300" b="1">
              <a:solidFill>
                <a:schemeClr val="dk1"/>
              </a:solidFill>
              <a:ea typeface="Roboto"/>
              <a:cs typeface="Roboto"/>
              <a:sym typeface="Roboto"/>
            </a:endParaRPr>
          </a:p>
        </p:txBody>
      </p:sp>
      <p:sp>
        <p:nvSpPr>
          <p:cNvPr id="4" name="Google Shape;3603;p357">
            <a:extLst>
              <a:ext uri="{FF2B5EF4-FFF2-40B4-BE49-F238E27FC236}">
                <a16:creationId xmlns:a16="http://schemas.microsoft.com/office/drawing/2014/main" id="{4F85EFCA-BD0D-BE8C-5E7A-FA2FC6253FAB}"/>
              </a:ext>
            </a:extLst>
          </p:cNvPr>
          <p:cNvSpPr/>
          <p:nvPr/>
        </p:nvSpPr>
        <p:spPr>
          <a:xfrm>
            <a:off x="6543722" y="3512855"/>
            <a:ext cx="3630718" cy="1618325"/>
          </a:xfrm>
          <a:prstGeom prst="roundRect">
            <a:avLst>
              <a:gd name="adj" fmla="val 16667"/>
            </a:avLst>
          </a:prstGeom>
          <a:noFill/>
          <a:ln w="9525" cap="flat" cmpd="sng">
            <a:solidFill>
              <a:srgbClr val="5F636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604;p357">
            <a:extLst>
              <a:ext uri="{FF2B5EF4-FFF2-40B4-BE49-F238E27FC236}">
                <a16:creationId xmlns:a16="http://schemas.microsoft.com/office/drawing/2014/main" id="{B6C720D3-9D74-F946-81FE-595360973319}"/>
              </a:ext>
            </a:extLst>
          </p:cNvPr>
          <p:cNvSpPr txBox="1"/>
          <p:nvPr/>
        </p:nvSpPr>
        <p:spPr>
          <a:xfrm>
            <a:off x="6616547" y="3578956"/>
            <a:ext cx="3418206" cy="1055925"/>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600" b="1">
                <a:solidFill>
                  <a:srgbClr val="3C4043"/>
                </a:solidFill>
                <a:latin typeface="Google Sans"/>
                <a:ea typeface="Google Sans"/>
                <a:cs typeface="Google Sans"/>
                <a:sym typeface="Google Sans"/>
              </a:rPr>
              <a:t>Andy Chow</a:t>
            </a:r>
            <a:endParaRPr sz="1600" b="1">
              <a:solidFill>
                <a:srgbClr val="3C4043"/>
              </a:solidFill>
              <a:latin typeface="Google Sans"/>
              <a:ea typeface="Google Sans"/>
              <a:cs typeface="Google Sans"/>
              <a:sym typeface="Google Sans"/>
            </a:endParaRPr>
          </a:p>
          <a:p>
            <a:pPr marL="0" lvl="0" indent="0" algn="ctr" rtl="0">
              <a:spcBef>
                <a:spcPts val="800"/>
              </a:spcBef>
              <a:spcAft>
                <a:spcPts val="0"/>
              </a:spcAft>
              <a:buNone/>
            </a:pPr>
            <a:r>
              <a:rPr lang="en">
                <a:solidFill>
                  <a:srgbClr val="4285F4"/>
                </a:solidFill>
                <a:latin typeface="Google Sans Text"/>
                <a:ea typeface="Google Sans Text"/>
                <a:cs typeface="Google Sans Text"/>
                <a:sym typeface="Google Sans Text"/>
              </a:rPr>
              <a:t>Head of Customer Solution Architects</a:t>
            </a:r>
            <a:endParaRPr>
              <a:solidFill>
                <a:srgbClr val="4285F4"/>
              </a:solidFill>
              <a:latin typeface="Google Sans Text"/>
              <a:ea typeface="Google Sans Text"/>
              <a:cs typeface="Google Sans Text"/>
              <a:sym typeface="Google Sans Text"/>
            </a:endParaRPr>
          </a:p>
          <a:p>
            <a:pPr marL="0" lvl="0" indent="0" algn="ctr" rtl="0">
              <a:spcBef>
                <a:spcPts val="800"/>
              </a:spcBef>
              <a:spcAft>
                <a:spcPts val="800"/>
              </a:spcAft>
              <a:buNone/>
            </a:pPr>
            <a:r>
              <a:rPr lang="en">
                <a:solidFill>
                  <a:srgbClr val="4285F4"/>
                </a:solidFill>
                <a:latin typeface="Google Sans Text"/>
                <a:ea typeface="Google Sans Text"/>
                <a:cs typeface="Google Sans Text"/>
                <a:sym typeface="Google Sans Text"/>
              </a:rPr>
              <a:t>Google Cloud HK</a:t>
            </a:r>
            <a:endParaRPr b="1">
              <a:solidFill>
                <a:srgbClr val="9AA0A6"/>
              </a:solidFill>
              <a:latin typeface="Google Sans"/>
              <a:ea typeface="Google Sans"/>
              <a:cs typeface="Google Sans"/>
              <a:sym typeface="Google Sans"/>
            </a:endParaRPr>
          </a:p>
        </p:txBody>
      </p:sp>
      <p:pic>
        <p:nvPicPr>
          <p:cNvPr id="7" name="Google Shape;3605;p357">
            <a:extLst>
              <a:ext uri="{FF2B5EF4-FFF2-40B4-BE49-F238E27FC236}">
                <a16:creationId xmlns:a16="http://schemas.microsoft.com/office/drawing/2014/main" id="{006141E4-6AA6-A609-2737-00B9EE0B6992}"/>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7336887" y="1346700"/>
            <a:ext cx="1977525" cy="1977525"/>
          </a:xfrm>
          <a:prstGeom prst="rect">
            <a:avLst/>
          </a:prstGeom>
          <a:noFill/>
          <a:ln>
            <a:noFill/>
          </a:ln>
        </p:spPr>
      </p:pic>
      <p:sp>
        <p:nvSpPr>
          <p:cNvPr id="8" name="Google Shape;3606;p357">
            <a:extLst>
              <a:ext uri="{FF2B5EF4-FFF2-40B4-BE49-F238E27FC236}">
                <a16:creationId xmlns:a16="http://schemas.microsoft.com/office/drawing/2014/main" id="{76DDD416-AFEC-E4C1-5CF9-C715D4EDD911}"/>
              </a:ext>
            </a:extLst>
          </p:cNvPr>
          <p:cNvSpPr txBox="1"/>
          <p:nvPr/>
        </p:nvSpPr>
        <p:spPr>
          <a:xfrm>
            <a:off x="1304455" y="1228493"/>
            <a:ext cx="2343000" cy="6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Google Sans"/>
                <a:ea typeface="Google Sans"/>
                <a:cs typeface="Google Sans"/>
                <a:sym typeface="Google Sans"/>
              </a:rPr>
              <a:t>Joined Google in 2019</a:t>
            </a:r>
            <a:endParaRPr>
              <a:solidFill>
                <a:schemeClr val="dk1"/>
              </a:solidFill>
              <a:latin typeface="Google Sans"/>
              <a:ea typeface="Google Sans"/>
              <a:cs typeface="Google Sans"/>
              <a:sym typeface="Google Sans"/>
            </a:endParaRPr>
          </a:p>
          <a:p>
            <a:pPr marL="0" lvl="0" indent="0" algn="l" rtl="0">
              <a:spcBef>
                <a:spcPts val="0"/>
              </a:spcBef>
              <a:spcAft>
                <a:spcPts val="0"/>
              </a:spcAft>
              <a:buNone/>
            </a:pPr>
            <a:r>
              <a:rPr lang="en">
                <a:solidFill>
                  <a:schemeClr val="dk1"/>
                </a:solidFill>
                <a:latin typeface="Google Sans"/>
                <a:ea typeface="Google Sans"/>
                <a:cs typeface="Google Sans"/>
                <a:sym typeface="Google Sans"/>
              </a:rPr>
              <a:t>Why I join Google?</a:t>
            </a:r>
            <a:endParaRPr>
              <a:solidFill>
                <a:schemeClr val="dk1"/>
              </a:solidFill>
              <a:latin typeface="Google Sans"/>
              <a:ea typeface="Google Sans"/>
              <a:cs typeface="Google Sans"/>
              <a:sym typeface="Google Sans"/>
            </a:endParaRPr>
          </a:p>
        </p:txBody>
      </p:sp>
      <p:pic>
        <p:nvPicPr>
          <p:cNvPr id="9" name="Google Shape;3607;p357">
            <a:extLst>
              <a:ext uri="{FF2B5EF4-FFF2-40B4-BE49-F238E27FC236}">
                <a16:creationId xmlns:a16="http://schemas.microsoft.com/office/drawing/2014/main" id="{EB6EAC20-C02B-7010-DB26-0FB849FB1D76}"/>
              </a:ext>
            </a:extLst>
          </p:cNvPr>
          <p:cNvPicPr preferRelativeResize="0"/>
          <p:nvPr/>
        </p:nvPicPr>
        <p:blipFill>
          <a:blip r:embed="rId4">
            <a:alphaModFix/>
          </a:blip>
          <a:stretch>
            <a:fillRect/>
          </a:stretch>
        </p:blipFill>
        <p:spPr>
          <a:xfrm>
            <a:off x="1460378" y="2493556"/>
            <a:ext cx="1895475" cy="495300"/>
          </a:xfrm>
          <a:prstGeom prst="rect">
            <a:avLst/>
          </a:prstGeom>
          <a:noFill/>
          <a:ln>
            <a:noFill/>
          </a:ln>
        </p:spPr>
      </p:pic>
      <p:pic>
        <p:nvPicPr>
          <p:cNvPr id="10" name="Google Shape;3608;p357">
            <a:extLst>
              <a:ext uri="{FF2B5EF4-FFF2-40B4-BE49-F238E27FC236}">
                <a16:creationId xmlns:a16="http://schemas.microsoft.com/office/drawing/2014/main" id="{505F63E5-FA07-115C-E095-0E2B01967E3A}"/>
              </a:ext>
            </a:extLst>
          </p:cNvPr>
          <p:cNvPicPr preferRelativeResize="0"/>
          <p:nvPr/>
        </p:nvPicPr>
        <p:blipFill>
          <a:blip r:embed="rId5">
            <a:alphaModFix/>
          </a:blip>
          <a:stretch>
            <a:fillRect/>
          </a:stretch>
        </p:blipFill>
        <p:spPr>
          <a:xfrm>
            <a:off x="1688978" y="3240006"/>
            <a:ext cx="1440840" cy="810925"/>
          </a:xfrm>
          <a:prstGeom prst="rect">
            <a:avLst/>
          </a:prstGeom>
          <a:noFill/>
          <a:ln>
            <a:noFill/>
          </a:ln>
        </p:spPr>
      </p:pic>
      <p:sp>
        <p:nvSpPr>
          <p:cNvPr id="11" name="Google Shape;3609;p357">
            <a:extLst>
              <a:ext uri="{FF2B5EF4-FFF2-40B4-BE49-F238E27FC236}">
                <a16:creationId xmlns:a16="http://schemas.microsoft.com/office/drawing/2014/main" id="{989BA2D0-DC5B-26D9-7F6C-B9DB6ECC14AC}"/>
              </a:ext>
            </a:extLst>
          </p:cNvPr>
          <p:cNvSpPr txBox="1"/>
          <p:nvPr/>
        </p:nvSpPr>
        <p:spPr>
          <a:xfrm>
            <a:off x="3615078" y="2549356"/>
            <a:ext cx="655200" cy="4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Google Sans"/>
                <a:ea typeface="Google Sans"/>
                <a:cs typeface="Google Sans"/>
                <a:sym typeface="Google Sans"/>
              </a:rPr>
              <a:t>2015</a:t>
            </a:r>
            <a:endParaRPr b="1">
              <a:solidFill>
                <a:schemeClr val="dk1"/>
              </a:solidFill>
              <a:latin typeface="Google Sans"/>
              <a:ea typeface="Google Sans"/>
              <a:cs typeface="Google Sans"/>
              <a:sym typeface="Google Sans"/>
            </a:endParaRPr>
          </a:p>
        </p:txBody>
      </p:sp>
      <p:sp>
        <p:nvSpPr>
          <p:cNvPr id="12" name="Google Shape;3610;p357">
            <a:extLst>
              <a:ext uri="{FF2B5EF4-FFF2-40B4-BE49-F238E27FC236}">
                <a16:creationId xmlns:a16="http://schemas.microsoft.com/office/drawing/2014/main" id="{E3866DC5-3627-3E29-6EFA-734786CDC54F}"/>
              </a:ext>
            </a:extLst>
          </p:cNvPr>
          <p:cNvSpPr txBox="1"/>
          <p:nvPr/>
        </p:nvSpPr>
        <p:spPr>
          <a:xfrm>
            <a:off x="3615078" y="3404275"/>
            <a:ext cx="655200" cy="4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Google Sans"/>
                <a:ea typeface="Google Sans"/>
                <a:cs typeface="Google Sans"/>
                <a:sym typeface="Google Sans"/>
              </a:rPr>
              <a:t>2017 Oct</a:t>
            </a:r>
            <a:endParaRPr b="1">
              <a:solidFill>
                <a:schemeClr val="dk1"/>
              </a:solidFill>
              <a:latin typeface="Google Sans"/>
              <a:ea typeface="Google Sans"/>
              <a:cs typeface="Google Sans"/>
              <a:sym typeface="Google Sans"/>
            </a:endParaRPr>
          </a:p>
        </p:txBody>
      </p:sp>
      <p:pic>
        <p:nvPicPr>
          <p:cNvPr id="13" name="Google Shape;3611;p357">
            <a:extLst>
              <a:ext uri="{FF2B5EF4-FFF2-40B4-BE49-F238E27FC236}">
                <a16:creationId xmlns:a16="http://schemas.microsoft.com/office/drawing/2014/main" id="{5A2FEEAD-37B8-5812-8361-925DD3663BFE}"/>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549291" y="4302081"/>
            <a:ext cx="1720217" cy="963325"/>
          </a:xfrm>
          <a:prstGeom prst="rect">
            <a:avLst/>
          </a:prstGeom>
          <a:noFill/>
          <a:ln>
            <a:noFill/>
          </a:ln>
        </p:spPr>
      </p:pic>
      <p:sp>
        <p:nvSpPr>
          <p:cNvPr id="14" name="Google Shape;3612;p357">
            <a:extLst>
              <a:ext uri="{FF2B5EF4-FFF2-40B4-BE49-F238E27FC236}">
                <a16:creationId xmlns:a16="http://schemas.microsoft.com/office/drawing/2014/main" id="{52D23034-3D88-3BE6-2CBE-65693E677E30}"/>
              </a:ext>
            </a:extLst>
          </p:cNvPr>
          <p:cNvSpPr txBox="1"/>
          <p:nvPr/>
        </p:nvSpPr>
        <p:spPr>
          <a:xfrm>
            <a:off x="3615078" y="4563994"/>
            <a:ext cx="655200" cy="4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Google Sans"/>
                <a:ea typeface="Google Sans"/>
                <a:cs typeface="Google Sans"/>
                <a:sym typeface="Google Sans"/>
              </a:rPr>
              <a:t>2017 Dec</a:t>
            </a:r>
            <a:endParaRPr b="1">
              <a:solidFill>
                <a:schemeClr val="dk1"/>
              </a:solidFill>
              <a:latin typeface="Google Sans"/>
              <a:ea typeface="Google Sans"/>
              <a:cs typeface="Google Sans"/>
              <a:sym typeface="Google Sans"/>
            </a:endParaRPr>
          </a:p>
        </p:txBody>
      </p:sp>
      <p:sp>
        <p:nvSpPr>
          <p:cNvPr id="15" name="Google Shape;3613;p357">
            <a:extLst>
              <a:ext uri="{FF2B5EF4-FFF2-40B4-BE49-F238E27FC236}">
                <a16:creationId xmlns:a16="http://schemas.microsoft.com/office/drawing/2014/main" id="{F8677664-773A-3738-7EAB-8F9C9A1FAAF8}"/>
              </a:ext>
            </a:extLst>
          </p:cNvPr>
          <p:cNvSpPr txBox="1"/>
          <p:nvPr/>
        </p:nvSpPr>
        <p:spPr>
          <a:xfrm>
            <a:off x="4813998" y="3441994"/>
            <a:ext cx="958200" cy="4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Google Sans"/>
                <a:ea typeface="Google Sans"/>
                <a:cs typeface="Google Sans"/>
                <a:sym typeface="Google Sans"/>
              </a:rPr>
              <a:t>40 days</a:t>
            </a:r>
            <a:endParaRPr b="1">
              <a:solidFill>
                <a:schemeClr val="dk1"/>
              </a:solidFill>
              <a:latin typeface="Google Sans"/>
              <a:ea typeface="Google Sans"/>
              <a:cs typeface="Google Sans"/>
              <a:sym typeface="Google Sans"/>
            </a:endParaRPr>
          </a:p>
        </p:txBody>
      </p:sp>
      <p:sp>
        <p:nvSpPr>
          <p:cNvPr id="16" name="Google Shape;3614;p357">
            <a:extLst>
              <a:ext uri="{FF2B5EF4-FFF2-40B4-BE49-F238E27FC236}">
                <a16:creationId xmlns:a16="http://schemas.microsoft.com/office/drawing/2014/main" id="{193D23A4-82E3-2676-21F1-1A048AC60870}"/>
              </a:ext>
            </a:extLst>
          </p:cNvPr>
          <p:cNvSpPr txBox="1"/>
          <p:nvPr/>
        </p:nvSpPr>
        <p:spPr>
          <a:xfrm>
            <a:off x="4817511" y="4563994"/>
            <a:ext cx="958200" cy="4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Google Sans"/>
                <a:ea typeface="Google Sans"/>
                <a:cs typeface="Google Sans"/>
                <a:sym typeface="Google Sans"/>
              </a:rPr>
              <a:t>9 hours</a:t>
            </a:r>
            <a:endParaRPr b="1">
              <a:solidFill>
                <a:schemeClr val="dk1"/>
              </a:solidFill>
              <a:latin typeface="Google Sans"/>
              <a:ea typeface="Google Sans"/>
              <a:cs typeface="Google Sans"/>
              <a:sym typeface="Google Sans"/>
            </a:endParaRPr>
          </a:p>
        </p:txBody>
      </p:sp>
      <p:grpSp>
        <p:nvGrpSpPr>
          <p:cNvPr id="17" name="Group 16">
            <a:extLst>
              <a:ext uri="{FF2B5EF4-FFF2-40B4-BE49-F238E27FC236}">
                <a16:creationId xmlns:a16="http://schemas.microsoft.com/office/drawing/2014/main" id="{8DF5003F-A636-96A0-6863-F9F70E8D2AAD}"/>
              </a:ext>
            </a:extLst>
          </p:cNvPr>
          <p:cNvGrpSpPr/>
          <p:nvPr/>
        </p:nvGrpSpPr>
        <p:grpSpPr>
          <a:xfrm>
            <a:off x="7018635" y="5185356"/>
            <a:ext cx="2318223" cy="747139"/>
            <a:chOff x="5664890" y="4105548"/>
            <a:chExt cx="2318223" cy="747139"/>
          </a:xfrm>
        </p:grpSpPr>
        <p:pic>
          <p:nvPicPr>
            <p:cNvPr id="18" name="Picture 2" descr="Stanford University logo">
              <a:extLst>
                <a:ext uri="{FF2B5EF4-FFF2-40B4-BE49-F238E27FC236}">
                  <a16:creationId xmlns:a16="http://schemas.microsoft.com/office/drawing/2014/main" id="{4FFDEF00-14EB-642C-0459-574F5CE91797}"/>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5664890" y="4105548"/>
              <a:ext cx="747139" cy="74713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B8548B7-3D36-F23A-E2B0-1427FF5803A2}"/>
                </a:ext>
              </a:extLst>
            </p:cNvPr>
            <p:cNvSpPr txBox="1"/>
            <p:nvPr/>
          </p:nvSpPr>
          <p:spPr>
            <a:xfrm>
              <a:off x="6412029" y="4190420"/>
              <a:ext cx="1571084" cy="523220"/>
            </a:xfrm>
            <a:prstGeom prst="rect">
              <a:avLst/>
            </a:prstGeom>
            <a:noFill/>
          </p:spPr>
          <p:txBody>
            <a:bodyPr wrap="square">
              <a:spAutoFit/>
            </a:bodyPr>
            <a:lstStyle/>
            <a:p>
              <a:pPr marL="0" lvl="0" indent="0" rtl="0">
                <a:spcBef>
                  <a:spcPts val="800"/>
                </a:spcBef>
                <a:spcAft>
                  <a:spcPts val="0"/>
                </a:spcAft>
                <a:buNone/>
              </a:pPr>
              <a:r>
                <a:rPr lang="en-HK">
                  <a:solidFill>
                    <a:srgbClr val="4285F4"/>
                  </a:solidFill>
                  <a:latin typeface="Google Sans Text"/>
                  <a:ea typeface="Google Sans Text"/>
                  <a:cs typeface="Google Sans Text"/>
                  <a:sym typeface="Google Sans Text"/>
                </a:rPr>
                <a:t>Graduate Certificate of AI</a:t>
              </a:r>
              <a:endParaRPr lang="en-HK" b="1">
                <a:solidFill>
                  <a:srgbClr val="9AA0A6"/>
                </a:solidFill>
                <a:latin typeface="Google Sans"/>
                <a:ea typeface="Google Sans"/>
                <a:cs typeface="Google Sans"/>
                <a:sym typeface="Google Sans"/>
              </a:endParaRPr>
            </a:p>
          </p:txBody>
        </p:sp>
      </p:grpSp>
      <p:sp>
        <p:nvSpPr>
          <p:cNvPr id="20" name="TextBox 19">
            <a:extLst>
              <a:ext uri="{FF2B5EF4-FFF2-40B4-BE49-F238E27FC236}">
                <a16:creationId xmlns:a16="http://schemas.microsoft.com/office/drawing/2014/main" id="{374685CE-3F07-CCD4-BB03-CE31C87C8003}"/>
              </a:ext>
            </a:extLst>
          </p:cNvPr>
          <p:cNvSpPr txBox="1"/>
          <p:nvPr/>
        </p:nvSpPr>
        <p:spPr>
          <a:xfrm>
            <a:off x="1609947" y="2493556"/>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93841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heckerboard(across)">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3300" b="1">
                <a:solidFill>
                  <a:srgbClr val="262626"/>
                </a:solidFill>
                <a:latin typeface="Calibri"/>
                <a:ea typeface="Calibri"/>
                <a:cs typeface="Calibri"/>
              </a:rPr>
              <a:t>Course Instructor: Miao Yu</a:t>
            </a:r>
          </a:p>
        </p:txBody>
      </p:sp>
      <p:pic>
        <p:nvPicPr>
          <p:cNvPr id="24" name="Picture 24"/>
          <p:cNvPicPr>
            <a:picLocks noChangeAspect="1"/>
          </p:cNvPicPr>
          <p:nvPr/>
        </p:nvPicPr>
        <p:blipFill>
          <a:blip r:embed="rId3"/>
          <a:stretch/>
        </p:blipFill>
        <p:spPr>
          <a:xfrm>
            <a:off x="1149249" y="1360404"/>
            <a:ext cx="9798983" cy="4853559"/>
          </a:xfrm>
          <a:prstGeom prst="rect">
            <a:avLst/>
          </a:prstGeom>
        </p:spPr>
      </p:pic>
      <p:sp>
        <p:nvSpPr>
          <p:cNvPr id="6" name="Editable body text 3-1">
            <a:extLst>
              <a:ext uri="{FF2B5EF4-FFF2-40B4-BE49-F238E27FC236}">
                <a16:creationId xmlns:a16="http://schemas.microsoft.com/office/drawing/2014/main" id="{9251FFF8-5B71-494C-A471-32416124193E}"/>
              </a:ext>
            </a:extLst>
          </p:cNvPr>
          <p:cNvSpPr>
            <a:spLocks noGrp="1"/>
          </p:cNvSpPr>
          <p:nvPr/>
        </p:nvSpPr>
        <p:spPr>
          <a:xfrm>
            <a:off x="1724025" y="1571625"/>
            <a:ext cx="4476750" cy="571500"/>
          </a:xfrm>
          <a:prstGeom prst="rect">
            <a:avLst/>
          </a:prstGeom>
          <a:noFill/>
          <a:ln w="0">
            <a:noFill/>
            <a:prstDash val="solid"/>
          </a:ln>
        </p:spPr>
        <p:txBody>
          <a:bodyPr wrap="square" lIns="9525" tIns="0" rIns="9525" bIns="0" anchor="ctr">
            <a:noAutofit/>
          </a:bodyPr>
          <a:lstStyle/>
          <a:p>
            <a:pPr>
              <a:buNone/>
              <a:defRPr sz="1800"/>
            </a:pPr>
            <a:r>
              <a:rPr sz="2200" b="1">
                <a:solidFill>
                  <a:srgbClr val="484848"/>
                </a:solidFill>
                <a:latin typeface="Calibri"/>
                <a:ea typeface="Calibri"/>
                <a:cs typeface="Calibri"/>
              </a:rPr>
              <a:t>Research and teaching focus</a:t>
            </a:r>
          </a:p>
        </p:txBody>
      </p:sp>
      <p:sp>
        <p:nvSpPr>
          <p:cNvPr id="7" name="Editable body text 3-2">
            <a:extLst>
              <a:ext uri="{FF2B5EF4-FFF2-40B4-BE49-F238E27FC236}">
                <a16:creationId xmlns:a16="http://schemas.microsoft.com/office/drawing/2014/main" id="{6E0C340A-0123-4FA6-BD43-7890C96DDDB5}"/>
              </a:ext>
            </a:extLst>
          </p:cNvPr>
          <p:cNvSpPr>
            <a:spLocks noGrp="1"/>
          </p:cNvSpPr>
          <p:nvPr/>
        </p:nvSpPr>
        <p:spPr>
          <a:xfrm>
            <a:off x="1733550" y="2190750"/>
            <a:ext cx="4857750" cy="361950"/>
          </a:xfrm>
          <a:prstGeom prst="rect">
            <a:avLst/>
          </a:prstGeom>
          <a:noFill/>
          <a:ln w="0">
            <a:noFill/>
            <a:prstDash val="solid"/>
          </a:ln>
        </p:spPr>
        <p:txBody>
          <a:bodyPr wrap="square" lIns="9525" tIns="0" rIns="9525" bIns="0" anchor="ctr">
            <a:noAutofit/>
          </a:bodyPr>
          <a:lstStyle/>
          <a:p>
            <a:pPr>
              <a:buNone/>
              <a:defRPr sz="1800"/>
            </a:pPr>
            <a:r>
              <a:rPr sz="2000" b="0">
                <a:solidFill>
                  <a:srgbClr val="484848"/>
                </a:solidFill>
                <a:latin typeface="Calibri"/>
                <a:ea typeface="Calibri"/>
                <a:cs typeface="Calibri"/>
              </a:rPr>
              <a:t>I study how algorithms shape behavior</a:t>
            </a:r>
          </a:p>
        </p:txBody>
      </p:sp>
      <p:sp>
        <p:nvSpPr>
          <p:cNvPr id="8" name="Editable body text 3-3">
            <a:extLst>
              <a:ext uri="{FF2B5EF4-FFF2-40B4-BE49-F238E27FC236}">
                <a16:creationId xmlns:a16="http://schemas.microsoft.com/office/drawing/2014/main" id="{1569B483-BFD7-4F56-8C1C-61D9AB3E9D0C}"/>
              </a:ext>
            </a:extLst>
          </p:cNvPr>
          <p:cNvSpPr>
            <a:spLocks noGrp="1"/>
          </p:cNvSpPr>
          <p:nvPr/>
        </p:nvSpPr>
        <p:spPr>
          <a:xfrm>
            <a:off x="1733550" y="2524125"/>
            <a:ext cx="4857750" cy="361950"/>
          </a:xfrm>
          <a:prstGeom prst="rect">
            <a:avLst/>
          </a:prstGeom>
          <a:noFill/>
          <a:ln w="0">
            <a:noFill/>
            <a:prstDash val="solid"/>
          </a:ln>
        </p:spPr>
        <p:txBody>
          <a:bodyPr wrap="square" lIns="9525" tIns="0" rIns="9525" bIns="0" anchor="ctr">
            <a:noAutofit/>
          </a:bodyPr>
          <a:lstStyle/>
          <a:p>
            <a:pPr>
              <a:buNone/>
              <a:defRPr sz="1800"/>
            </a:pPr>
            <a:r>
              <a:rPr sz="2000" b="0">
                <a:solidFill>
                  <a:srgbClr val="484848"/>
                </a:solidFill>
                <a:latin typeface="Calibri"/>
                <a:ea typeface="Calibri"/>
                <a:cs typeface="Calibri"/>
              </a:rPr>
              <a:t>and build trustworthy AI for practice.</a:t>
            </a:r>
          </a:p>
        </p:txBody>
      </p:sp>
      <p:sp>
        <p:nvSpPr>
          <p:cNvPr id="9" name="Editable body text 3-4">
            <a:extLst>
              <a:ext uri="{FF2B5EF4-FFF2-40B4-BE49-F238E27FC236}">
                <a16:creationId xmlns:a16="http://schemas.microsoft.com/office/drawing/2014/main" id="{6CD92C41-7DC4-437A-87B5-8272520DBE05}"/>
              </a:ext>
            </a:extLst>
          </p:cNvPr>
          <p:cNvSpPr>
            <a:spLocks noGrp="1"/>
          </p:cNvSpPr>
          <p:nvPr/>
        </p:nvSpPr>
        <p:spPr>
          <a:xfrm>
            <a:off x="1762125" y="3000375"/>
            <a:ext cx="4286250" cy="361950"/>
          </a:xfrm>
          <a:prstGeom prst="rect">
            <a:avLst/>
          </a:prstGeom>
          <a:noFill/>
          <a:ln w="0">
            <a:noFill/>
            <a:prstDash val="solid"/>
          </a:ln>
        </p:spPr>
        <p:txBody>
          <a:bodyPr wrap="square" lIns="9525" tIns="0" rIns="9525" bIns="0" anchor="ctr">
            <a:noAutofit/>
          </a:bodyPr>
          <a:lstStyle/>
          <a:p>
            <a:pPr>
              <a:buNone/>
              <a:defRPr sz="1800"/>
            </a:pPr>
            <a:r>
              <a:rPr sz="2000" b="1">
                <a:solidFill>
                  <a:srgbClr val="484848"/>
                </a:solidFill>
                <a:latin typeface="Calibri"/>
                <a:ea typeface="Calibri"/>
                <a:cs typeface="Calibri"/>
              </a:rPr>
              <a:t>Assistant Professor, </a:t>
            </a:r>
            <a:r>
              <a:rPr sz="2000" b="1" err="1">
                <a:solidFill>
                  <a:srgbClr val="484848"/>
                </a:solidFill>
                <a:latin typeface="Calibri"/>
                <a:ea typeface="Calibri"/>
                <a:cs typeface="Calibri"/>
              </a:rPr>
              <a:t>CityUHK</a:t>
            </a:r>
            <a:endParaRPr sz="2000" b="1">
              <a:solidFill>
                <a:srgbClr val="484848"/>
              </a:solidFill>
              <a:latin typeface="Calibri"/>
              <a:ea typeface="Calibri"/>
              <a:cs typeface="Calibri"/>
            </a:endParaRPr>
          </a:p>
        </p:txBody>
      </p:sp>
      <p:sp>
        <p:nvSpPr>
          <p:cNvPr id="10" name="Editable body text 3-5">
            <a:extLst>
              <a:ext uri="{FF2B5EF4-FFF2-40B4-BE49-F238E27FC236}">
                <a16:creationId xmlns:a16="http://schemas.microsoft.com/office/drawing/2014/main" id="{8851E05B-A2AC-4DC3-83EF-76C949515EC6}"/>
              </a:ext>
            </a:extLst>
          </p:cNvPr>
          <p:cNvSpPr>
            <a:spLocks noGrp="1"/>
          </p:cNvSpPr>
          <p:nvPr/>
        </p:nvSpPr>
        <p:spPr>
          <a:xfrm>
            <a:off x="1762125" y="3429000"/>
            <a:ext cx="3333750" cy="361950"/>
          </a:xfrm>
          <a:prstGeom prst="rect">
            <a:avLst/>
          </a:prstGeom>
          <a:noFill/>
          <a:ln w="0">
            <a:noFill/>
            <a:prstDash val="solid"/>
          </a:ln>
        </p:spPr>
        <p:txBody>
          <a:bodyPr wrap="square" lIns="9525" tIns="0" rIns="9525" bIns="0" anchor="ctr">
            <a:noAutofit/>
          </a:bodyPr>
          <a:lstStyle/>
          <a:p>
            <a:pPr>
              <a:buNone/>
              <a:defRPr sz="1800"/>
            </a:pPr>
            <a:r>
              <a:rPr sz="2000" b="0">
                <a:solidFill>
                  <a:srgbClr val="484848"/>
                </a:solidFill>
                <a:latin typeface="Calibri"/>
                <a:ea typeface="Calibri"/>
                <a:cs typeface="Calibri"/>
              </a:rPr>
              <a:t>Ph.D. in IS, HKU</a:t>
            </a:r>
          </a:p>
        </p:txBody>
      </p:sp>
      <p:sp>
        <p:nvSpPr>
          <p:cNvPr id="11" name="Editable body text 3-6">
            <a:extLst>
              <a:ext uri="{FF2B5EF4-FFF2-40B4-BE49-F238E27FC236}">
                <a16:creationId xmlns:a16="http://schemas.microsoft.com/office/drawing/2014/main" id="{8636C76A-36A6-4E94-A452-65A80CD06B01}"/>
              </a:ext>
            </a:extLst>
          </p:cNvPr>
          <p:cNvSpPr>
            <a:spLocks noGrp="1"/>
          </p:cNvSpPr>
          <p:nvPr/>
        </p:nvSpPr>
        <p:spPr>
          <a:xfrm>
            <a:off x="1762125" y="3857625"/>
            <a:ext cx="3333750" cy="361950"/>
          </a:xfrm>
          <a:prstGeom prst="rect">
            <a:avLst/>
          </a:prstGeom>
          <a:noFill/>
          <a:ln w="0">
            <a:noFill/>
            <a:prstDash val="solid"/>
          </a:ln>
        </p:spPr>
        <p:txBody>
          <a:bodyPr wrap="square" lIns="9525" tIns="0" rIns="9525" bIns="0" anchor="ctr">
            <a:noAutofit/>
          </a:bodyPr>
          <a:lstStyle/>
          <a:p>
            <a:pPr>
              <a:buNone/>
              <a:defRPr sz="1800"/>
            </a:pPr>
            <a:r>
              <a:rPr sz="2000" b="0">
                <a:solidFill>
                  <a:srgbClr val="484848"/>
                </a:solidFill>
                <a:latin typeface="Calibri"/>
                <a:ea typeface="Calibri"/>
                <a:cs typeface="Calibri"/>
              </a:rPr>
              <a:t>M.S., Michigan Ross</a:t>
            </a:r>
          </a:p>
        </p:txBody>
      </p:sp>
      <p:sp>
        <p:nvSpPr>
          <p:cNvPr id="12" name="Editable body text 3-7">
            <a:extLst>
              <a:ext uri="{FF2B5EF4-FFF2-40B4-BE49-F238E27FC236}">
                <a16:creationId xmlns:a16="http://schemas.microsoft.com/office/drawing/2014/main" id="{3333F909-3B18-4A66-A530-59A7D3DCE2B6}"/>
              </a:ext>
            </a:extLst>
          </p:cNvPr>
          <p:cNvSpPr>
            <a:spLocks noGrp="1"/>
          </p:cNvSpPr>
          <p:nvPr/>
        </p:nvSpPr>
        <p:spPr>
          <a:xfrm>
            <a:off x="1762125" y="4286250"/>
            <a:ext cx="3810000" cy="361950"/>
          </a:xfrm>
          <a:prstGeom prst="rect">
            <a:avLst/>
          </a:prstGeom>
          <a:noFill/>
          <a:ln w="0">
            <a:noFill/>
            <a:prstDash val="solid"/>
          </a:ln>
        </p:spPr>
        <p:txBody>
          <a:bodyPr wrap="square" lIns="9525" tIns="0" rIns="9525" bIns="0" anchor="ctr">
            <a:noAutofit/>
          </a:bodyPr>
          <a:lstStyle/>
          <a:p>
            <a:pPr>
              <a:buNone/>
              <a:defRPr sz="1800"/>
            </a:pPr>
            <a:r>
              <a:rPr sz="2000" b="0">
                <a:solidFill>
                  <a:srgbClr val="484848"/>
                </a:solidFill>
                <a:latin typeface="Calibri"/>
                <a:ea typeface="Calibri"/>
                <a:cs typeface="Calibri"/>
              </a:rPr>
              <a:t>B.S., Nankai University</a:t>
            </a:r>
          </a:p>
        </p:txBody>
      </p:sp>
      <p:sp>
        <p:nvSpPr>
          <p:cNvPr id="13" name="Editable body text 3-8">
            <a:extLst>
              <a:ext uri="{FF2B5EF4-FFF2-40B4-BE49-F238E27FC236}">
                <a16:creationId xmlns:a16="http://schemas.microsoft.com/office/drawing/2014/main" id="{2D8063FF-F3A7-46B3-91FA-F9892BA96868}"/>
              </a:ext>
            </a:extLst>
          </p:cNvPr>
          <p:cNvSpPr>
            <a:spLocks noGrp="1"/>
          </p:cNvSpPr>
          <p:nvPr/>
        </p:nvSpPr>
        <p:spPr>
          <a:xfrm>
            <a:off x="1762125" y="4714875"/>
            <a:ext cx="1143000" cy="361950"/>
          </a:xfrm>
          <a:prstGeom prst="rect">
            <a:avLst/>
          </a:prstGeom>
          <a:noFill/>
          <a:ln w="0">
            <a:noFill/>
            <a:prstDash val="solid"/>
          </a:ln>
        </p:spPr>
        <p:txBody>
          <a:bodyPr wrap="square" lIns="9525" tIns="0" rIns="9525" bIns="0" anchor="ctr">
            <a:noAutofit/>
          </a:bodyPr>
          <a:lstStyle/>
          <a:p>
            <a:pPr>
              <a:buNone/>
              <a:defRPr sz="1800"/>
            </a:pPr>
            <a:r>
              <a:rPr sz="2000" b="1">
                <a:solidFill>
                  <a:srgbClr val="484848"/>
                </a:solidFill>
                <a:latin typeface="Calibri"/>
                <a:ea typeface="Calibri"/>
                <a:cs typeface="Calibri"/>
              </a:rPr>
              <a:t>Methods</a:t>
            </a:r>
          </a:p>
        </p:txBody>
      </p:sp>
      <p:sp>
        <p:nvSpPr>
          <p:cNvPr id="14" name="Editable body text 3-9">
            <a:extLst>
              <a:ext uri="{FF2B5EF4-FFF2-40B4-BE49-F238E27FC236}">
                <a16:creationId xmlns:a16="http://schemas.microsoft.com/office/drawing/2014/main" id="{0D0838B3-CB84-4B6F-8047-7EA281F9E811}"/>
              </a:ext>
            </a:extLst>
          </p:cNvPr>
          <p:cNvSpPr>
            <a:spLocks noGrp="1"/>
          </p:cNvSpPr>
          <p:nvPr/>
        </p:nvSpPr>
        <p:spPr>
          <a:xfrm>
            <a:off x="2952750" y="4714875"/>
            <a:ext cx="3429000" cy="361950"/>
          </a:xfrm>
          <a:prstGeom prst="rect">
            <a:avLst/>
          </a:prstGeom>
          <a:noFill/>
          <a:ln w="0">
            <a:noFill/>
            <a:prstDash val="solid"/>
          </a:ln>
        </p:spPr>
        <p:txBody>
          <a:bodyPr wrap="square" lIns="9525" tIns="0" rIns="9525" bIns="0" anchor="ctr">
            <a:noAutofit/>
          </a:bodyPr>
          <a:lstStyle/>
          <a:p>
            <a:pPr>
              <a:buNone/>
              <a:defRPr sz="1800"/>
            </a:pPr>
            <a:r>
              <a:rPr sz="2000">
                <a:solidFill>
                  <a:srgbClr val="484848"/>
                </a:solidFill>
                <a:latin typeface="Calibri"/>
                <a:ea typeface="Calibri"/>
                <a:cs typeface="Calibri"/>
              </a:rPr>
              <a:t>LLMs • RAG • Agentic AI</a:t>
            </a:r>
          </a:p>
        </p:txBody>
      </p:sp>
      <p:sp>
        <p:nvSpPr>
          <p:cNvPr id="15" name="Editable body text 3-10">
            <a:extLst>
              <a:ext uri="{FF2B5EF4-FFF2-40B4-BE49-F238E27FC236}">
                <a16:creationId xmlns:a16="http://schemas.microsoft.com/office/drawing/2014/main" id="{AC192361-9437-4F95-9B42-1713FA69C26A}"/>
              </a:ext>
            </a:extLst>
          </p:cNvPr>
          <p:cNvSpPr>
            <a:spLocks noGrp="1"/>
          </p:cNvSpPr>
          <p:nvPr/>
        </p:nvSpPr>
        <p:spPr>
          <a:xfrm>
            <a:off x="7810500" y="4354234"/>
            <a:ext cx="2476500" cy="381000"/>
          </a:xfrm>
          <a:prstGeom prst="rect">
            <a:avLst/>
          </a:prstGeom>
          <a:noFill/>
          <a:ln w="0">
            <a:noFill/>
            <a:prstDash val="solid"/>
          </a:ln>
        </p:spPr>
        <p:txBody>
          <a:bodyPr wrap="square" lIns="9525" tIns="0" rIns="9525" bIns="0" anchor="ctr">
            <a:noAutofit/>
          </a:bodyPr>
          <a:lstStyle/>
          <a:p>
            <a:pPr>
              <a:buNone/>
              <a:defRPr sz="1800"/>
            </a:pPr>
            <a:r>
              <a:rPr sz="2200" b="1">
                <a:solidFill>
                  <a:srgbClr val="484848"/>
                </a:solidFill>
                <a:latin typeface="Calibri"/>
                <a:ea typeface="Calibri"/>
                <a:cs typeface="Calibri"/>
              </a:rPr>
              <a:t>Dr. Miao YU</a:t>
            </a:r>
          </a:p>
        </p:txBody>
      </p:sp>
      <p:sp>
        <p:nvSpPr>
          <p:cNvPr id="17" name="Editable body text 3-12">
            <a:extLst>
              <a:ext uri="{FF2B5EF4-FFF2-40B4-BE49-F238E27FC236}">
                <a16:creationId xmlns:a16="http://schemas.microsoft.com/office/drawing/2014/main" id="{A8B20458-DBB0-419D-B4B6-8EC8E5755E55}"/>
              </a:ext>
            </a:extLst>
          </p:cNvPr>
          <p:cNvSpPr>
            <a:spLocks noGrp="1"/>
          </p:cNvSpPr>
          <p:nvPr/>
        </p:nvSpPr>
        <p:spPr>
          <a:xfrm>
            <a:off x="7558560" y="4717783"/>
            <a:ext cx="3143250" cy="361950"/>
          </a:xfrm>
          <a:prstGeom prst="rect">
            <a:avLst/>
          </a:prstGeom>
          <a:noFill/>
          <a:ln w="0">
            <a:noFill/>
            <a:prstDash val="solid"/>
          </a:ln>
        </p:spPr>
        <p:txBody>
          <a:bodyPr wrap="square" lIns="9525" tIns="0" rIns="9525" bIns="0" anchor="ctr">
            <a:noAutofit/>
          </a:bodyPr>
          <a:lstStyle/>
          <a:p>
            <a:pPr>
              <a:buNone/>
              <a:defRPr sz="1800"/>
            </a:pPr>
            <a:r>
              <a:rPr sz="2000" b="0">
                <a:solidFill>
                  <a:srgbClr val="4890F0"/>
                </a:solidFill>
                <a:latin typeface="Calibri"/>
                <a:ea typeface="Calibri"/>
                <a:cs typeface="Calibri"/>
              </a:rPr>
              <a:t>Assistant Professor</a:t>
            </a:r>
          </a:p>
        </p:txBody>
      </p:sp>
      <p:sp>
        <p:nvSpPr>
          <p:cNvPr id="18" name="Editable body text 3-13">
            <a:extLst>
              <a:ext uri="{FF2B5EF4-FFF2-40B4-BE49-F238E27FC236}">
                <a16:creationId xmlns:a16="http://schemas.microsoft.com/office/drawing/2014/main" id="{C4161763-A12F-43E3-97EE-24D835EE3AFA}"/>
              </a:ext>
            </a:extLst>
          </p:cNvPr>
          <p:cNvSpPr>
            <a:spLocks noGrp="1"/>
          </p:cNvSpPr>
          <p:nvPr/>
        </p:nvSpPr>
        <p:spPr>
          <a:xfrm>
            <a:off x="1762125" y="5476875"/>
            <a:ext cx="1143000" cy="361950"/>
          </a:xfrm>
          <a:prstGeom prst="rect">
            <a:avLst/>
          </a:prstGeom>
          <a:noFill/>
          <a:ln w="0">
            <a:noFill/>
            <a:prstDash val="solid"/>
          </a:ln>
        </p:spPr>
        <p:txBody>
          <a:bodyPr wrap="square" lIns="9525" tIns="0" rIns="9525" bIns="0" anchor="ctr">
            <a:noAutofit/>
          </a:bodyPr>
          <a:lstStyle/>
          <a:p>
            <a:pPr>
              <a:buNone/>
              <a:defRPr sz="1800"/>
            </a:pPr>
            <a:r>
              <a:rPr sz="2000" b="1">
                <a:solidFill>
                  <a:srgbClr val="484848"/>
                </a:solidFill>
                <a:latin typeface="Calibri"/>
                <a:ea typeface="Calibri"/>
                <a:cs typeface="Calibri"/>
              </a:rPr>
              <a:t>Industry</a:t>
            </a:r>
          </a:p>
        </p:txBody>
      </p:sp>
      <p:sp>
        <p:nvSpPr>
          <p:cNvPr id="20" name="Editable body text 3-15">
            <a:extLst>
              <a:ext uri="{FF2B5EF4-FFF2-40B4-BE49-F238E27FC236}">
                <a16:creationId xmlns:a16="http://schemas.microsoft.com/office/drawing/2014/main" id="{DA92AC37-79E7-4CFC-B228-F467E590D162}"/>
              </a:ext>
            </a:extLst>
          </p:cNvPr>
          <p:cNvSpPr>
            <a:spLocks noGrp="1"/>
          </p:cNvSpPr>
          <p:nvPr/>
        </p:nvSpPr>
        <p:spPr>
          <a:xfrm>
            <a:off x="7142408" y="5004706"/>
            <a:ext cx="3810000" cy="571500"/>
          </a:xfrm>
          <a:prstGeom prst="rect">
            <a:avLst/>
          </a:prstGeom>
          <a:noFill/>
          <a:ln w="0">
            <a:noFill/>
            <a:prstDash val="solid"/>
          </a:ln>
        </p:spPr>
        <p:txBody>
          <a:bodyPr wrap="square" lIns="9525" tIns="0" rIns="9525" bIns="0" anchor="ctr">
            <a:noAutofit/>
          </a:bodyPr>
          <a:lstStyle/>
          <a:p>
            <a:pPr>
              <a:buNone/>
              <a:defRPr sz="1800"/>
            </a:pPr>
            <a:r>
              <a:rPr sz="2000" b="1">
                <a:solidFill>
                  <a:srgbClr val="4890F0"/>
                </a:solidFill>
                <a:latin typeface="Calibri"/>
                <a:ea typeface="Calibri"/>
                <a:cs typeface="Calibri"/>
              </a:rPr>
              <a:t>City University of Hong Kong</a:t>
            </a:r>
          </a:p>
        </p:txBody>
      </p:sp>
      <p:sp>
        <p:nvSpPr>
          <p:cNvPr id="21" name="Editable body text 3-16">
            <a:extLst>
              <a:ext uri="{FF2B5EF4-FFF2-40B4-BE49-F238E27FC236}">
                <a16:creationId xmlns:a16="http://schemas.microsoft.com/office/drawing/2014/main" id="{BA209BDC-B604-4ACA-A261-DEA8F1826FE6}"/>
              </a:ext>
            </a:extLst>
          </p:cNvPr>
          <p:cNvSpPr>
            <a:spLocks noGrp="1"/>
          </p:cNvSpPr>
          <p:nvPr/>
        </p:nvSpPr>
        <p:spPr>
          <a:xfrm>
            <a:off x="1762125" y="5857875"/>
            <a:ext cx="1714500" cy="361950"/>
          </a:xfrm>
          <a:prstGeom prst="rect">
            <a:avLst/>
          </a:prstGeom>
          <a:noFill/>
          <a:ln w="0">
            <a:noFill/>
            <a:prstDash val="solid"/>
          </a:ln>
        </p:spPr>
        <p:txBody>
          <a:bodyPr wrap="square" lIns="9525" tIns="0" rIns="9525" bIns="0" anchor="ctr">
            <a:noAutofit/>
          </a:bodyPr>
          <a:lstStyle/>
          <a:p>
            <a:pPr>
              <a:buNone/>
              <a:defRPr sz="1800"/>
            </a:pPr>
            <a:endParaRPr sz="2000" b="0">
              <a:solidFill>
                <a:srgbClr val="484848"/>
              </a:solidFill>
              <a:latin typeface="Calibri"/>
              <a:ea typeface="Calibri"/>
              <a:cs typeface="Calibri"/>
            </a:endParaRPr>
          </a:p>
        </p:txBody>
      </p:sp>
      <p:pic>
        <p:nvPicPr>
          <p:cNvPr id="3" name="图片 2">
            <a:extLst>
              <a:ext uri="{FF2B5EF4-FFF2-40B4-BE49-F238E27FC236}">
                <a16:creationId xmlns:a16="http://schemas.microsoft.com/office/drawing/2014/main" id="{E03FA526-3E38-FE93-AE49-C9980A9E1CE5}"/>
              </a:ext>
            </a:extLst>
          </p:cNvPr>
          <p:cNvPicPr>
            <a:picLocks noChangeAspect="1"/>
          </p:cNvPicPr>
          <p:nvPr/>
        </p:nvPicPr>
        <p:blipFill>
          <a:blip r:embed="rId4"/>
          <a:stretch>
            <a:fillRect/>
          </a:stretch>
        </p:blipFill>
        <p:spPr>
          <a:xfrm>
            <a:off x="6995788" y="5655521"/>
            <a:ext cx="1126277" cy="1131079"/>
          </a:xfrm>
          <a:prstGeom prst="rect">
            <a:avLst/>
          </a:prstGeom>
        </p:spPr>
      </p:pic>
      <p:pic>
        <p:nvPicPr>
          <p:cNvPr id="5" name="图片 4">
            <a:extLst>
              <a:ext uri="{FF2B5EF4-FFF2-40B4-BE49-F238E27FC236}">
                <a16:creationId xmlns:a16="http://schemas.microsoft.com/office/drawing/2014/main" id="{C3977F2F-A36D-4EB5-3726-7F0414406FC6}"/>
              </a:ext>
            </a:extLst>
          </p:cNvPr>
          <p:cNvPicPr>
            <a:picLocks noChangeAspect="1"/>
          </p:cNvPicPr>
          <p:nvPr/>
        </p:nvPicPr>
        <p:blipFill>
          <a:blip r:embed="rId5"/>
          <a:stretch>
            <a:fillRect/>
          </a:stretch>
        </p:blipFill>
        <p:spPr>
          <a:xfrm>
            <a:off x="8261482" y="5692715"/>
            <a:ext cx="869248" cy="1010158"/>
          </a:xfrm>
          <a:prstGeom prst="rect">
            <a:avLst/>
          </a:prstGeom>
        </p:spPr>
      </p:pic>
      <p:pic>
        <p:nvPicPr>
          <p:cNvPr id="22" name="图片 21">
            <a:extLst>
              <a:ext uri="{FF2B5EF4-FFF2-40B4-BE49-F238E27FC236}">
                <a16:creationId xmlns:a16="http://schemas.microsoft.com/office/drawing/2014/main" id="{906317B7-B74B-24BC-4336-6D43927F2B39}"/>
              </a:ext>
            </a:extLst>
          </p:cNvPr>
          <p:cNvPicPr>
            <a:picLocks noChangeAspect="1"/>
          </p:cNvPicPr>
          <p:nvPr/>
        </p:nvPicPr>
        <p:blipFill>
          <a:blip r:embed="rId6"/>
          <a:srcRect l="19797" t="-411" r="20949" b="1970"/>
          <a:stretch>
            <a:fillRect/>
          </a:stretch>
        </p:blipFill>
        <p:spPr>
          <a:xfrm>
            <a:off x="9135275" y="5640442"/>
            <a:ext cx="1346375" cy="1218859"/>
          </a:xfrm>
          <a:prstGeom prst="rect">
            <a:avLst/>
          </a:prstGeom>
        </p:spPr>
      </p:pic>
      <p:pic>
        <p:nvPicPr>
          <p:cNvPr id="23" name="图片 22">
            <a:extLst>
              <a:ext uri="{FF2B5EF4-FFF2-40B4-BE49-F238E27FC236}">
                <a16:creationId xmlns:a16="http://schemas.microsoft.com/office/drawing/2014/main" id="{1A154F87-2BEE-489C-6CCB-1892B516CAAE}"/>
              </a:ext>
            </a:extLst>
          </p:cNvPr>
          <p:cNvPicPr>
            <a:picLocks noChangeAspect="1"/>
          </p:cNvPicPr>
          <p:nvPr/>
        </p:nvPicPr>
        <p:blipFill>
          <a:blip r:embed="rId7"/>
          <a:stretch>
            <a:fillRect/>
          </a:stretch>
        </p:blipFill>
        <p:spPr>
          <a:xfrm>
            <a:off x="2735775" y="5002442"/>
            <a:ext cx="1619126" cy="1477466"/>
          </a:xfrm>
          <a:prstGeom prst="rect">
            <a:avLst/>
          </a:prstGeom>
        </p:spPr>
      </p:pic>
      <p:pic>
        <p:nvPicPr>
          <p:cNvPr id="25" name="图片 24">
            <a:extLst>
              <a:ext uri="{FF2B5EF4-FFF2-40B4-BE49-F238E27FC236}">
                <a16:creationId xmlns:a16="http://schemas.microsoft.com/office/drawing/2014/main" id="{96EB8916-8D84-3E01-91C5-EF7C2A075E60}"/>
              </a:ext>
            </a:extLst>
          </p:cNvPr>
          <p:cNvPicPr>
            <a:picLocks noChangeAspect="1"/>
          </p:cNvPicPr>
          <p:nvPr/>
        </p:nvPicPr>
        <p:blipFill>
          <a:blip r:embed="rId8"/>
          <a:stretch>
            <a:fillRect/>
          </a:stretch>
        </p:blipFill>
        <p:spPr>
          <a:xfrm>
            <a:off x="2902580" y="5920069"/>
            <a:ext cx="1244795" cy="654334"/>
          </a:xfrm>
          <a:prstGeom prst="rect">
            <a:avLst/>
          </a:prstGeom>
        </p:spPr>
      </p:pic>
    </p:spTree>
    <p:extLst>
      <p:ext uri="{BB962C8B-B14F-4D97-AF65-F5344CB8AC3E}">
        <p14:creationId xmlns:p14="http://schemas.microsoft.com/office/powerpoint/2010/main" val="2938412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3300" b="1">
                <a:solidFill>
                  <a:srgbClr val="262626"/>
                </a:solidFill>
                <a:latin typeface="Calibri"/>
                <a:ea typeface="Calibri"/>
                <a:cs typeface="Calibri"/>
              </a:rPr>
              <a:t>Course Teaching Assistants</a:t>
            </a:r>
          </a:p>
        </p:txBody>
      </p:sp>
      <p:pic>
        <p:nvPicPr>
          <p:cNvPr id="15" name="Picture 15"/>
          <p:cNvPicPr>
            <a:picLocks noChangeAspect="1"/>
          </p:cNvPicPr>
          <p:nvPr/>
        </p:nvPicPr>
        <p:blipFill>
          <a:blip r:embed="rId3"/>
          <a:stretch/>
        </p:blipFill>
        <p:spPr>
          <a:xfrm>
            <a:off x="1261160" y="1640753"/>
            <a:ext cx="9798983" cy="4853559"/>
          </a:xfrm>
          <a:prstGeom prst="rect">
            <a:avLst/>
          </a:prstGeom>
        </p:spPr>
      </p:pic>
      <p:sp>
        <p:nvSpPr>
          <p:cNvPr id="7" name="Editable body text 4-2">
            <a:extLst>
              <a:ext uri="{FF2B5EF4-FFF2-40B4-BE49-F238E27FC236}">
                <a16:creationId xmlns:a16="http://schemas.microsoft.com/office/drawing/2014/main" id="{4A400124-683B-483B-AB18-2B534FB04635}"/>
              </a:ext>
            </a:extLst>
          </p:cNvPr>
          <p:cNvSpPr>
            <a:spLocks noGrp="1"/>
          </p:cNvSpPr>
          <p:nvPr/>
        </p:nvSpPr>
        <p:spPr>
          <a:xfrm>
            <a:off x="4489776" y="2320192"/>
            <a:ext cx="2857500" cy="342900"/>
          </a:xfrm>
          <a:prstGeom prst="rect">
            <a:avLst/>
          </a:prstGeom>
          <a:noFill/>
          <a:ln w="0">
            <a:noFill/>
            <a:prstDash val="solid"/>
          </a:ln>
        </p:spPr>
        <p:txBody>
          <a:bodyPr wrap="square" lIns="9525" tIns="0" rIns="9525" bIns="0" anchor="ctr">
            <a:noAutofit/>
          </a:bodyPr>
          <a:lstStyle/>
          <a:p>
            <a:pPr>
              <a:buNone/>
              <a:defRPr sz="1800"/>
            </a:pPr>
            <a:r>
              <a:rPr sz="2000" b="0">
                <a:solidFill>
                  <a:srgbClr val="000000"/>
                </a:solidFill>
                <a:latin typeface="Calibri"/>
                <a:ea typeface="Calibri"/>
                <a:cs typeface="Calibri"/>
              </a:rPr>
              <a:t>Zhanye (Charles) Li</a:t>
            </a:r>
          </a:p>
        </p:txBody>
      </p:sp>
      <p:sp>
        <p:nvSpPr>
          <p:cNvPr id="8" name="Editable body text 4-3">
            <a:extLst>
              <a:ext uri="{FF2B5EF4-FFF2-40B4-BE49-F238E27FC236}">
                <a16:creationId xmlns:a16="http://schemas.microsoft.com/office/drawing/2014/main" id="{9FD4097B-8CEA-4349-ACAE-3FD3FDF51772}"/>
              </a:ext>
            </a:extLst>
          </p:cNvPr>
          <p:cNvSpPr>
            <a:spLocks noGrp="1"/>
          </p:cNvSpPr>
          <p:nvPr/>
        </p:nvSpPr>
        <p:spPr>
          <a:xfrm>
            <a:off x="4489776" y="2697683"/>
            <a:ext cx="5233736" cy="328863"/>
          </a:xfrm>
          <a:prstGeom prst="rect">
            <a:avLst/>
          </a:prstGeom>
          <a:noFill/>
          <a:ln w="0">
            <a:noFill/>
            <a:prstDash val="solid"/>
          </a:ln>
        </p:spPr>
        <p:txBody>
          <a:bodyPr wrap="square" lIns="9525" tIns="0" rIns="9525" bIns="0" anchor="ctr">
            <a:noAutofit/>
          </a:bodyPr>
          <a:lstStyle/>
          <a:p>
            <a:pPr>
              <a:defRPr sz="1800"/>
            </a:pPr>
            <a:r>
              <a:rPr sz="2000" b="0">
                <a:solidFill>
                  <a:srgbClr val="000000"/>
                </a:solidFill>
                <a:latin typeface="Calibri"/>
                <a:ea typeface="Calibri"/>
                <a:cs typeface="Calibri"/>
              </a:rPr>
              <a:t>Contact:</a:t>
            </a:r>
            <a:r>
              <a:rPr lang="en-US" sz="2000">
                <a:solidFill>
                  <a:srgbClr val="000000"/>
                </a:solidFill>
                <a:latin typeface="Calibri"/>
                <a:ea typeface="Calibri"/>
                <a:cs typeface="Calibri"/>
              </a:rPr>
              <a:t> [private contact removed]</a:t>
            </a:r>
            <a:endParaRPr sz="2000" b="0">
              <a:solidFill>
                <a:srgbClr val="000000"/>
              </a:solidFill>
              <a:latin typeface="Calibri"/>
              <a:ea typeface="Calibri"/>
              <a:cs typeface="Calibri"/>
            </a:endParaRPr>
          </a:p>
        </p:txBody>
      </p:sp>
      <p:sp>
        <p:nvSpPr>
          <p:cNvPr id="9" name="Editable body text 4-4">
            <a:extLst>
              <a:ext uri="{FF2B5EF4-FFF2-40B4-BE49-F238E27FC236}">
                <a16:creationId xmlns:a16="http://schemas.microsoft.com/office/drawing/2014/main" id="{E0F8E67F-DC78-4153-9E62-809FF0A95F61}"/>
              </a:ext>
            </a:extLst>
          </p:cNvPr>
          <p:cNvSpPr>
            <a:spLocks noGrp="1"/>
          </p:cNvSpPr>
          <p:nvPr/>
        </p:nvSpPr>
        <p:spPr>
          <a:xfrm>
            <a:off x="4483264" y="3040588"/>
            <a:ext cx="6299027" cy="696391"/>
          </a:xfrm>
          <a:prstGeom prst="rect">
            <a:avLst/>
          </a:prstGeom>
          <a:noFill/>
          <a:ln w="0">
            <a:noFill/>
            <a:prstDash val="solid"/>
          </a:ln>
        </p:spPr>
        <p:txBody>
          <a:bodyPr wrap="square" lIns="9525" tIns="0" rIns="9525" bIns="0" anchor="ctr">
            <a:noAutofit/>
          </a:bodyPr>
          <a:lstStyle/>
          <a:p>
            <a:pPr>
              <a:defRPr sz="1800"/>
            </a:pPr>
            <a:r>
              <a:rPr sz="2000" b="0">
                <a:solidFill>
                  <a:srgbClr val="000000"/>
                </a:solidFill>
                <a:latin typeface="Calibri"/>
                <a:ea typeface="Calibri"/>
                <a:cs typeface="Calibri"/>
              </a:rPr>
              <a:t>Support:</a:t>
            </a:r>
            <a:r>
              <a:rPr lang="en-US" sz="2000">
                <a:solidFill>
                  <a:srgbClr val="000000"/>
                </a:solidFill>
                <a:latin typeface="Calibri"/>
                <a:ea typeface="Calibri"/>
                <a:cs typeface="Calibri"/>
              </a:rPr>
              <a:t> </a:t>
            </a:r>
            <a:r>
              <a:rPr lang="en-US" sz="2000">
                <a:solidFill>
                  <a:srgbClr val="000000"/>
                </a:solidFill>
                <a:ea typeface="+mn-lt"/>
                <a:cs typeface="+mn-lt"/>
              </a:rPr>
              <a:t>Manage activities on Canvas and handle students' inquiries</a:t>
            </a:r>
            <a:endParaRPr sz="2000" b="0">
              <a:solidFill>
                <a:srgbClr val="000000"/>
              </a:solidFill>
              <a:latin typeface="Calibri"/>
              <a:ea typeface="Calibri"/>
              <a:cs typeface="Calibri"/>
            </a:endParaRPr>
          </a:p>
        </p:txBody>
      </p:sp>
      <p:sp>
        <p:nvSpPr>
          <p:cNvPr id="10" name="Editable body text 4-5">
            <a:extLst>
              <a:ext uri="{FF2B5EF4-FFF2-40B4-BE49-F238E27FC236}">
                <a16:creationId xmlns:a16="http://schemas.microsoft.com/office/drawing/2014/main" id="{2C25CA56-F3DE-4514-8639-9B4624736700}"/>
              </a:ext>
            </a:extLst>
          </p:cNvPr>
          <p:cNvSpPr>
            <a:spLocks noGrp="1"/>
          </p:cNvSpPr>
          <p:nvPr/>
        </p:nvSpPr>
        <p:spPr>
          <a:xfrm>
            <a:off x="4476750" y="4555311"/>
            <a:ext cx="2857500" cy="342900"/>
          </a:xfrm>
          <a:prstGeom prst="rect">
            <a:avLst/>
          </a:prstGeom>
          <a:noFill/>
          <a:ln w="0">
            <a:noFill/>
            <a:prstDash val="solid"/>
          </a:ln>
        </p:spPr>
        <p:txBody>
          <a:bodyPr wrap="square" lIns="9525" tIns="0" rIns="9525" bIns="0" anchor="ctr">
            <a:noAutofit/>
          </a:bodyPr>
          <a:lstStyle/>
          <a:p>
            <a:pPr>
              <a:buNone/>
              <a:defRPr sz="1800"/>
            </a:pPr>
            <a:r>
              <a:rPr sz="2000" b="0">
                <a:solidFill>
                  <a:srgbClr val="000000"/>
                </a:solidFill>
                <a:latin typeface="Calibri"/>
                <a:ea typeface="Calibri"/>
                <a:cs typeface="Calibri"/>
              </a:rPr>
              <a:t>Ningzhe Zhou</a:t>
            </a:r>
          </a:p>
        </p:txBody>
      </p:sp>
      <p:sp>
        <p:nvSpPr>
          <p:cNvPr id="11" name="Editable body text 4-6">
            <a:extLst>
              <a:ext uri="{FF2B5EF4-FFF2-40B4-BE49-F238E27FC236}">
                <a16:creationId xmlns:a16="http://schemas.microsoft.com/office/drawing/2014/main" id="{1514B432-D7A1-44FF-AC2A-9E95E941E738}"/>
              </a:ext>
            </a:extLst>
          </p:cNvPr>
          <p:cNvSpPr>
            <a:spLocks noGrp="1"/>
          </p:cNvSpPr>
          <p:nvPr/>
        </p:nvSpPr>
        <p:spPr>
          <a:xfrm>
            <a:off x="4476750" y="4932322"/>
            <a:ext cx="4992076" cy="330852"/>
          </a:xfrm>
          <a:prstGeom prst="rect">
            <a:avLst/>
          </a:prstGeom>
          <a:noFill/>
          <a:ln w="0">
            <a:noFill/>
            <a:prstDash val="solid"/>
          </a:ln>
        </p:spPr>
        <p:txBody>
          <a:bodyPr wrap="square" lIns="9525" tIns="0" rIns="9525" bIns="0" anchor="ctr">
            <a:noAutofit/>
          </a:bodyPr>
          <a:lstStyle/>
          <a:p>
            <a:pPr>
              <a:defRPr sz="1800"/>
            </a:pPr>
            <a:r>
              <a:rPr sz="2000" b="0">
                <a:solidFill>
                  <a:srgbClr val="000000"/>
                </a:solidFill>
                <a:latin typeface="Calibri"/>
                <a:ea typeface="Calibri"/>
                <a:cs typeface="Calibri"/>
              </a:rPr>
              <a:t>Contact:</a:t>
            </a:r>
            <a:r>
              <a:rPr lang="en-US" altLang="zh-CN" sz="2000">
                <a:solidFill>
                  <a:srgbClr val="000000"/>
                </a:solidFill>
                <a:ea typeface="+mn-lt"/>
                <a:cs typeface="+mn-lt"/>
              </a:rPr>
              <a:t> </a:t>
            </a:r>
            <a:r>
              <a:rPr lang="en-US" sz="2000">
                <a:solidFill>
                  <a:srgbClr val="000000"/>
                </a:solidFill>
                <a:ea typeface="+mn-lt"/>
                <a:cs typeface="+mn-lt"/>
              </a:rPr>
              <a:t>[private contact removed]</a:t>
            </a:r>
            <a:endParaRPr lang="zh-CN" altLang="en-US" sz="2000" b="0">
              <a:solidFill>
                <a:srgbClr val="000000"/>
              </a:solidFill>
              <a:latin typeface="Calibri"/>
              <a:ea typeface="Calibri"/>
              <a:cs typeface="Calibri"/>
            </a:endParaRPr>
          </a:p>
        </p:txBody>
      </p:sp>
      <p:sp>
        <p:nvSpPr>
          <p:cNvPr id="12" name="Editable body text 4-7">
            <a:extLst>
              <a:ext uri="{FF2B5EF4-FFF2-40B4-BE49-F238E27FC236}">
                <a16:creationId xmlns:a16="http://schemas.microsoft.com/office/drawing/2014/main" id="{C8B9B2AD-7AB2-4A3D-8337-6D91E19F42D6}"/>
              </a:ext>
            </a:extLst>
          </p:cNvPr>
          <p:cNvSpPr>
            <a:spLocks noGrp="1"/>
          </p:cNvSpPr>
          <p:nvPr/>
        </p:nvSpPr>
        <p:spPr>
          <a:xfrm>
            <a:off x="4483262" y="5265699"/>
            <a:ext cx="6294641" cy="623925"/>
          </a:xfrm>
          <a:prstGeom prst="rect">
            <a:avLst/>
          </a:prstGeom>
          <a:noFill/>
          <a:ln w="0">
            <a:noFill/>
            <a:prstDash val="solid"/>
          </a:ln>
        </p:spPr>
        <p:txBody>
          <a:bodyPr wrap="square" lIns="9525" tIns="0" rIns="9525" bIns="0" anchor="ctr">
            <a:noAutofit/>
          </a:bodyPr>
          <a:lstStyle/>
          <a:p>
            <a:pPr>
              <a:defRPr sz="1800"/>
            </a:pPr>
            <a:r>
              <a:rPr sz="2000" b="0">
                <a:solidFill>
                  <a:srgbClr val="000000"/>
                </a:solidFill>
                <a:latin typeface="Calibri"/>
                <a:ea typeface="Calibri"/>
                <a:cs typeface="Calibri"/>
              </a:rPr>
              <a:t>Support:</a:t>
            </a:r>
            <a:r>
              <a:rPr lang="zh-CN" altLang="en-US" sz="2000">
                <a:solidFill>
                  <a:srgbClr val="000000"/>
                </a:solidFill>
                <a:latin typeface="Calibri"/>
                <a:ea typeface="Calibri"/>
                <a:cs typeface="Calibri"/>
              </a:rPr>
              <a:t> Provide</a:t>
            </a:r>
            <a:r>
              <a:rPr lang="zh-CN" altLang="en-US" sz="2000">
                <a:solidFill>
                  <a:srgbClr val="000000"/>
                </a:solidFill>
                <a:ea typeface="+mn-lt"/>
                <a:cs typeface="+mn-lt"/>
              </a:rPr>
              <a:t> </a:t>
            </a:r>
            <a:r>
              <a:rPr lang="zh-CN" sz="2000">
                <a:solidFill>
                  <a:srgbClr val="000000"/>
                </a:solidFill>
                <a:ea typeface="+mn-lt"/>
                <a:cs typeface="+mn-lt"/>
              </a:rPr>
              <a:t>on-site</a:t>
            </a:r>
            <a:r>
              <a:rPr lang="zh-CN" altLang="en-US" sz="2000">
                <a:solidFill>
                  <a:srgbClr val="000000"/>
                </a:solidFill>
                <a:latin typeface="Calibri"/>
                <a:ea typeface="Calibri"/>
                <a:cs typeface="Calibri"/>
              </a:rPr>
              <a:t> support, manage activities on Canvas</a:t>
            </a:r>
            <a:endParaRPr lang="zh-CN" altLang="en-US" sz="1600" b="0">
              <a:solidFill>
                <a:srgbClr val="000000"/>
              </a:solidFill>
              <a:latin typeface="Calibri"/>
              <a:ea typeface="Calibri"/>
              <a:cs typeface="Calibri"/>
            </a:endParaRPr>
          </a:p>
        </p:txBody>
      </p:sp>
      <p:pic>
        <p:nvPicPr>
          <p:cNvPr id="2" name="图片 1">
            <a:extLst>
              <a:ext uri="{FF2B5EF4-FFF2-40B4-BE49-F238E27FC236}">
                <a16:creationId xmlns:a16="http://schemas.microsoft.com/office/drawing/2014/main" id="{51DB1CFF-29DB-D84F-E4CC-BB0EF6CB57F3}"/>
              </a:ext>
            </a:extLst>
          </p:cNvPr>
          <p:cNvPicPr>
            <a:picLocks noChangeAspect="1"/>
          </p:cNvPicPr>
          <p:nvPr/>
        </p:nvPicPr>
        <p:blipFill>
          <a:blip r:embed="rId4"/>
          <a:stretch>
            <a:fillRect/>
          </a:stretch>
        </p:blipFill>
        <p:spPr>
          <a:xfrm>
            <a:off x="1987518" y="2059924"/>
            <a:ext cx="1397000" cy="1913890"/>
          </a:xfrm>
          <a:prstGeom prst="rect">
            <a:avLst/>
          </a:prstGeom>
        </p:spPr>
      </p:pic>
      <p:pic>
        <p:nvPicPr>
          <p:cNvPr id="3" name="图片 2">
            <a:extLst>
              <a:ext uri="{FF2B5EF4-FFF2-40B4-BE49-F238E27FC236}">
                <a16:creationId xmlns:a16="http://schemas.microsoft.com/office/drawing/2014/main" id="{457A05B3-C3EC-0A47-E366-B9304D56E7B6}"/>
              </a:ext>
            </a:extLst>
          </p:cNvPr>
          <p:cNvPicPr>
            <a:picLocks noChangeAspect="1"/>
          </p:cNvPicPr>
          <p:nvPr/>
        </p:nvPicPr>
        <p:blipFill>
          <a:blip r:embed="rId5"/>
          <a:stretch>
            <a:fillRect/>
          </a:stretch>
        </p:blipFill>
        <p:spPr>
          <a:xfrm>
            <a:off x="1828715" y="4331026"/>
            <a:ext cx="1722158" cy="1641230"/>
          </a:xfrm>
          <a:prstGeom prst="rect">
            <a:avLst/>
          </a:prstGeom>
        </p:spPr>
      </p:pic>
    </p:spTree>
    <p:extLst>
      <p:ext uri="{BB962C8B-B14F-4D97-AF65-F5344CB8AC3E}">
        <p14:creationId xmlns:p14="http://schemas.microsoft.com/office/powerpoint/2010/main" val="2938412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Module 1: GenAI Foundations (2–3 Weeks)</a:t>
            </a:r>
          </a:p>
        </p:txBody>
      </p:sp>
      <p:pic>
        <p:nvPicPr>
          <p:cNvPr id="13" name="Picture 14"/>
          <p:cNvPicPr>
            <a:picLocks noChangeAspect="1"/>
          </p:cNvPicPr>
          <p:nvPr/>
        </p:nvPicPr>
        <p:blipFill>
          <a:blip r:embed="rId3"/>
          <a:stretch/>
        </p:blipFill>
        <p:spPr>
          <a:xfrm>
            <a:off x="614744" y="1668220"/>
            <a:ext cx="11065764" cy="4668369"/>
          </a:xfrm>
          <a:prstGeom prst="rect">
            <a:avLst/>
          </a:prstGeom>
        </p:spPr>
      </p:pic>
      <p:sp>
        <p:nvSpPr>
          <p:cNvPr id="6" name="Editable body text 5-1">
            <a:extLst>
              <a:ext uri="{FF2B5EF4-FFF2-40B4-BE49-F238E27FC236}">
                <a16:creationId xmlns:a16="http://schemas.microsoft.com/office/drawing/2014/main" id="{6F5755CD-C598-4C5F-8880-0E90BE2993D9}"/>
              </a:ext>
            </a:extLst>
          </p:cNvPr>
          <p:cNvSpPr>
            <a:spLocks noGrp="1"/>
          </p:cNvSpPr>
          <p:nvPr/>
        </p:nvSpPr>
        <p:spPr>
          <a:xfrm>
            <a:off x="1200150" y="19526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Core GenAI concepts, paradigms, and terminology</a:t>
            </a:r>
          </a:p>
        </p:txBody>
      </p:sp>
      <p:sp>
        <p:nvSpPr>
          <p:cNvPr id="7" name="Editable body text 5-2">
            <a:extLst>
              <a:ext uri="{FF2B5EF4-FFF2-40B4-BE49-F238E27FC236}">
                <a16:creationId xmlns:a16="http://schemas.microsoft.com/office/drawing/2014/main" id="{38B849FA-C699-4530-9FE5-6D7F76C227CD}"/>
              </a:ext>
            </a:extLst>
          </p:cNvPr>
          <p:cNvSpPr>
            <a:spLocks noGrp="1"/>
          </p:cNvSpPr>
          <p:nvPr/>
        </p:nvSpPr>
        <p:spPr>
          <a:xfrm>
            <a:off x="1200150" y="25622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How LLMs work: tokens, attention, context, and generation</a:t>
            </a:r>
          </a:p>
        </p:txBody>
      </p:sp>
      <p:sp>
        <p:nvSpPr>
          <p:cNvPr id="8" name="Editable body text 5-3">
            <a:extLst>
              <a:ext uri="{FF2B5EF4-FFF2-40B4-BE49-F238E27FC236}">
                <a16:creationId xmlns:a16="http://schemas.microsoft.com/office/drawing/2014/main" id="{7DAF7757-F5E4-4FCC-A091-8631DFC33ADC}"/>
              </a:ext>
            </a:extLst>
          </p:cNvPr>
          <p:cNvSpPr>
            <a:spLocks noGrp="1"/>
          </p:cNvSpPr>
          <p:nvPr/>
        </p:nvSpPr>
        <p:spPr>
          <a:xfrm>
            <a:off x="1200150" y="31718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Design, train, and evaluate GenAI systems across tasks</a:t>
            </a:r>
          </a:p>
        </p:txBody>
      </p:sp>
      <p:sp>
        <p:nvSpPr>
          <p:cNvPr id="9" name="Editable body text 5-4">
            <a:extLst>
              <a:ext uri="{FF2B5EF4-FFF2-40B4-BE49-F238E27FC236}">
                <a16:creationId xmlns:a16="http://schemas.microsoft.com/office/drawing/2014/main" id="{7A07CEE3-B562-40F7-881D-E03795945C8A}"/>
              </a:ext>
            </a:extLst>
          </p:cNvPr>
          <p:cNvSpPr>
            <a:spLocks noGrp="1"/>
          </p:cNvSpPr>
          <p:nvPr/>
        </p:nvSpPr>
        <p:spPr>
          <a:xfrm>
            <a:off x="1200150" y="37814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Conversational agents and business applications</a:t>
            </a:r>
          </a:p>
        </p:txBody>
      </p:sp>
      <p:sp>
        <p:nvSpPr>
          <p:cNvPr id="10" name="Editable body text 5-5">
            <a:extLst>
              <a:ext uri="{FF2B5EF4-FFF2-40B4-BE49-F238E27FC236}">
                <a16:creationId xmlns:a16="http://schemas.microsoft.com/office/drawing/2014/main" id="{2FB92263-CD80-46B5-83A7-89DDF8479F11}"/>
              </a:ext>
            </a:extLst>
          </p:cNvPr>
          <p:cNvSpPr>
            <a:spLocks noGrp="1"/>
          </p:cNvSpPr>
          <p:nvPr/>
        </p:nvSpPr>
        <p:spPr>
          <a:xfrm>
            <a:off x="1200150" y="43910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Limitations, evaluation, and responsible use</a:t>
            </a:r>
          </a:p>
        </p:txBody>
      </p:sp>
    </p:spTree>
    <p:extLst>
      <p:ext uri="{BB962C8B-B14F-4D97-AF65-F5344CB8AC3E}">
        <p14:creationId xmlns:p14="http://schemas.microsoft.com/office/powerpoint/2010/main" val="2938412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Module 2: GenAI Strategy and Rollout (2–3 Weeks)</a:t>
            </a:r>
          </a:p>
        </p:txBody>
      </p:sp>
      <p:pic>
        <p:nvPicPr>
          <p:cNvPr id="12" name="Picture 12"/>
          <p:cNvPicPr>
            <a:picLocks noChangeAspect="1"/>
          </p:cNvPicPr>
          <p:nvPr/>
        </p:nvPicPr>
        <p:blipFill>
          <a:blip r:embed="rId3"/>
          <a:stretch/>
        </p:blipFill>
        <p:spPr>
          <a:xfrm>
            <a:off x="614744" y="1668220"/>
            <a:ext cx="11065764" cy="4668369"/>
          </a:xfrm>
          <a:prstGeom prst="rect">
            <a:avLst/>
          </a:prstGeom>
        </p:spPr>
      </p:pic>
      <p:sp>
        <p:nvSpPr>
          <p:cNvPr id="6" name="Editable body text 6-1">
            <a:extLst>
              <a:ext uri="{FF2B5EF4-FFF2-40B4-BE49-F238E27FC236}">
                <a16:creationId xmlns:a16="http://schemas.microsoft.com/office/drawing/2014/main" id="{A51F5D5F-67B6-43A0-9530-46349B0DA43C}"/>
              </a:ext>
            </a:extLst>
          </p:cNvPr>
          <p:cNvSpPr>
            <a:spLocks noGrp="1"/>
          </p:cNvSpPr>
          <p:nvPr/>
        </p:nvSpPr>
        <p:spPr>
          <a:xfrm>
            <a:off x="1200150" y="2000250"/>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Identify opportunities and define the business case</a:t>
            </a:r>
          </a:p>
        </p:txBody>
      </p:sp>
      <p:sp>
        <p:nvSpPr>
          <p:cNvPr id="7" name="Editable body text 6-2">
            <a:extLst>
              <a:ext uri="{FF2B5EF4-FFF2-40B4-BE49-F238E27FC236}">
                <a16:creationId xmlns:a16="http://schemas.microsoft.com/office/drawing/2014/main" id="{91D4FD57-ADEF-4AAC-88D5-DA77E6C31479}"/>
              </a:ext>
            </a:extLst>
          </p:cNvPr>
          <p:cNvSpPr>
            <a:spLocks noGrp="1"/>
          </p:cNvSpPr>
          <p:nvPr/>
        </p:nvSpPr>
        <p:spPr>
          <a:xfrm>
            <a:off x="1200150" y="2686050"/>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Build an implementation roadmap and operating model</a:t>
            </a:r>
          </a:p>
        </p:txBody>
      </p:sp>
      <p:sp>
        <p:nvSpPr>
          <p:cNvPr id="8" name="Editable body text 6-3">
            <a:extLst>
              <a:ext uri="{FF2B5EF4-FFF2-40B4-BE49-F238E27FC236}">
                <a16:creationId xmlns:a16="http://schemas.microsoft.com/office/drawing/2014/main" id="{6F7480EF-C81F-4B70-9A52-946036F18528}"/>
              </a:ext>
            </a:extLst>
          </p:cNvPr>
          <p:cNvSpPr>
            <a:spLocks noGrp="1"/>
          </p:cNvSpPr>
          <p:nvPr/>
        </p:nvSpPr>
        <p:spPr>
          <a:xfrm>
            <a:off x="1200150" y="3371850"/>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Select architecture, evaluation metrics, and quality controls</a:t>
            </a:r>
          </a:p>
        </p:txBody>
      </p:sp>
      <p:sp>
        <p:nvSpPr>
          <p:cNvPr id="9" name="Editable body text 6-4">
            <a:extLst>
              <a:ext uri="{FF2B5EF4-FFF2-40B4-BE49-F238E27FC236}">
                <a16:creationId xmlns:a16="http://schemas.microsoft.com/office/drawing/2014/main" id="{BC3614E1-BD52-4D2C-9909-F3DD6B17A583}"/>
              </a:ext>
            </a:extLst>
          </p:cNvPr>
          <p:cNvSpPr>
            <a:spLocks noGrp="1"/>
          </p:cNvSpPr>
          <p:nvPr/>
        </p:nvSpPr>
        <p:spPr>
          <a:xfrm>
            <a:off x="1200150" y="4057650"/>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Prepare people, processes, governance, and change management</a:t>
            </a:r>
          </a:p>
        </p:txBody>
      </p:sp>
    </p:spTree>
    <p:extLst>
      <p:ext uri="{BB962C8B-B14F-4D97-AF65-F5344CB8AC3E}">
        <p14:creationId xmlns:p14="http://schemas.microsoft.com/office/powerpoint/2010/main" val="2938412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Module 3: GenAI Industry Use Cases (4 Weeks)</a:t>
            </a:r>
          </a:p>
        </p:txBody>
      </p:sp>
      <p:pic>
        <p:nvPicPr>
          <p:cNvPr id="13" name="Picture 13"/>
          <p:cNvPicPr>
            <a:picLocks noChangeAspect="1"/>
          </p:cNvPicPr>
          <p:nvPr/>
        </p:nvPicPr>
        <p:blipFill>
          <a:blip r:embed="rId3"/>
          <a:stretch/>
        </p:blipFill>
        <p:spPr>
          <a:xfrm>
            <a:off x="888690" y="1575625"/>
            <a:ext cx="10517871" cy="4853559"/>
          </a:xfrm>
          <a:prstGeom prst="rect">
            <a:avLst/>
          </a:prstGeom>
        </p:spPr>
      </p:pic>
      <p:sp>
        <p:nvSpPr>
          <p:cNvPr id="6" name="Editable body text 7-1">
            <a:extLst>
              <a:ext uri="{FF2B5EF4-FFF2-40B4-BE49-F238E27FC236}">
                <a16:creationId xmlns:a16="http://schemas.microsoft.com/office/drawing/2014/main" id="{4F933102-C7DB-436C-A319-570C08921D1E}"/>
              </a:ext>
            </a:extLst>
          </p:cNvPr>
          <p:cNvSpPr>
            <a:spLocks noGrp="1"/>
          </p:cNvSpPr>
          <p:nvPr/>
        </p:nvSpPr>
        <p:spPr>
          <a:xfrm>
            <a:off x="1200150" y="19526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Guest talks and practitioner case studies</a:t>
            </a:r>
          </a:p>
        </p:txBody>
      </p:sp>
      <p:sp>
        <p:nvSpPr>
          <p:cNvPr id="7" name="Editable body text 7-2">
            <a:extLst>
              <a:ext uri="{FF2B5EF4-FFF2-40B4-BE49-F238E27FC236}">
                <a16:creationId xmlns:a16="http://schemas.microsoft.com/office/drawing/2014/main" id="{5E8D097F-4B5D-447D-97BD-A2BD167C0989}"/>
              </a:ext>
            </a:extLst>
          </p:cNvPr>
          <p:cNvSpPr>
            <a:spLocks noGrp="1"/>
          </p:cNvSpPr>
          <p:nvPr/>
        </p:nvSpPr>
        <p:spPr>
          <a:xfrm>
            <a:off x="1200150" y="25622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Marketing and customer experience</a:t>
            </a:r>
          </a:p>
        </p:txBody>
      </p:sp>
      <p:sp>
        <p:nvSpPr>
          <p:cNvPr id="8" name="Editable body text 7-3">
            <a:extLst>
              <a:ext uri="{FF2B5EF4-FFF2-40B4-BE49-F238E27FC236}">
                <a16:creationId xmlns:a16="http://schemas.microsoft.com/office/drawing/2014/main" id="{ACBA496F-3D0D-43CE-8C35-74D6247B4488}"/>
              </a:ext>
            </a:extLst>
          </p:cNvPr>
          <p:cNvSpPr>
            <a:spLocks noGrp="1"/>
          </p:cNvSpPr>
          <p:nvPr/>
        </p:nvSpPr>
        <p:spPr>
          <a:xfrm>
            <a:off x="1200150" y="31718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Internal efficiency and operations</a:t>
            </a:r>
          </a:p>
        </p:txBody>
      </p:sp>
      <p:sp>
        <p:nvSpPr>
          <p:cNvPr id="9" name="Editable body text 7-4">
            <a:extLst>
              <a:ext uri="{FF2B5EF4-FFF2-40B4-BE49-F238E27FC236}">
                <a16:creationId xmlns:a16="http://schemas.microsoft.com/office/drawing/2014/main" id="{8C74F3EA-0710-4603-B932-39C7D8279656}"/>
              </a:ext>
            </a:extLst>
          </p:cNvPr>
          <p:cNvSpPr>
            <a:spLocks noGrp="1"/>
          </p:cNvSpPr>
          <p:nvPr/>
        </p:nvSpPr>
        <p:spPr>
          <a:xfrm>
            <a:off x="1200150" y="37814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Financial services and insurance</a:t>
            </a:r>
          </a:p>
        </p:txBody>
      </p:sp>
      <p:sp>
        <p:nvSpPr>
          <p:cNvPr id="10" name="Editable body text 7-5">
            <a:extLst>
              <a:ext uri="{FF2B5EF4-FFF2-40B4-BE49-F238E27FC236}">
                <a16:creationId xmlns:a16="http://schemas.microsoft.com/office/drawing/2014/main" id="{25CF99D9-DA93-4457-9C05-880BF9BB1814}"/>
              </a:ext>
            </a:extLst>
          </p:cNvPr>
          <p:cNvSpPr>
            <a:spLocks noGrp="1"/>
          </p:cNvSpPr>
          <p:nvPr/>
        </p:nvSpPr>
        <p:spPr>
          <a:xfrm>
            <a:off x="1200150" y="43910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Retail and other data-intensive services</a:t>
            </a:r>
          </a:p>
        </p:txBody>
      </p:sp>
    </p:spTree>
    <p:extLst>
      <p:ext uri="{BB962C8B-B14F-4D97-AF65-F5344CB8AC3E}">
        <p14:creationId xmlns:p14="http://schemas.microsoft.com/office/powerpoint/2010/main" val="293841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Module 4: Responsible AI (2 Weeks)</a:t>
            </a:r>
          </a:p>
        </p:txBody>
      </p:sp>
      <p:pic>
        <p:nvPicPr>
          <p:cNvPr id="13" name="Picture 13"/>
          <p:cNvPicPr>
            <a:picLocks noChangeAspect="1"/>
          </p:cNvPicPr>
          <p:nvPr/>
        </p:nvPicPr>
        <p:blipFill>
          <a:blip r:embed="rId3"/>
          <a:stretch/>
        </p:blipFill>
        <p:spPr>
          <a:xfrm>
            <a:off x="614744" y="1668220"/>
            <a:ext cx="11065764" cy="4668369"/>
          </a:xfrm>
          <a:prstGeom prst="rect">
            <a:avLst/>
          </a:prstGeom>
        </p:spPr>
      </p:pic>
      <p:sp>
        <p:nvSpPr>
          <p:cNvPr id="6" name="Editable body text 8-1">
            <a:extLst>
              <a:ext uri="{FF2B5EF4-FFF2-40B4-BE49-F238E27FC236}">
                <a16:creationId xmlns:a16="http://schemas.microsoft.com/office/drawing/2014/main" id="{CBEE2EDB-6F14-40BC-A1C6-5CB64D32AF3E}"/>
              </a:ext>
            </a:extLst>
          </p:cNvPr>
          <p:cNvSpPr>
            <a:spLocks noGrp="1"/>
          </p:cNvSpPr>
          <p:nvPr/>
        </p:nvSpPr>
        <p:spPr>
          <a:xfrm>
            <a:off x="1200150" y="19526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Ethical, societal, and human-impact considerations</a:t>
            </a:r>
          </a:p>
        </p:txBody>
      </p:sp>
      <p:sp>
        <p:nvSpPr>
          <p:cNvPr id="7" name="Editable body text 8-2">
            <a:extLst>
              <a:ext uri="{FF2B5EF4-FFF2-40B4-BE49-F238E27FC236}">
                <a16:creationId xmlns:a16="http://schemas.microsoft.com/office/drawing/2014/main" id="{6AA23D63-1C03-415D-9A42-6CCCECA89A19}"/>
              </a:ext>
            </a:extLst>
          </p:cNvPr>
          <p:cNvSpPr>
            <a:spLocks noGrp="1"/>
          </p:cNvSpPr>
          <p:nvPr/>
        </p:nvSpPr>
        <p:spPr>
          <a:xfrm>
            <a:off x="1200150" y="25622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Privacy, security, copyright, and data governance</a:t>
            </a:r>
          </a:p>
        </p:txBody>
      </p:sp>
      <p:sp>
        <p:nvSpPr>
          <p:cNvPr id="8" name="Editable body text 8-3">
            <a:extLst>
              <a:ext uri="{FF2B5EF4-FFF2-40B4-BE49-F238E27FC236}">
                <a16:creationId xmlns:a16="http://schemas.microsoft.com/office/drawing/2014/main" id="{3DA6A5C6-AE81-49FE-B0AD-4525C2F7C5A5}"/>
              </a:ext>
            </a:extLst>
          </p:cNvPr>
          <p:cNvSpPr>
            <a:spLocks noGrp="1"/>
          </p:cNvSpPr>
          <p:nvPr/>
        </p:nvSpPr>
        <p:spPr>
          <a:xfrm>
            <a:off x="1200150" y="31718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Guest case: security in GenAI implementation</a:t>
            </a:r>
          </a:p>
        </p:txBody>
      </p:sp>
      <p:sp>
        <p:nvSpPr>
          <p:cNvPr id="9" name="Editable body text 8-4">
            <a:extLst>
              <a:ext uri="{FF2B5EF4-FFF2-40B4-BE49-F238E27FC236}">
                <a16:creationId xmlns:a16="http://schemas.microsoft.com/office/drawing/2014/main" id="{BAAB6128-8064-4E77-AB1D-D30237B077BB}"/>
              </a:ext>
            </a:extLst>
          </p:cNvPr>
          <p:cNvSpPr>
            <a:spLocks noGrp="1"/>
          </p:cNvSpPr>
          <p:nvPr/>
        </p:nvSpPr>
        <p:spPr>
          <a:xfrm>
            <a:off x="1200150" y="37814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Emerging models, agents, and multimodal systems</a:t>
            </a:r>
          </a:p>
        </p:txBody>
      </p:sp>
      <p:sp>
        <p:nvSpPr>
          <p:cNvPr id="10" name="Editable body text 8-5">
            <a:extLst>
              <a:ext uri="{FF2B5EF4-FFF2-40B4-BE49-F238E27FC236}">
                <a16:creationId xmlns:a16="http://schemas.microsoft.com/office/drawing/2014/main" id="{211C391E-F8FB-4841-A980-103214294181}"/>
              </a:ext>
            </a:extLst>
          </p:cNvPr>
          <p:cNvSpPr>
            <a:spLocks noGrp="1"/>
          </p:cNvSpPr>
          <p:nvPr/>
        </p:nvSpPr>
        <p:spPr>
          <a:xfrm>
            <a:off x="1200150" y="4391025"/>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Course synthesis, revision, and discussion</a:t>
            </a:r>
          </a:p>
        </p:txBody>
      </p:sp>
    </p:spTree>
    <p:extLst>
      <p:ext uri="{BB962C8B-B14F-4D97-AF65-F5344CB8AC3E}">
        <p14:creationId xmlns:p14="http://schemas.microsoft.com/office/powerpoint/2010/main" val="2938412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CCF40-31CD-872E-3718-49576C0F65FD}"/>
              </a:ext>
            </a:extLst>
          </p:cNvPr>
          <p:cNvSpPr>
            <a:spLocks noGrp="1"/>
          </p:cNvSpPr>
          <p:nvPr>
            <p:ph type="title"/>
          </p:nvPr>
        </p:nvSpPr>
        <p:spPr/>
        <p:txBody>
          <a:bodyPr/>
          <a:lstStyle/>
          <a:p>
            <a:r>
              <a:rPr lang="en-US"/>
              <a:t>Lecture Dates (Tentative)</a:t>
            </a:r>
          </a:p>
        </p:txBody>
      </p:sp>
      <p:sp>
        <p:nvSpPr>
          <p:cNvPr id="3" name="Text Placeholder 3">
            <a:extLst>
              <a:ext uri="{FF2B5EF4-FFF2-40B4-BE49-F238E27FC236}">
                <a16:creationId xmlns:a16="http://schemas.microsoft.com/office/drawing/2014/main" id="{6E77C14D-B432-F462-A2BE-7000B53C11E4}"/>
              </a:ext>
            </a:extLst>
          </p:cNvPr>
          <p:cNvSpPr txBox="1">
            <a:spLocks/>
          </p:cNvSpPr>
          <p:nvPr/>
        </p:nvSpPr>
        <p:spPr>
          <a:xfrm>
            <a:off x="522629" y="1087953"/>
            <a:ext cx="11560342" cy="5557730"/>
          </a:xfrm>
          <a:prstGeom prst="rect">
            <a:avLst/>
          </a:prstGeom>
          <a:noFill/>
          <a:ln>
            <a:noFill/>
          </a:ln>
        </p:spPr>
        <p:txBody>
          <a:bodyPr spcFirstLastPara="1" wrap="square" lIns="91425" tIns="91425" rIns="91425" bIns="91425" anchor="t" anchorCtr="0">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342900" indent="-342900">
              <a:lnSpc>
                <a:spcPct val="100000"/>
              </a:lnSpc>
              <a:spcBef>
                <a:spcPts val="300"/>
              </a:spcBef>
              <a:spcAft>
                <a:spcPts val="800"/>
              </a:spcAft>
              <a:buClr>
                <a:srgbClr val="1E2022"/>
              </a:buClr>
              <a:buSzPct val="100000"/>
              <a:buFont typeface="Arial" panose="020B0604020202020204" pitchFamily="34" charset="0"/>
              <a:buChar char="•"/>
            </a:pPr>
            <a:r>
              <a:rPr lang="en-HK" sz="2000">
                <a:solidFill>
                  <a:schemeClr val="tx1">
                    <a:lumMod val="50000"/>
                  </a:schemeClr>
                </a:solidFill>
                <a:latin typeface="Google Sans"/>
              </a:rPr>
              <a:t>Module 1 – Intro to GenAI</a:t>
            </a:r>
            <a:endParaRPr lang="zh-CN" altLang="en-US">
              <a:solidFill>
                <a:schemeClr val="tx1">
                  <a:lumMod val="50000"/>
                </a:schemeClr>
              </a:solidFill>
            </a:endParaRPr>
          </a:p>
          <a:p>
            <a:pPr lvl="1">
              <a:lnSpc>
                <a:spcPct val="100000"/>
              </a:lnSpc>
              <a:spcAft>
                <a:spcPts val="800"/>
              </a:spcAft>
            </a:pPr>
            <a:r>
              <a:rPr lang="en-HK" sz="1800">
                <a:latin typeface="Google Sans"/>
              </a:rPr>
              <a:t>Sep 5, 12, 19</a:t>
            </a:r>
          </a:p>
          <a:p>
            <a:pPr marL="342900" indent="-342900">
              <a:lnSpc>
                <a:spcPct val="100000"/>
              </a:lnSpc>
              <a:spcBef>
                <a:spcPts val="300"/>
              </a:spcBef>
              <a:spcAft>
                <a:spcPts val="800"/>
              </a:spcAft>
              <a:buClr>
                <a:schemeClr val="tx1">
                  <a:lumMod val="50000"/>
                </a:schemeClr>
              </a:buClr>
              <a:buSzPct val="100000"/>
              <a:buFont typeface="Arial" panose="020B0604020202020204" pitchFamily="34" charset="0"/>
              <a:buChar char="•"/>
            </a:pPr>
            <a:r>
              <a:rPr lang="en-HK" sz="2000">
                <a:solidFill>
                  <a:schemeClr val="tx1">
                    <a:lumMod val="50000"/>
                  </a:schemeClr>
                </a:solidFill>
                <a:latin typeface="Google Sans"/>
              </a:rPr>
              <a:t>Module 2 – Strategic Implementation (Guest Lectures-</a:t>
            </a:r>
            <a:r>
              <a:rPr lang="en-HK" sz="2000" b="1">
                <a:solidFill>
                  <a:schemeClr val="tx1">
                    <a:lumMod val="50000"/>
                  </a:schemeClr>
                </a:solidFill>
              </a:rPr>
              <a:t>CMC M3017</a:t>
            </a:r>
            <a:r>
              <a:rPr lang="en-HK" sz="2000">
                <a:solidFill>
                  <a:schemeClr val="tx1">
                    <a:lumMod val="50000"/>
                  </a:schemeClr>
                </a:solidFill>
                <a:latin typeface="Google Sans"/>
              </a:rPr>
              <a:t>)</a:t>
            </a:r>
          </a:p>
          <a:p>
            <a:pPr lvl="1">
              <a:lnSpc>
                <a:spcPct val="100000"/>
              </a:lnSpc>
              <a:spcAft>
                <a:spcPts val="800"/>
              </a:spcAft>
            </a:pPr>
            <a:r>
              <a:rPr lang="en-HK" sz="1800">
                <a:latin typeface="Google Sans"/>
              </a:rPr>
              <a:t>Oct 10: D</a:t>
            </a:r>
            <a:r>
              <a:rPr lang="en-HK" sz="1800">
                <a:latin typeface="Calibri"/>
              </a:rPr>
              <a:t>esign Thinking</a:t>
            </a:r>
            <a:r>
              <a:rPr lang="en-HK" sz="1800"/>
              <a:t> </a:t>
            </a:r>
            <a:endParaRPr lang="en-HK">
              <a:latin typeface="Calibri"/>
            </a:endParaRPr>
          </a:p>
          <a:p>
            <a:pPr lvl="1">
              <a:lnSpc>
                <a:spcPct val="100000"/>
              </a:lnSpc>
              <a:spcAft>
                <a:spcPts val="800"/>
              </a:spcAft>
            </a:pPr>
            <a:r>
              <a:rPr lang="en-HK" sz="1800">
                <a:latin typeface="Google Sans"/>
              </a:rPr>
              <a:t>Oct 17</a:t>
            </a:r>
            <a:endParaRPr lang="en-HK"/>
          </a:p>
          <a:p>
            <a:pPr marL="342900" indent="-342900">
              <a:lnSpc>
                <a:spcPct val="100000"/>
              </a:lnSpc>
              <a:spcBef>
                <a:spcPts val="300"/>
              </a:spcBef>
              <a:spcAft>
                <a:spcPts val="800"/>
              </a:spcAft>
              <a:buClr>
                <a:schemeClr val="tx1">
                  <a:lumMod val="50000"/>
                </a:schemeClr>
              </a:buClr>
              <a:buSzPct val="100000"/>
              <a:buFont typeface="Arial" panose="020B0604020202020204" pitchFamily="34" charset="0"/>
              <a:buChar char="•"/>
            </a:pPr>
            <a:r>
              <a:rPr lang="en-HK" sz="2000">
                <a:solidFill>
                  <a:schemeClr val="tx1">
                    <a:lumMod val="50000"/>
                  </a:schemeClr>
                </a:solidFill>
                <a:latin typeface="Google Sans"/>
              </a:rPr>
              <a:t>Module 3 – Industry Use Cases (Guest Lectures-</a:t>
            </a:r>
            <a:r>
              <a:rPr lang="en-HK" sz="2000" b="1">
                <a:solidFill>
                  <a:schemeClr val="tx1">
                    <a:lumMod val="50000"/>
                  </a:schemeClr>
                </a:solidFill>
              </a:rPr>
              <a:t>CMC M3017</a:t>
            </a:r>
            <a:r>
              <a:rPr lang="en-HK" sz="2000">
                <a:solidFill>
                  <a:schemeClr val="tx1">
                    <a:lumMod val="50000"/>
                  </a:schemeClr>
                </a:solidFill>
                <a:latin typeface="Google Sans"/>
              </a:rPr>
              <a:t>)</a:t>
            </a:r>
          </a:p>
          <a:p>
            <a:pPr lvl="1">
              <a:lnSpc>
                <a:spcPct val="100000"/>
              </a:lnSpc>
              <a:spcAft>
                <a:spcPts val="800"/>
              </a:spcAft>
            </a:pPr>
            <a:r>
              <a:rPr lang="en-HK" sz="1800">
                <a:latin typeface="Google Sans"/>
              </a:rPr>
              <a:t>Oct 24: </a:t>
            </a:r>
            <a:r>
              <a:rPr lang="en-HK" sz="1800"/>
              <a:t>FSI Sharing </a:t>
            </a:r>
          </a:p>
          <a:p>
            <a:pPr lvl="1">
              <a:lnSpc>
                <a:spcPct val="100000"/>
              </a:lnSpc>
              <a:spcAft>
                <a:spcPts val="800"/>
              </a:spcAft>
            </a:pPr>
            <a:r>
              <a:rPr lang="en-HK" sz="1800">
                <a:latin typeface="Google Sans"/>
              </a:rPr>
              <a:t>Oct 31</a:t>
            </a:r>
            <a:endParaRPr lang="en-HK"/>
          </a:p>
          <a:p>
            <a:pPr lvl="1">
              <a:lnSpc>
                <a:spcPct val="100000"/>
              </a:lnSpc>
              <a:spcAft>
                <a:spcPts val="800"/>
              </a:spcAft>
            </a:pPr>
            <a:r>
              <a:rPr lang="en-HK" sz="1800">
                <a:latin typeface="Google Sans"/>
              </a:rPr>
              <a:t>Nov 7</a:t>
            </a:r>
            <a:endParaRPr lang="en-HK">
              <a:latin typeface="Calibri"/>
            </a:endParaRPr>
          </a:p>
          <a:p>
            <a:pPr lvl="1">
              <a:lnSpc>
                <a:spcPct val="100000"/>
              </a:lnSpc>
              <a:spcAft>
                <a:spcPts val="800"/>
              </a:spcAft>
            </a:pPr>
            <a:r>
              <a:rPr lang="en-HK" sz="1800">
                <a:latin typeface="Google Sans"/>
              </a:rPr>
              <a:t>Nov 14: Legal Industry</a:t>
            </a:r>
            <a:endParaRPr lang="en-HK"/>
          </a:p>
          <a:p>
            <a:pPr marL="342900" indent="-342900">
              <a:lnSpc>
                <a:spcPct val="100000"/>
              </a:lnSpc>
              <a:spcBef>
                <a:spcPts val="300"/>
              </a:spcBef>
              <a:spcAft>
                <a:spcPts val="800"/>
              </a:spcAft>
              <a:buClr>
                <a:schemeClr val="tx1">
                  <a:lumMod val="50000"/>
                </a:schemeClr>
              </a:buClr>
              <a:buSzPct val="100000"/>
              <a:buFont typeface="Arial" panose="020B0604020202020204" pitchFamily="34" charset="0"/>
              <a:buChar char="•"/>
            </a:pPr>
            <a:r>
              <a:rPr lang="en-HK" sz="2000">
                <a:solidFill>
                  <a:schemeClr val="tx1">
                    <a:lumMod val="50000"/>
                  </a:schemeClr>
                </a:solidFill>
                <a:latin typeface="Google Sans"/>
              </a:rPr>
              <a:t>Module 4 – Responsible AI and Future</a:t>
            </a:r>
          </a:p>
          <a:p>
            <a:pPr lvl="1">
              <a:lnSpc>
                <a:spcPct val="100000"/>
              </a:lnSpc>
              <a:spcAft>
                <a:spcPts val="800"/>
              </a:spcAft>
            </a:pPr>
            <a:r>
              <a:rPr lang="en-HK" sz="1800">
                <a:latin typeface="Google Sans"/>
              </a:rPr>
              <a:t>Nov 21, 28</a:t>
            </a:r>
          </a:p>
          <a:p>
            <a:pPr marL="342900" indent="-342900">
              <a:lnSpc>
                <a:spcPct val="150000"/>
              </a:lnSpc>
              <a:spcBef>
                <a:spcPts val="300"/>
              </a:spcBef>
              <a:buClr>
                <a:schemeClr val="tx1">
                  <a:lumMod val="50000"/>
                </a:schemeClr>
              </a:buClr>
              <a:buSzPct val="100000"/>
              <a:buFont typeface="Arial" panose="020B0604020202020204" pitchFamily="34" charset="0"/>
              <a:buChar char="•"/>
            </a:pPr>
            <a:endParaRPr lang="en-HK" sz="2000">
              <a:solidFill>
                <a:schemeClr val="tx1">
                  <a:lumMod val="50000"/>
                </a:schemeClr>
              </a:solidFill>
              <a:latin typeface="Google Sans" panose="020B0604020202020204" charset="0"/>
            </a:endParaRPr>
          </a:p>
        </p:txBody>
      </p:sp>
    </p:spTree>
    <p:extLst>
      <p:ext uri="{BB962C8B-B14F-4D97-AF65-F5344CB8AC3E}">
        <p14:creationId xmlns:p14="http://schemas.microsoft.com/office/powerpoint/2010/main" val="1249779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3300" b="1">
                <a:solidFill>
                  <a:srgbClr val="262626"/>
                </a:solidFill>
                <a:latin typeface="Calibri"/>
                <a:ea typeface="Calibri"/>
                <a:cs typeface="Calibri"/>
              </a:rPr>
              <a:t>Course Assessment</a:t>
            </a:r>
          </a:p>
        </p:txBody>
      </p:sp>
      <p:pic>
        <p:nvPicPr>
          <p:cNvPr id="13" name="Picture 13"/>
          <p:cNvPicPr>
            <a:picLocks noChangeAspect="1"/>
          </p:cNvPicPr>
          <p:nvPr/>
        </p:nvPicPr>
        <p:blipFill>
          <a:blip r:embed="rId3"/>
          <a:stretch/>
        </p:blipFill>
        <p:spPr>
          <a:xfrm>
            <a:off x="888690" y="1575625"/>
            <a:ext cx="10517871" cy="4853559"/>
          </a:xfrm>
          <a:prstGeom prst="rect">
            <a:avLst/>
          </a:prstGeom>
        </p:spPr>
      </p:pic>
      <p:sp>
        <p:nvSpPr>
          <p:cNvPr id="6" name="Editable body text 10-1">
            <a:extLst>
              <a:ext uri="{FF2B5EF4-FFF2-40B4-BE49-F238E27FC236}">
                <a16:creationId xmlns:a16="http://schemas.microsoft.com/office/drawing/2014/main" id="{7538023F-5F61-4BF2-95E0-B81D287301DA}"/>
              </a:ext>
            </a:extLst>
          </p:cNvPr>
          <p:cNvSpPr>
            <a:spLocks noGrp="1"/>
          </p:cNvSpPr>
          <p:nvPr/>
        </p:nvSpPr>
        <p:spPr>
          <a:xfrm>
            <a:off x="1200150" y="1809750"/>
            <a:ext cx="10096500" cy="1009650"/>
          </a:xfrm>
          <a:prstGeom prst="rect">
            <a:avLst/>
          </a:prstGeom>
          <a:noFill/>
          <a:ln w="0">
            <a:noFill/>
            <a:prstDash val="solid"/>
          </a:ln>
        </p:spPr>
        <p:txBody>
          <a:bodyPr wrap="square" lIns="9525" tIns="0" rIns="9525" bIns="0" anchor="ctr">
            <a:noAutofit/>
          </a:bodyPr>
          <a:lstStyle/>
          <a:p>
            <a:pPr>
              <a:defRPr sz="1800"/>
            </a:pPr>
            <a:r>
              <a:rPr sz="2000" b="1">
                <a:solidFill>
                  <a:srgbClr val="000000"/>
                </a:solidFill>
                <a:latin typeface="Calibri"/>
                <a:ea typeface="Calibri"/>
                <a:cs typeface="Calibri"/>
              </a:rPr>
              <a:t>• Participation and exercises (</a:t>
            </a:r>
            <a:r>
              <a:rPr lang="en-US" sz="2000" b="1">
                <a:solidFill>
                  <a:srgbClr val="000000"/>
                </a:solidFill>
                <a:latin typeface="Calibri"/>
                <a:ea typeface="Calibri"/>
                <a:cs typeface="Calibri"/>
              </a:rPr>
              <a:t>20</a:t>
            </a:r>
            <a:r>
              <a:rPr sz="2000" b="1">
                <a:solidFill>
                  <a:srgbClr val="000000"/>
                </a:solidFill>
                <a:latin typeface="Calibri"/>
                <a:ea typeface="Calibri"/>
                <a:cs typeface="Calibri"/>
              </a:rPr>
              <a:t>%): </a:t>
            </a:r>
            <a:endParaRPr lang="zh-CN" altLang="en-US"/>
          </a:p>
          <a:p>
            <a:pPr>
              <a:defRPr sz="1800"/>
            </a:pPr>
            <a:r>
              <a:rPr lang="zh-CN" sz="2000" b="1">
                <a:solidFill>
                  <a:srgbClr val="000000"/>
                </a:solidFill>
                <a:latin typeface="Calibri"/>
                <a:ea typeface="Calibri"/>
                <a:cs typeface="Calibri"/>
              </a:rPr>
              <a:t> </a:t>
            </a:r>
            <a:r>
              <a:rPr lang="en-US" altLang="zh-CN" sz="2000" b="1">
                <a:solidFill>
                  <a:srgbClr val="000000"/>
                </a:solidFill>
                <a:latin typeface="Calibri"/>
                <a:ea typeface="Calibri"/>
                <a:cs typeface="Calibri"/>
              </a:rPr>
              <a:t>-</a:t>
            </a:r>
            <a:r>
              <a:rPr sz="2000" b="1">
                <a:solidFill>
                  <a:srgbClr val="000000"/>
                </a:solidFill>
                <a:latin typeface="Calibri"/>
                <a:ea typeface="Calibri"/>
                <a:cs typeface="Calibri"/>
              </a:rPr>
              <a:t>post-lecture reflections are graded</a:t>
            </a:r>
            <a:r>
              <a:rPr lang="zh-CN" sz="2000" b="1">
                <a:solidFill>
                  <a:srgbClr val="000000"/>
                </a:solidFill>
                <a:latin typeface="Calibri"/>
                <a:ea typeface="Calibri"/>
                <a:cs typeface="Calibri"/>
              </a:rPr>
              <a:t> （3</a:t>
            </a:r>
            <a:r>
              <a:rPr lang="zh-CN" altLang="en-US" sz="2000" b="1">
                <a:solidFill>
                  <a:srgbClr val="000000"/>
                </a:solidFill>
                <a:latin typeface="Calibri"/>
                <a:ea typeface="Calibri"/>
                <a:cs typeface="Calibri"/>
              </a:rPr>
              <a:t>✖️6=18%）</a:t>
            </a:r>
            <a:endParaRPr lang="zh-CN" sz="2000" b="1">
              <a:solidFill>
                <a:srgbClr val="000000"/>
              </a:solidFill>
              <a:latin typeface="Calibri"/>
              <a:ea typeface="Calibri"/>
              <a:cs typeface="Calibri"/>
            </a:endParaRPr>
          </a:p>
          <a:p>
            <a:pPr>
              <a:defRPr sz="1800"/>
            </a:pPr>
            <a:r>
              <a:rPr lang="zh-CN" sz="2000" b="1">
                <a:solidFill>
                  <a:srgbClr val="000000"/>
                </a:solidFill>
                <a:latin typeface="Calibri"/>
                <a:ea typeface="Calibri"/>
                <a:cs typeface="Calibri"/>
              </a:rPr>
              <a:t> </a:t>
            </a:r>
            <a:r>
              <a:rPr lang="en-US" altLang="zh-CN" sz="2000" b="1">
                <a:solidFill>
                  <a:srgbClr val="000000"/>
                </a:solidFill>
                <a:latin typeface="Calibri"/>
                <a:ea typeface="Calibri"/>
                <a:cs typeface="Calibri"/>
              </a:rPr>
              <a:t>- participation 2%</a:t>
            </a:r>
            <a:endParaRPr lang="en-US" sz="2000" b="1">
              <a:ea typeface="Calibri"/>
              <a:cs typeface="Calibri"/>
            </a:endParaRPr>
          </a:p>
        </p:txBody>
      </p:sp>
      <p:sp>
        <p:nvSpPr>
          <p:cNvPr id="7" name="Editable body text 10-2">
            <a:extLst>
              <a:ext uri="{FF2B5EF4-FFF2-40B4-BE49-F238E27FC236}">
                <a16:creationId xmlns:a16="http://schemas.microsoft.com/office/drawing/2014/main" id="{9190FFD5-8FFE-49E0-82EB-024D5257FDD5}"/>
              </a:ext>
            </a:extLst>
          </p:cNvPr>
          <p:cNvSpPr>
            <a:spLocks noGrp="1"/>
          </p:cNvSpPr>
          <p:nvPr/>
        </p:nvSpPr>
        <p:spPr>
          <a:xfrm>
            <a:off x="1200150" y="2933700"/>
            <a:ext cx="10096500" cy="476250"/>
          </a:xfrm>
          <a:prstGeom prst="rect">
            <a:avLst/>
          </a:prstGeom>
          <a:noFill/>
          <a:ln w="0">
            <a:noFill/>
            <a:prstDash val="solid"/>
          </a:ln>
        </p:spPr>
        <p:txBody>
          <a:bodyPr wrap="square" lIns="9525" tIns="0" rIns="9525" bIns="0" anchor="ctr">
            <a:noAutofit/>
          </a:bodyPr>
          <a:lstStyle/>
          <a:p>
            <a:pPr>
              <a:buNone/>
              <a:defRPr sz="1800"/>
            </a:pPr>
            <a:r>
              <a:rPr sz="2000" b="1">
                <a:solidFill>
                  <a:srgbClr val="000000"/>
                </a:solidFill>
                <a:latin typeface="Calibri"/>
                <a:ea typeface="Calibri"/>
                <a:cs typeface="Calibri"/>
              </a:rPr>
              <a:t>• Group project (</a:t>
            </a:r>
            <a:r>
              <a:rPr lang="en-US" sz="2000" b="1">
                <a:solidFill>
                  <a:srgbClr val="000000"/>
                </a:solidFill>
                <a:latin typeface="Calibri"/>
                <a:ea typeface="Calibri"/>
                <a:cs typeface="Calibri"/>
              </a:rPr>
              <a:t>30</a:t>
            </a:r>
            <a:r>
              <a:rPr sz="2000" b="1">
                <a:solidFill>
                  <a:srgbClr val="000000"/>
                </a:solidFill>
                <a:latin typeface="Calibri"/>
                <a:ea typeface="Calibri"/>
                <a:cs typeface="Calibri"/>
              </a:rPr>
              <a:t>%)</a:t>
            </a:r>
          </a:p>
        </p:txBody>
      </p:sp>
      <p:sp>
        <p:nvSpPr>
          <p:cNvPr id="8" name="Editable body text 10-3">
            <a:extLst>
              <a:ext uri="{FF2B5EF4-FFF2-40B4-BE49-F238E27FC236}">
                <a16:creationId xmlns:a16="http://schemas.microsoft.com/office/drawing/2014/main" id="{6B1FBF25-C74A-466D-847D-45589D06D126}"/>
              </a:ext>
            </a:extLst>
          </p:cNvPr>
          <p:cNvSpPr>
            <a:spLocks noGrp="1"/>
          </p:cNvSpPr>
          <p:nvPr/>
        </p:nvSpPr>
        <p:spPr>
          <a:xfrm>
            <a:off x="1200150" y="3524250"/>
            <a:ext cx="10096500" cy="476250"/>
          </a:xfrm>
          <a:prstGeom prst="rect">
            <a:avLst/>
          </a:prstGeom>
          <a:noFill/>
          <a:ln w="0">
            <a:noFill/>
            <a:prstDash val="solid"/>
          </a:ln>
        </p:spPr>
        <p:txBody>
          <a:bodyPr wrap="square" lIns="9525" tIns="0" rIns="9525" bIns="0" anchor="ctr">
            <a:noAutofit/>
          </a:bodyPr>
          <a:lstStyle/>
          <a:p>
            <a:pPr>
              <a:defRPr sz="1800"/>
            </a:pPr>
            <a:r>
              <a:rPr lang="zh-CN" sz="2000">
                <a:solidFill>
                  <a:srgbClr val="000000"/>
                </a:solidFill>
                <a:latin typeface="Calibri"/>
                <a:ea typeface="Calibri"/>
                <a:cs typeface="Calibri"/>
              </a:rPr>
              <a:t>   </a:t>
            </a:r>
            <a:r>
              <a:rPr lang="zh-CN" altLang="en-US" sz="2000">
                <a:solidFill>
                  <a:srgbClr val="000000"/>
                </a:solidFill>
                <a:latin typeface="Calibri"/>
                <a:ea typeface="Calibri"/>
                <a:cs typeface="Calibri"/>
              </a:rPr>
              <a:t> </a:t>
            </a:r>
            <a:r>
              <a:rPr sz="2000" b="0">
                <a:solidFill>
                  <a:srgbClr val="000000"/>
                </a:solidFill>
                <a:latin typeface="Calibri"/>
                <a:ea typeface="Calibri"/>
                <a:cs typeface="Calibri"/>
              </a:rPr>
              <a:t>Project presentation</a:t>
            </a:r>
            <a:r>
              <a:rPr lang="zh-CN" sz="2000">
                <a:solidFill>
                  <a:srgbClr val="000000"/>
                </a:solidFill>
                <a:latin typeface="Calibri"/>
                <a:ea typeface="Calibri"/>
                <a:cs typeface="Calibri"/>
              </a:rPr>
              <a:t> </a:t>
            </a:r>
            <a:endParaRPr lang="en-US" sz="2000" b="0">
              <a:solidFill>
                <a:srgbClr val="000000"/>
              </a:solidFill>
              <a:latin typeface="Calibri"/>
              <a:ea typeface="Calibri"/>
              <a:cs typeface="Calibri"/>
            </a:endParaRPr>
          </a:p>
        </p:txBody>
      </p:sp>
      <p:sp>
        <p:nvSpPr>
          <p:cNvPr id="9" name="Editable body text 10-4">
            <a:extLst>
              <a:ext uri="{FF2B5EF4-FFF2-40B4-BE49-F238E27FC236}">
                <a16:creationId xmlns:a16="http://schemas.microsoft.com/office/drawing/2014/main" id="{BFC5400C-C3A7-497F-9DAA-2B4B10574126}"/>
              </a:ext>
            </a:extLst>
          </p:cNvPr>
          <p:cNvSpPr>
            <a:spLocks noGrp="1"/>
          </p:cNvSpPr>
          <p:nvPr/>
        </p:nvSpPr>
        <p:spPr>
          <a:xfrm>
            <a:off x="1200150" y="4114800"/>
            <a:ext cx="10096500" cy="476250"/>
          </a:xfrm>
          <a:prstGeom prst="rect">
            <a:avLst/>
          </a:prstGeom>
          <a:noFill/>
          <a:ln w="0">
            <a:noFill/>
            <a:prstDash val="solid"/>
          </a:ln>
        </p:spPr>
        <p:txBody>
          <a:bodyPr wrap="square" lIns="9525" tIns="0" rIns="9525" bIns="0" anchor="ctr">
            <a:noAutofit/>
          </a:bodyPr>
          <a:lstStyle/>
          <a:p>
            <a:pPr>
              <a:buNone/>
              <a:defRPr sz="1800"/>
            </a:pPr>
            <a:r>
              <a:rPr sz="2000" b="1">
                <a:solidFill>
                  <a:srgbClr val="000000"/>
                </a:solidFill>
                <a:latin typeface="Calibri"/>
                <a:ea typeface="Calibri"/>
                <a:cs typeface="Calibri"/>
              </a:rPr>
              <a:t>• Written examination (50%; 2 hours)</a:t>
            </a:r>
          </a:p>
        </p:txBody>
      </p:sp>
      <p:sp>
        <p:nvSpPr>
          <p:cNvPr id="10" name="Editable body text 10-5">
            <a:extLst>
              <a:ext uri="{FF2B5EF4-FFF2-40B4-BE49-F238E27FC236}">
                <a16:creationId xmlns:a16="http://schemas.microsoft.com/office/drawing/2014/main" id="{BB49FDE3-AC0B-4DD0-8E4E-152F39BEDB31}"/>
              </a:ext>
            </a:extLst>
          </p:cNvPr>
          <p:cNvSpPr>
            <a:spLocks noGrp="1"/>
          </p:cNvSpPr>
          <p:nvPr/>
        </p:nvSpPr>
        <p:spPr>
          <a:xfrm>
            <a:off x="1200150" y="4705350"/>
            <a:ext cx="10096500" cy="876300"/>
          </a:xfrm>
          <a:prstGeom prst="rect">
            <a:avLst/>
          </a:prstGeom>
          <a:noFill/>
          <a:ln w="0">
            <a:noFill/>
            <a:prstDash val="solid"/>
          </a:ln>
        </p:spPr>
        <p:txBody>
          <a:bodyPr wrap="square" lIns="9525" tIns="0" rIns="9525" bIns="0" anchor="ctr">
            <a:noAutofit/>
          </a:bodyPr>
          <a:lstStyle/>
          <a:p>
            <a:pPr>
              <a:buNone/>
              <a:defRPr sz="1800"/>
            </a:pPr>
            <a:endParaRPr lang="zh-CN" altLang="en-US" sz="2000" b="0">
              <a:solidFill>
                <a:srgbClr val="000000"/>
              </a:solidFill>
              <a:latin typeface="Calibri"/>
              <a:ea typeface="Calibri"/>
              <a:cs typeface="Calibri"/>
            </a:endParaRPr>
          </a:p>
        </p:txBody>
      </p:sp>
    </p:spTree>
    <p:extLst>
      <p:ext uri="{BB962C8B-B14F-4D97-AF65-F5344CB8AC3E}">
        <p14:creationId xmlns:p14="http://schemas.microsoft.com/office/powerpoint/2010/main" val="2938412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495300" y="438150"/>
            <a:ext cx="9334500" cy="609600"/>
          </a:xfrm>
        </p:spPr>
        <p:txBody>
          <a:bodyPr wrap="square" anchor="ctr">
            <a:noAutofit/>
          </a:bodyPr>
          <a:lstStyle/>
          <a:p>
            <a:pPr algn="l">
              <a:buNone/>
              <a:defRPr sz="3000" b="1"/>
            </a:pPr>
            <a:r>
              <a:rPr sz="3000" b="1">
                <a:solidFill>
                  <a:srgbClr val="262626"/>
                </a:solidFill>
                <a:latin typeface="Calibri"/>
                <a:ea typeface="Calibri"/>
                <a:cs typeface="Calibri"/>
              </a:rPr>
              <a:t>Group Project: Defensible GenAI Application</a:t>
            </a:r>
          </a:p>
        </p:txBody>
      </p:sp>
      <p:pic>
        <p:nvPicPr>
          <p:cNvPr id="18" name="Picture 16"/>
          <p:cNvPicPr>
            <a:picLocks noChangeAspect="1"/>
          </p:cNvPicPr>
          <p:nvPr/>
        </p:nvPicPr>
        <p:blipFill>
          <a:blip r:embed="rId3"/>
          <a:stretch/>
        </p:blipFill>
        <p:spPr>
          <a:xfrm>
            <a:off x="888690" y="1575625"/>
            <a:ext cx="10517871" cy="4853559"/>
          </a:xfrm>
          <a:prstGeom prst="rect">
            <a:avLst/>
          </a:prstGeom>
        </p:spPr>
      </p:pic>
      <p:sp>
        <p:nvSpPr>
          <p:cNvPr id="6" name="Editable body text 11-1">
            <a:extLst>
              <a:ext uri="{FF2B5EF4-FFF2-40B4-BE49-F238E27FC236}">
                <a16:creationId xmlns:a16="http://schemas.microsoft.com/office/drawing/2014/main" id="{4066DD93-DF87-45E2-BDFF-E1CBA13287E0}"/>
              </a:ext>
            </a:extLst>
          </p:cNvPr>
          <p:cNvSpPr>
            <a:spLocks noGrp="1"/>
          </p:cNvSpPr>
          <p:nvPr/>
        </p:nvSpPr>
        <p:spPr>
          <a:xfrm>
            <a:off x="1200150" y="1809750"/>
            <a:ext cx="10096500" cy="457200"/>
          </a:xfrm>
          <a:prstGeom prst="rect">
            <a:avLst/>
          </a:prstGeom>
          <a:noFill/>
          <a:ln w="0">
            <a:noFill/>
            <a:prstDash val="solid"/>
          </a:ln>
        </p:spPr>
        <p:txBody>
          <a:bodyPr wrap="square" lIns="9525" tIns="0" rIns="9525" bIns="0" anchor="ctr">
            <a:noAutofit/>
          </a:bodyPr>
          <a:lstStyle/>
          <a:p>
            <a:pPr>
              <a:buNone/>
              <a:defRPr sz="1800"/>
            </a:pPr>
            <a:r>
              <a:rPr sz="2200" b="1">
                <a:solidFill>
                  <a:srgbClr val="181818"/>
                </a:solidFill>
                <a:latin typeface="Calibri"/>
                <a:ea typeface="Calibri"/>
                <a:cs typeface="Calibri"/>
              </a:rPr>
              <a:t>Teams of 5–7 students</a:t>
            </a:r>
          </a:p>
        </p:txBody>
      </p:sp>
      <p:sp>
        <p:nvSpPr>
          <p:cNvPr id="7" name="Editable body text 11-2">
            <a:extLst>
              <a:ext uri="{FF2B5EF4-FFF2-40B4-BE49-F238E27FC236}">
                <a16:creationId xmlns:a16="http://schemas.microsoft.com/office/drawing/2014/main" id="{9257DAB6-97B3-4A91-830D-CBB9334FE0BA}"/>
              </a:ext>
            </a:extLst>
          </p:cNvPr>
          <p:cNvSpPr>
            <a:spLocks noGrp="1"/>
          </p:cNvSpPr>
          <p:nvPr/>
        </p:nvSpPr>
        <p:spPr>
          <a:xfrm>
            <a:off x="1200150" y="2266950"/>
            <a:ext cx="10096500" cy="457200"/>
          </a:xfrm>
          <a:prstGeom prst="rect">
            <a:avLst/>
          </a:prstGeom>
          <a:noFill/>
          <a:ln w="0">
            <a:noFill/>
            <a:prstDash val="solid"/>
          </a:ln>
        </p:spPr>
        <p:txBody>
          <a:bodyPr wrap="square" lIns="9525" tIns="0" rIns="9525" bIns="0" anchor="ctr">
            <a:noAutofit/>
          </a:bodyPr>
          <a:lstStyle/>
          <a:p>
            <a:pPr>
              <a:buNone/>
              <a:defRPr sz="1800"/>
            </a:pPr>
            <a:r>
              <a:rPr sz="2200" b="1">
                <a:solidFill>
                  <a:srgbClr val="181818"/>
                </a:solidFill>
                <a:latin typeface="Calibri"/>
                <a:ea typeface="Calibri"/>
                <a:cs typeface="Calibri"/>
              </a:rPr>
              <a:t>Define a specific business problem and affected stakeholders</a:t>
            </a:r>
          </a:p>
        </p:txBody>
      </p:sp>
      <p:sp>
        <p:nvSpPr>
          <p:cNvPr id="8" name="Editable body text 11-3">
            <a:extLst>
              <a:ext uri="{FF2B5EF4-FFF2-40B4-BE49-F238E27FC236}">
                <a16:creationId xmlns:a16="http://schemas.microsoft.com/office/drawing/2014/main" id="{E2E831C8-C056-46AC-8CC0-BBCFC7A79684}"/>
              </a:ext>
            </a:extLst>
          </p:cNvPr>
          <p:cNvSpPr>
            <a:spLocks noGrp="1"/>
          </p:cNvSpPr>
          <p:nvPr/>
        </p:nvSpPr>
        <p:spPr>
          <a:xfrm>
            <a:off x="1200150" y="2724150"/>
            <a:ext cx="10096500" cy="457200"/>
          </a:xfrm>
          <a:prstGeom prst="rect">
            <a:avLst/>
          </a:prstGeom>
          <a:noFill/>
          <a:ln w="0">
            <a:noFill/>
            <a:prstDash val="solid"/>
          </a:ln>
        </p:spPr>
        <p:txBody>
          <a:bodyPr wrap="square" lIns="9525" tIns="0" rIns="9525" bIns="0" anchor="ctr">
            <a:noAutofit/>
          </a:bodyPr>
          <a:lstStyle/>
          <a:p>
            <a:pPr>
              <a:buNone/>
              <a:defRPr sz="1800"/>
            </a:pPr>
            <a:r>
              <a:rPr sz="2000">
                <a:solidFill>
                  <a:srgbClr val="181818"/>
                </a:solidFill>
                <a:latin typeface="Calibri"/>
                <a:ea typeface="Calibri"/>
                <a:cs typeface="Calibri"/>
              </a:rPr>
              <a:t> </a:t>
            </a:r>
            <a:r>
              <a:rPr sz="2000" b="0">
                <a:solidFill>
                  <a:srgbClr val="181818"/>
                </a:solidFill>
                <a:latin typeface="Calibri"/>
                <a:ea typeface="Calibri"/>
                <a:cs typeface="Calibri"/>
              </a:rPr>
              <a:t>Design the GenAI workflow, data sources, and rollout plan</a:t>
            </a:r>
          </a:p>
        </p:txBody>
      </p:sp>
      <p:sp>
        <p:nvSpPr>
          <p:cNvPr id="9" name="Editable body text 11-4">
            <a:extLst>
              <a:ext uri="{FF2B5EF4-FFF2-40B4-BE49-F238E27FC236}">
                <a16:creationId xmlns:a16="http://schemas.microsoft.com/office/drawing/2014/main" id="{8A223CA0-6645-4696-A0FE-47397162937F}"/>
              </a:ext>
            </a:extLst>
          </p:cNvPr>
          <p:cNvSpPr>
            <a:spLocks noGrp="1"/>
          </p:cNvSpPr>
          <p:nvPr/>
        </p:nvSpPr>
        <p:spPr>
          <a:xfrm>
            <a:off x="1200150" y="3181350"/>
            <a:ext cx="10096500" cy="457200"/>
          </a:xfrm>
          <a:prstGeom prst="rect">
            <a:avLst/>
          </a:prstGeom>
          <a:noFill/>
          <a:ln w="0">
            <a:noFill/>
            <a:prstDash val="solid"/>
          </a:ln>
        </p:spPr>
        <p:txBody>
          <a:bodyPr wrap="square" lIns="9525" tIns="0" rIns="9525" bIns="0" anchor="ctr">
            <a:noAutofit/>
          </a:bodyPr>
          <a:lstStyle/>
          <a:p>
            <a:pPr>
              <a:buNone/>
              <a:defRPr sz="1800"/>
            </a:pPr>
            <a:r>
              <a:rPr sz="2200" b="1">
                <a:solidFill>
                  <a:srgbClr val="181818"/>
                </a:solidFill>
                <a:latin typeface="Calibri"/>
                <a:ea typeface="Calibri"/>
                <a:cs typeface="Calibri"/>
              </a:rPr>
              <a:t>Evaluate business value, model quality, cost, and risk</a:t>
            </a:r>
          </a:p>
        </p:txBody>
      </p:sp>
      <p:sp>
        <p:nvSpPr>
          <p:cNvPr id="10" name="Editable body text 11-5">
            <a:extLst>
              <a:ext uri="{FF2B5EF4-FFF2-40B4-BE49-F238E27FC236}">
                <a16:creationId xmlns:a16="http://schemas.microsoft.com/office/drawing/2014/main" id="{97ADBC87-CAA9-4B1E-852C-72C2E9121F7D}"/>
              </a:ext>
            </a:extLst>
          </p:cNvPr>
          <p:cNvSpPr>
            <a:spLocks noGrp="1"/>
          </p:cNvSpPr>
          <p:nvPr/>
        </p:nvSpPr>
        <p:spPr>
          <a:xfrm>
            <a:off x="1200150" y="3638550"/>
            <a:ext cx="10096500" cy="457200"/>
          </a:xfrm>
          <a:prstGeom prst="rect">
            <a:avLst/>
          </a:prstGeom>
          <a:noFill/>
          <a:ln w="0">
            <a:noFill/>
            <a:prstDash val="solid"/>
          </a:ln>
        </p:spPr>
        <p:txBody>
          <a:bodyPr wrap="square" lIns="9525" tIns="0" rIns="9525" bIns="0" anchor="ctr">
            <a:noAutofit/>
          </a:bodyPr>
          <a:lstStyle/>
          <a:p>
            <a:pPr>
              <a:buNone/>
              <a:defRPr sz="1800"/>
            </a:pPr>
            <a:r>
              <a:rPr sz="2000">
                <a:solidFill>
                  <a:srgbClr val="181818"/>
                </a:solidFill>
              </a:rPr>
              <a:t>Presentation </a:t>
            </a:r>
            <a:r>
              <a:rPr sz="2000" b="0">
                <a:solidFill>
                  <a:srgbClr val="181818"/>
                </a:solidFill>
              </a:rPr>
              <a:t>should </a:t>
            </a:r>
            <a:r>
              <a:rPr sz="2000">
                <a:solidFill>
                  <a:srgbClr val="181818"/>
                </a:solidFill>
              </a:rPr>
              <a:t>include the following</a:t>
            </a:r>
            <a:r>
              <a:rPr sz="2000" b="0">
                <a:solidFill>
                  <a:srgbClr val="181818"/>
                </a:solidFill>
              </a:rPr>
              <a:t>:</a:t>
            </a:r>
            <a:endParaRPr/>
          </a:p>
        </p:txBody>
      </p:sp>
      <p:sp>
        <p:nvSpPr>
          <p:cNvPr id="11" name="Editable body text 11-6">
            <a:extLst>
              <a:ext uri="{FF2B5EF4-FFF2-40B4-BE49-F238E27FC236}">
                <a16:creationId xmlns:a16="http://schemas.microsoft.com/office/drawing/2014/main" id="{9D768E97-C231-4FC5-BDCB-924A48827FA5}"/>
              </a:ext>
            </a:extLst>
          </p:cNvPr>
          <p:cNvSpPr>
            <a:spLocks noGrp="1"/>
          </p:cNvSpPr>
          <p:nvPr/>
        </p:nvSpPr>
        <p:spPr>
          <a:xfrm>
            <a:off x="1200150" y="4095750"/>
            <a:ext cx="10096500" cy="457200"/>
          </a:xfrm>
          <a:prstGeom prst="rect">
            <a:avLst/>
          </a:prstGeom>
          <a:noFill/>
          <a:ln w="0">
            <a:noFill/>
            <a:prstDash val="solid"/>
          </a:ln>
        </p:spPr>
        <p:txBody>
          <a:bodyPr wrap="square" lIns="9525" tIns="0" rIns="9525" bIns="0" anchor="ctr">
            <a:noAutofit/>
          </a:bodyPr>
          <a:lstStyle/>
          <a:p>
            <a:pPr>
              <a:buNone/>
              <a:defRPr sz="1800"/>
            </a:pPr>
            <a:r>
              <a:rPr sz="2000">
                <a:solidFill>
                  <a:srgbClr val="181818"/>
                </a:solidFill>
                <a:latin typeface="Calibri"/>
                <a:ea typeface="Calibri"/>
                <a:cs typeface="Calibri"/>
              </a:rPr>
              <a:t> </a:t>
            </a:r>
            <a:r>
              <a:rPr sz="2000" b="0">
                <a:solidFill>
                  <a:srgbClr val="181818"/>
                </a:solidFill>
                <a:latin typeface="Calibri"/>
                <a:ea typeface="Calibri"/>
                <a:cs typeface="Calibri"/>
              </a:rPr>
              <a:t>Business context and target users</a:t>
            </a:r>
          </a:p>
        </p:txBody>
      </p:sp>
      <p:sp>
        <p:nvSpPr>
          <p:cNvPr id="12" name="Editable body text 11-7">
            <a:extLst>
              <a:ext uri="{FF2B5EF4-FFF2-40B4-BE49-F238E27FC236}">
                <a16:creationId xmlns:a16="http://schemas.microsoft.com/office/drawing/2014/main" id="{B9837F25-B35A-49C2-A4EC-4F9F90DF2B32}"/>
              </a:ext>
            </a:extLst>
          </p:cNvPr>
          <p:cNvSpPr>
            <a:spLocks noGrp="1"/>
          </p:cNvSpPr>
          <p:nvPr/>
        </p:nvSpPr>
        <p:spPr>
          <a:xfrm>
            <a:off x="1200150" y="4552950"/>
            <a:ext cx="10096500" cy="457200"/>
          </a:xfrm>
          <a:prstGeom prst="rect">
            <a:avLst/>
          </a:prstGeom>
          <a:noFill/>
          <a:ln w="0">
            <a:noFill/>
            <a:prstDash val="solid"/>
          </a:ln>
        </p:spPr>
        <p:txBody>
          <a:bodyPr wrap="square" lIns="9525" tIns="0" rIns="9525" bIns="0" anchor="ctr">
            <a:noAutofit/>
          </a:bodyPr>
          <a:lstStyle/>
          <a:p>
            <a:pPr>
              <a:buNone/>
              <a:defRPr sz="1800"/>
            </a:pPr>
            <a:r>
              <a:rPr sz="2000">
                <a:solidFill>
                  <a:srgbClr val="181818"/>
                </a:solidFill>
                <a:latin typeface="Calibri"/>
                <a:ea typeface="Calibri"/>
                <a:cs typeface="Calibri"/>
              </a:rPr>
              <a:t> </a:t>
            </a:r>
            <a:r>
              <a:rPr sz="2000" b="0">
                <a:solidFill>
                  <a:srgbClr val="181818"/>
                </a:solidFill>
                <a:latin typeface="Calibri"/>
                <a:ea typeface="Calibri"/>
                <a:cs typeface="Calibri"/>
              </a:rPr>
              <a:t>Architecture, evaluation metrics, and expected outcomes</a:t>
            </a:r>
          </a:p>
        </p:txBody>
      </p:sp>
      <p:sp>
        <p:nvSpPr>
          <p:cNvPr id="13" name="Editable body text 11-8">
            <a:extLst>
              <a:ext uri="{FF2B5EF4-FFF2-40B4-BE49-F238E27FC236}">
                <a16:creationId xmlns:a16="http://schemas.microsoft.com/office/drawing/2014/main" id="{1C3BC3E2-9296-42BE-B745-CF9198013003}"/>
              </a:ext>
            </a:extLst>
          </p:cNvPr>
          <p:cNvSpPr>
            <a:spLocks noGrp="1"/>
          </p:cNvSpPr>
          <p:nvPr/>
        </p:nvSpPr>
        <p:spPr>
          <a:xfrm>
            <a:off x="1200150" y="5010150"/>
            <a:ext cx="10096500" cy="457200"/>
          </a:xfrm>
          <a:prstGeom prst="rect">
            <a:avLst/>
          </a:prstGeom>
          <a:noFill/>
          <a:ln w="0">
            <a:noFill/>
            <a:prstDash val="solid"/>
          </a:ln>
        </p:spPr>
        <p:txBody>
          <a:bodyPr wrap="square" lIns="9525" tIns="0" rIns="9525" bIns="0" anchor="ctr">
            <a:noAutofit/>
          </a:bodyPr>
          <a:lstStyle/>
          <a:p>
            <a:pPr>
              <a:buNone/>
              <a:defRPr sz="1800"/>
            </a:pPr>
            <a:r>
              <a:rPr sz="2000">
                <a:solidFill>
                  <a:srgbClr val="181818"/>
                </a:solidFill>
                <a:latin typeface="Calibri"/>
                <a:ea typeface="Calibri"/>
                <a:cs typeface="Calibri"/>
              </a:rPr>
              <a:t> D</a:t>
            </a:r>
            <a:r>
              <a:rPr sz="2000" b="0">
                <a:solidFill>
                  <a:srgbClr val="181818"/>
                </a:solidFill>
                <a:latin typeface="Calibri"/>
                <a:ea typeface="Calibri"/>
                <a:cs typeface="Calibri"/>
              </a:rPr>
              <a:t>emo, or storyboard</a:t>
            </a:r>
          </a:p>
        </p:txBody>
      </p:sp>
      <p:pic>
        <p:nvPicPr>
          <p:cNvPr id="27" name="GenAI project team collaboration photo"/>
          <p:cNvPicPr>
            <a:picLocks noChangeAspect="1"/>
          </p:cNvPicPr>
          <p:nvPr/>
        </p:nvPicPr>
        <p:blipFill>
          <a:blip r:embed="rId4"/>
          <a:srcRect l="1998" r="1998"/>
          <a:stretch>
            <a:fillRect/>
          </a:stretch>
        </p:blipFill>
        <p:spPr>
          <a:xfrm>
            <a:off x="8382000" y="3714750"/>
            <a:ext cx="2762250" cy="1619250"/>
          </a:xfrm>
          <a:prstGeom prst="roundRect">
            <a:avLst>
              <a:gd name="adj" fmla="val 7059"/>
            </a:avLst>
          </a:prstGeom>
        </p:spPr>
      </p:pic>
      <p:sp>
        <p:nvSpPr>
          <p:cNvPr id="16" name="Editable project teamwork caption">
            <a:extLst>
              <a:ext uri="{FF2B5EF4-FFF2-40B4-BE49-F238E27FC236}">
                <a16:creationId xmlns:a16="http://schemas.microsoft.com/office/drawing/2014/main" id="{7F74D5E0-3C58-4CE4-B017-99620F317FD1}"/>
              </a:ext>
            </a:extLst>
          </p:cNvPr>
          <p:cNvSpPr>
            <a:spLocks noGrp="1"/>
          </p:cNvSpPr>
          <p:nvPr/>
        </p:nvSpPr>
        <p:spPr>
          <a:xfrm>
            <a:off x="8496300" y="4933950"/>
            <a:ext cx="2533650" cy="304800"/>
          </a:xfrm>
          <a:prstGeom prst="roundRect">
            <a:avLst>
              <a:gd name="adj" fmla="val 25000"/>
            </a:avLst>
          </a:prstGeom>
          <a:solidFill>
            <a:srgbClr val="1F5592"/>
          </a:solidFill>
          <a:ln w="0">
            <a:solidFill>
              <a:srgbClr val="1F5592"/>
            </a:solidFill>
            <a:prstDash val="solid"/>
          </a:ln>
        </p:spPr>
        <p:txBody>
          <a:bodyPr lIns="66675" tIns="28575" rIns="66675" bIns="28575" anchor="ctr">
            <a:normAutofit/>
          </a:bodyPr>
          <a:lstStyle/>
          <a:p>
            <a:pPr algn="ctr">
              <a:defRPr sz="1125" b="1">
                <a:solidFill>
                  <a:srgbClr val="FFFFFF"/>
                </a:solidFill>
              </a:defRPr>
            </a:pPr>
            <a:r>
              <a:rPr sz="1125" b="1">
                <a:solidFill>
                  <a:srgbClr val="FFFFFF"/>
                </a:solidFill>
              </a:rPr>
              <a:t>PROBLEM • WORKFLOW • DEMO</a:t>
            </a:r>
          </a:p>
        </p:txBody>
      </p:sp>
    </p:spTree>
    <p:extLst>
      <p:ext uri="{BB962C8B-B14F-4D97-AF65-F5344CB8AC3E}">
        <p14:creationId xmlns:p14="http://schemas.microsoft.com/office/powerpoint/2010/main" val="1762409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3300" b="1">
                <a:solidFill>
                  <a:srgbClr val="262626"/>
                </a:solidFill>
                <a:latin typeface="Calibri"/>
                <a:ea typeface="Calibri"/>
                <a:cs typeface="Calibri"/>
              </a:rPr>
              <a:t>Written Examination</a:t>
            </a:r>
          </a:p>
        </p:txBody>
      </p:sp>
      <p:sp>
        <p:nvSpPr>
          <p:cNvPr id="6" name="Editable body text 12-1">
            <a:extLst>
              <a:ext uri="{FF2B5EF4-FFF2-40B4-BE49-F238E27FC236}">
                <a16:creationId xmlns:a16="http://schemas.microsoft.com/office/drawing/2014/main" id="{7472E3EA-3427-43F4-81B0-1D2201C3B643}"/>
              </a:ext>
            </a:extLst>
          </p:cNvPr>
          <p:cNvSpPr>
            <a:spLocks noGrp="1"/>
          </p:cNvSpPr>
          <p:nvPr/>
        </p:nvSpPr>
        <p:spPr>
          <a:xfrm>
            <a:off x="1098192" y="1576991"/>
            <a:ext cx="10096500" cy="457200"/>
          </a:xfrm>
          <a:prstGeom prst="rect">
            <a:avLst/>
          </a:prstGeom>
          <a:noFill/>
          <a:ln w="0">
            <a:noFill/>
            <a:prstDash val="solid"/>
          </a:ln>
        </p:spPr>
        <p:txBody>
          <a:bodyPr wrap="square" lIns="9525" tIns="0" rIns="9525" bIns="0" anchor="ctr">
            <a:noAutofit/>
          </a:bodyPr>
          <a:lstStyle/>
          <a:p>
            <a:pPr>
              <a:buNone/>
              <a:defRPr sz="1800"/>
            </a:pPr>
            <a:r>
              <a:rPr sz="2000" b="1">
                <a:solidFill>
                  <a:srgbClr val="181818"/>
                </a:solidFill>
                <a:latin typeface="Calibri"/>
                <a:ea typeface="Calibri"/>
                <a:cs typeface="Calibri"/>
              </a:rPr>
              <a:t>• Weighting: 50% of the course grade</a:t>
            </a:r>
          </a:p>
        </p:txBody>
      </p:sp>
      <p:sp>
        <p:nvSpPr>
          <p:cNvPr id="7" name="Editable body text 12-2">
            <a:extLst>
              <a:ext uri="{FF2B5EF4-FFF2-40B4-BE49-F238E27FC236}">
                <a16:creationId xmlns:a16="http://schemas.microsoft.com/office/drawing/2014/main" id="{009FF981-5125-4376-B64A-9D2C7631A586}"/>
              </a:ext>
            </a:extLst>
          </p:cNvPr>
          <p:cNvSpPr>
            <a:spLocks noGrp="1"/>
          </p:cNvSpPr>
          <p:nvPr/>
        </p:nvSpPr>
        <p:spPr>
          <a:xfrm>
            <a:off x="1098192" y="2164590"/>
            <a:ext cx="10096500" cy="457200"/>
          </a:xfrm>
          <a:prstGeom prst="rect">
            <a:avLst/>
          </a:prstGeom>
          <a:noFill/>
          <a:ln w="0">
            <a:noFill/>
            <a:prstDash val="solid"/>
          </a:ln>
        </p:spPr>
        <p:txBody>
          <a:bodyPr wrap="square" lIns="9525" tIns="0" rIns="9525" bIns="0" anchor="ctr">
            <a:noAutofit/>
          </a:bodyPr>
          <a:lstStyle/>
          <a:p>
            <a:pPr>
              <a:buNone/>
              <a:defRPr sz="1800"/>
            </a:pPr>
            <a:r>
              <a:rPr lang="en-HK" sz="2000" b="1">
                <a:solidFill>
                  <a:srgbClr val="000000"/>
                </a:solidFill>
                <a:latin typeface="Calibri"/>
                <a:ea typeface="Calibri"/>
                <a:cs typeface="Calibri"/>
              </a:rPr>
              <a:t>• Duration: 2 hours</a:t>
            </a:r>
            <a:endParaRPr lang="en-HK" altLang="zh-CN" sz="2000" b="1">
              <a:solidFill>
                <a:srgbClr val="000000"/>
              </a:solidFill>
              <a:latin typeface="Calibri"/>
              <a:ea typeface="Calibri"/>
              <a:cs typeface="Calibri"/>
            </a:endParaRPr>
          </a:p>
        </p:txBody>
      </p:sp>
      <p:sp>
        <p:nvSpPr>
          <p:cNvPr id="9" name="Editable body text 12-4">
            <a:extLst>
              <a:ext uri="{FF2B5EF4-FFF2-40B4-BE49-F238E27FC236}">
                <a16:creationId xmlns:a16="http://schemas.microsoft.com/office/drawing/2014/main" id="{458E72DA-DD8C-4358-894B-A4E5B556F3F1}"/>
              </a:ext>
            </a:extLst>
          </p:cNvPr>
          <p:cNvSpPr>
            <a:spLocks noGrp="1"/>
          </p:cNvSpPr>
          <p:nvPr/>
        </p:nvSpPr>
        <p:spPr>
          <a:xfrm>
            <a:off x="1253812" y="2626084"/>
            <a:ext cx="10096500" cy="2050958"/>
          </a:xfrm>
          <a:prstGeom prst="rect">
            <a:avLst/>
          </a:prstGeom>
          <a:noFill/>
          <a:ln w="0">
            <a:noFill/>
            <a:prstDash val="solid"/>
          </a:ln>
        </p:spPr>
        <p:txBody>
          <a:bodyPr wrap="square" lIns="9525" tIns="0" rIns="9525" bIns="0" anchor="ctr">
            <a:noAutofit/>
          </a:bodyPr>
          <a:lstStyle/>
          <a:p>
            <a:pPr>
              <a:defRPr sz="1800"/>
            </a:pPr>
            <a:r>
              <a:rPr lang="en-US" sz="2000">
                <a:solidFill>
                  <a:srgbClr val="000000"/>
                </a:solidFill>
                <a:ea typeface="+mn-lt"/>
                <a:cs typeface="+mn-lt"/>
              </a:rPr>
              <a:t>Multiple</a:t>
            </a:r>
            <a:r>
              <a:rPr lang="en-US" altLang="zh-CN" sz="2000">
                <a:solidFill>
                  <a:srgbClr val="000000"/>
                </a:solidFill>
                <a:ea typeface="+mn-lt"/>
                <a:cs typeface="+mn-lt"/>
              </a:rPr>
              <a:t> </a:t>
            </a:r>
            <a:r>
              <a:rPr lang="en-US" sz="2000">
                <a:solidFill>
                  <a:srgbClr val="000000"/>
                </a:solidFill>
                <a:ea typeface="+mn-lt"/>
                <a:cs typeface="+mn-lt"/>
              </a:rPr>
              <a:t>choice</a:t>
            </a:r>
            <a:r>
              <a:rPr lang="en-US" altLang="zh-CN" sz="2000">
                <a:solidFill>
                  <a:srgbClr val="000000"/>
                </a:solidFill>
                <a:ea typeface="+mn-lt"/>
                <a:cs typeface="+mn-lt"/>
              </a:rPr>
              <a:t> </a:t>
            </a:r>
            <a:r>
              <a:rPr lang="en-US" sz="2000">
                <a:solidFill>
                  <a:srgbClr val="000000"/>
                </a:solidFill>
                <a:ea typeface="+mn-lt"/>
                <a:cs typeface="+mn-lt"/>
              </a:rPr>
              <a:t>questions</a:t>
            </a:r>
            <a:r>
              <a:rPr lang="en-US" altLang="zh-CN" sz="2000">
                <a:solidFill>
                  <a:srgbClr val="000000"/>
                </a:solidFill>
                <a:ea typeface="+mn-lt"/>
                <a:cs typeface="+mn-lt"/>
              </a:rPr>
              <a:t> </a:t>
            </a:r>
            <a:r>
              <a:rPr lang="en-US" sz="2000">
                <a:solidFill>
                  <a:srgbClr val="000000"/>
                </a:solidFill>
                <a:ea typeface="+mn-lt"/>
                <a:cs typeface="+mn-lt"/>
              </a:rPr>
              <a:t>(20%)</a:t>
            </a:r>
            <a:r>
              <a:rPr lang="en-US" altLang="zh-CN" sz="2000">
                <a:solidFill>
                  <a:srgbClr val="000000"/>
                </a:solidFill>
                <a:ea typeface="+mn-lt"/>
                <a:cs typeface="+mn-lt"/>
              </a:rPr>
              <a:t> </a:t>
            </a:r>
          </a:p>
          <a:p>
            <a:pPr>
              <a:defRPr sz="1800"/>
            </a:pPr>
            <a:r>
              <a:rPr lang="en-US" sz="2000">
                <a:solidFill>
                  <a:srgbClr val="000000"/>
                </a:solidFill>
                <a:ea typeface="+mn-lt"/>
                <a:cs typeface="+mn-lt"/>
              </a:rPr>
              <a:t>Short</a:t>
            </a:r>
            <a:r>
              <a:rPr lang="en-US" altLang="zh-CN" sz="2000">
                <a:solidFill>
                  <a:srgbClr val="000000"/>
                </a:solidFill>
                <a:ea typeface="+mn-lt"/>
                <a:cs typeface="+mn-lt"/>
              </a:rPr>
              <a:t> </a:t>
            </a:r>
            <a:r>
              <a:rPr lang="en-US" sz="2000">
                <a:solidFill>
                  <a:srgbClr val="000000"/>
                </a:solidFill>
                <a:ea typeface="+mn-lt"/>
                <a:cs typeface="+mn-lt"/>
              </a:rPr>
              <a:t>answer</a:t>
            </a:r>
            <a:r>
              <a:rPr lang="en-US" altLang="zh-CN" sz="2000">
                <a:solidFill>
                  <a:srgbClr val="000000"/>
                </a:solidFill>
                <a:ea typeface="+mn-lt"/>
                <a:cs typeface="+mn-lt"/>
              </a:rPr>
              <a:t> </a:t>
            </a:r>
            <a:r>
              <a:rPr lang="en-US" sz="2000">
                <a:solidFill>
                  <a:srgbClr val="000000"/>
                </a:solidFill>
                <a:ea typeface="+mn-lt"/>
                <a:cs typeface="+mn-lt"/>
              </a:rPr>
              <a:t>questions</a:t>
            </a:r>
            <a:r>
              <a:rPr lang="en-US" altLang="zh-CN" sz="2000">
                <a:solidFill>
                  <a:srgbClr val="000000"/>
                </a:solidFill>
                <a:ea typeface="+mn-lt"/>
                <a:cs typeface="+mn-lt"/>
              </a:rPr>
              <a:t> </a:t>
            </a:r>
            <a:r>
              <a:rPr lang="en-US" sz="2000">
                <a:solidFill>
                  <a:srgbClr val="000000"/>
                </a:solidFill>
                <a:ea typeface="+mn-lt"/>
                <a:cs typeface="+mn-lt"/>
              </a:rPr>
              <a:t>(30%)</a:t>
            </a:r>
            <a:r>
              <a:rPr lang="en-US" altLang="zh-CN" sz="2000">
                <a:solidFill>
                  <a:srgbClr val="000000"/>
                </a:solidFill>
                <a:ea typeface="+mn-lt"/>
                <a:cs typeface="+mn-lt"/>
              </a:rPr>
              <a:t> </a:t>
            </a:r>
            <a:endParaRPr lang="en-US" sz="2000">
              <a:solidFill>
                <a:srgbClr val="000000"/>
              </a:solidFill>
              <a:ea typeface="+mn-lt"/>
              <a:cs typeface="+mn-lt"/>
            </a:endParaRPr>
          </a:p>
          <a:p>
            <a:pPr>
              <a:defRPr sz="1800"/>
            </a:pPr>
            <a:r>
              <a:rPr lang="en-US" sz="2000">
                <a:solidFill>
                  <a:srgbClr val="000000"/>
                </a:solidFill>
                <a:ea typeface="+mn-lt"/>
                <a:cs typeface="+mn-lt"/>
              </a:rPr>
              <a:t>Essay</a:t>
            </a:r>
            <a:r>
              <a:rPr lang="en-US" altLang="zh-CN" sz="2000">
                <a:solidFill>
                  <a:srgbClr val="000000"/>
                </a:solidFill>
                <a:ea typeface="+mn-lt"/>
                <a:cs typeface="+mn-lt"/>
              </a:rPr>
              <a:t> </a:t>
            </a:r>
            <a:r>
              <a:rPr lang="en-US" sz="2000">
                <a:solidFill>
                  <a:srgbClr val="000000"/>
                </a:solidFill>
                <a:ea typeface="+mn-lt"/>
                <a:cs typeface="+mn-lt"/>
              </a:rPr>
              <a:t>questions</a:t>
            </a:r>
            <a:r>
              <a:rPr lang="en-US" altLang="zh-CN" sz="2000">
                <a:solidFill>
                  <a:srgbClr val="000000"/>
                </a:solidFill>
                <a:ea typeface="+mn-lt"/>
                <a:cs typeface="+mn-lt"/>
              </a:rPr>
              <a:t> </a:t>
            </a:r>
            <a:r>
              <a:rPr lang="en-US" sz="2000">
                <a:solidFill>
                  <a:srgbClr val="000000"/>
                </a:solidFill>
                <a:ea typeface="+mn-lt"/>
                <a:cs typeface="+mn-lt"/>
              </a:rPr>
              <a:t>(50%)</a:t>
            </a:r>
            <a:r>
              <a:rPr lang="en-US" altLang="zh-CN" sz="2000">
                <a:solidFill>
                  <a:srgbClr val="000000"/>
                </a:solidFill>
                <a:ea typeface="+mn-lt"/>
                <a:cs typeface="+mn-lt"/>
              </a:rPr>
              <a:t> </a:t>
            </a:r>
            <a:endParaRPr lang="en-US" sz="2000">
              <a:solidFill>
                <a:srgbClr val="000000"/>
              </a:solidFill>
              <a:ea typeface="+mn-lt"/>
              <a:cs typeface="+mn-lt"/>
            </a:endParaRPr>
          </a:p>
          <a:p>
            <a:pPr>
              <a:defRPr sz="1800"/>
            </a:pPr>
            <a:r>
              <a:rPr lang="en-US" sz="2000">
                <a:solidFill>
                  <a:srgbClr val="000000"/>
                </a:solidFill>
                <a:ea typeface="+mn-lt"/>
                <a:cs typeface="+mn-lt"/>
              </a:rPr>
              <a:t> -Concepts</a:t>
            </a:r>
            <a:r>
              <a:rPr lang="en-US" altLang="zh-CN" sz="2000">
                <a:solidFill>
                  <a:srgbClr val="000000"/>
                </a:solidFill>
                <a:ea typeface="+mn-lt"/>
                <a:cs typeface="+mn-lt"/>
              </a:rPr>
              <a:t> </a:t>
            </a:r>
            <a:r>
              <a:rPr lang="en-US" sz="2000">
                <a:solidFill>
                  <a:srgbClr val="000000"/>
                </a:solidFill>
                <a:ea typeface="+mn-lt"/>
                <a:cs typeface="+mn-lt"/>
              </a:rPr>
              <a:t>covered</a:t>
            </a:r>
            <a:r>
              <a:rPr lang="en-US" altLang="zh-CN" sz="2000">
                <a:solidFill>
                  <a:srgbClr val="000000"/>
                </a:solidFill>
                <a:ea typeface="+mn-lt"/>
                <a:cs typeface="+mn-lt"/>
              </a:rPr>
              <a:t> </a:t>
            </a:r>
            <a:r>
              <a:rPr lang="en-US" sz="2000">
                <a:solidFill>
                  <a:srgbClr val="000000"/>
                </a:solidFill>
                <a:ea typeface="+mn-lt"/>
                <a:cs typeface="+mn-lt"/>
              </a:rPr>
              <a:t>in</a:t>
            </a:r>
            <a:r>
              <a:rPr lang="en-US" altLang="zh-CN" sz="2000">
                <a:solidFill>
                  <a:srgbClr val="000000"/>
                </a:solidFill>
                <a:ea typeface="+mn-lt"/>
                <a:cs typeface="+mn-lt"/>
              </a:rPr>
              <a:t> </a:t>
            </a:r>
            <a:r>
              <a:rPr lang="en-US" sz="2000">
                <a:solidFill>
                  <a:srgbClr val="000000"/>
                </a:solidFill>
                <a:ea typeface="+mn-lt"/>
                <a:cs typeface="+mn-lt"/>
              </a:rPr>
              <a:t>the</a:t>
            </a:r>
            <a:r>
              <a:rPr lang="en-US" altLang="zh-CN" sz="2000">
                <a:solidFill>
                  <a:srgbClr val="000000"/>
                </a:solidFill>
                <a:ea typeface="+mn-lt"/>
                <a:cs typeface="+mn-lt"/>
              </a:rPr>
              <a:t> </a:t>
            </a:r>
            <a:r>
              <a:rPr lang="en-US" sz="2000">
                <a:solidFill>
                  <a:srgbClr val="000000"/>
                </a:solidFill>
                <a:ea typeface="+mn-lt"/>
                <a:cs typeface="+mn-lt"/>
              </a:rPr>
              <a:t>lectures</a:t>
            </a:r>
            <a:r>
              <a:rPr lang="en-US" altLang="zh-CN" sz="2000">
                <a:solidFill>
                  <a:srgbClr val="000000"/>
                </a:solidFill>
                <a:ea typeface="+mn-lt"/>
                <a:cs typeface="+mn-lt"/>
              </a:rPr>
              <a:t> </a:t>
            </a:r>
            <a:r>
              <a:rPr lang="en-US" sz="2000">
                <a:solidFill>
                  <a:srgbClr val="000000"/>
                </a:solidFill>
                <a:ea typeface="+mn-lt"/>
                <a:cs typeface="+mn-lt"/>
              </a:rPr>
              <a:t> </a:t>
            </a:r>
          </a:p>
          <a:p>
            <a:pPr>
              <a:defRPr sz="1800"/>
            </a:pPr>
            <a:r>
              <a:rPr lang="en-US" sz="2000">
                <a:solidFill>
                  <a:srgbClr val="000000"/>
                </a:solidFill>
                <a:ea typeface="+mn-lt"/>
                <a:cs typeface="+mn-lt"/>
              </a:rPr>
              <a:t> -Case</a:t>
            </a:r>
            <a:r>
              <a:rPr lang="en-US" altLang="zh-CN" sz="2000">
                <a:solidFill>
                  <a:srgbClr val="000000"/>
                </a:solidFill>
                <a:ea typeface="+mn-lt"/>
                <a:cs typeface="+mn-lt"/>
              </a:rPr>
              <a:t> </a:t>
            </a:r>
            <a:r>
              <a:rPr lang="en-US" sz="2000">
                <a:solidFill>
                  <a:srgbClr val="000000"/>
                </a:solidFill>
                <a:ea typeface="+mn-lt"/>
                <a:cs typeface="+mn-lt"/>
              </a:rPr>
              <a:t>study</a:t>
            </a:r>
            <a:r>
              <a:rPr lang="en-US" altLang="zh-CN" sz="2000">
                <a:solidFill>
                  <a:srgbClr val="000000"/>
                </a:solidFill>
                <a:ea typeface="+mn-lt"/>
                <a:cs typeface="+mn-lt"/>
              </a:rPr>
              <a:t> </a:t>
            </a:r>
            <a:r>
              <a:rPr lang="en-US" sz="2000" b="0">
                <a:solidFill>
                  <a:srgbClr val="000000"/>
                </a:solidFill>
                <a:ea typeface="+mn-lt"/>
                <a:cs typeface="+mn-lt"/>
              </a:rPr>
              <a:t>questions</a:t>
            </a:r>
            <a:r>
              <a:rPr lang="en-US" altLang="zh-CN" sz="2000">
                <a:solidFill>
                  <a:srgbClr val="000000"/>
                </a:solidFill>
                <a:ea typeface="+mn-lt"/>
                <a:cs typeface="+mn-lt"/>
              </a:rPr>
              <a:t> </a:t>
            </a:r>
            <a:r>
              <a:rPr lang="en-US" sz="2000">
                <a:solidFill>
                  <a:srgbClr val="000000"/>
                </a:solidFill>
                <a:ea typeface="+mn-lt"/>
                <a:cs typeface="+mn-lt"/>
              </a:rPr>
              <a:t>on</a:t>
            </a:r>
            <a:r>
              <a:rPr lang="en-US" altLang="zh-CN" sz="2000">
                <a:solidFill>
                  <a:srgbClr val="000000"/>
                </a:solidFill>
                <a:ea typeface="+mn-lt"/>
                <a:cs typeface="+mn-lt"/>
              </a:rPr>
              <a:t> </a:t>
            </a:r>
            <a:r>
              <a:rPr lang="en-US" sz="2000">
                <a:solidFill>
                  <a:srgbClr val="000000"/>
                </a:solidFill>
                <a:ea typeface="+mn-lt"/>
                <a:cs typeface="+mn-lt"/>
              </a:rPr>
              <a:t>how</a:t>
            </a:r>
            <a:r>
              <a:rPr lang="en-US" altLang="zh-CN" sz="2000">
                <a:solidFill>
                  <a:srgbClr val="000000"/>
                </a:solidFill>
                <a:ea typeface="+mn-lt"/>
                <a:cs typeface="+mn-lt"/>
              </a:rPr>
              <a:t> </a:t>
            </a:r>
            <a:r>
              <a:rPr lang="en-US" sz="2000">
                <a:solidFill>
                  <a:srgbClr val="000000"/>
                </a:solidFill>
                <a:ea typeface="+mn-lt"/>
                <a:cs typeface="+mn-lt"/>
              </a:rPr>
              <a:t>to</a:t>
            </a:r>
            <a:r>
              <a:rPr lang="en-US" altLang="zh-CN" sz="2000">
                <a:solidFill>
                  <a:srgbClr val="000000"/>
                </a:solidFill>
                <a:ea typeface="+mn-lt"/>
                <a:cs typeface="+mn-lt"/>
              </a:rPr>
              <a:t> </a:t>
            </a:r>
            <a:r>
              <a:rPr lang="en-US" sz="2000">
                <a:solidFill>
                  <a:srgbClr val="000000"/>
                </a:solidFill>
                <a:ea typeface="+mn-lt"/>
                <a:cs typeface="+mn-lt"/>
              </a:rPr>
              <a:t>apply</a:t>
            </a:r>
            <a:r>
              <a:rPr lang="en-US" altLang="zh-CN" sz="2000">
                <a:solidFill>
                  <a:srgbClr val="000000"/>
                </a:solidFill>
                <a:ea typeface="+mn-lt"/>
                <a:cs typeface="+mn-lt"/>
              </a:rPr>
              <a:t> </a:t>
            </a:r>
            <a:r>
              <a:rPr lang="en-US" sz="2000">
                <a:solidFill>
                  <a:srgbClr val="000000"/>
                </a:solidFill>
                <a:ea typeface="+mn-lt"/>
                <a:cs typeface="+mn-lt"/>
              </a:rPr>
              <a:t>those</a:t>
            </a:r>
            <a:r>
              <a:rPr lang="en-US" altLang="zh-CN" sz="2000">
                <a:solidFill>
                  <a:srgbClr val="000000"/>
                </a:solidFill>
                <a:ea typeface="+mn-lt"/>
                <a:cs typeface="+mn-lt"/>
              </a:rPr>
              <a:t> </a:t>
            </a:r>
            <a:r>
              <a:rPr lang="en-US" sz="2000">
                <a:solidFill>
                  <a:srgbClr val="000000"/>
                </a:solidFill>
                <a:ea typeface="+mn-lt"/>
                <a:cs typeface="+mn-lt"/>
              </a:rPr>
              <a:t>concepts</a:t>
            </a:r>
            <a:endParaRPr lang="en-US" sz="2000" b="0">
              <a:solidFill>
                <a:srgbClr val="000000"/>
              </a:solidFill>
              <a:latin typeface="Calibri"/>
              <a:ea typeface="Calibri"/>
              <a:cs typeface="Calibri"/>
            </a:endParaRPr>
          </a:p>
        </p:txBody>
      </p:sp>
      <p:sp>
        <p:nvSpPr>
          <p:cNvPr id="10" name="Editable body text 12-5">
            <a:extLst>
              <a:ext uri="{FF2B5EF4-FFF2-40B4-BE49-F238E27FC236}">
                <a16:creationId xmlns:a16="http://schemas.microsoft.com/office/drawing/2014/main" id="{EB767001-BC9B-49C9-BB4B-8316AB885CD8}"/>
              </a:ext>
            </a:extLst>
          </p:cNvPr>
          <p:cNvSpPr>
            <a:spLocks noGrp="1"/>
          </p:cNvSpPr>
          <p:nvPr/>
        </p:nvSpPr>
        <p:spPr>
          <a:xfrm>
            <a:off x="1049896" y="4785977"/>
            <a:ext cx="10096500" cy="457200"/>
          </a:xfrm>
          <a:prstGeom prst="rect">
            <a:avLst/>
          </a:prstGeom>
          <a:noFill/>
          <a:ln w="0">
            <a:noFill/>
            <a:prstDash val="solid"/>
          </a:ln>
        </p:spPr>
        <p:txBody>
          <a:bodyPr wrap="square" lIns="9525" tIns="0" rIns="9525" bIns="0" anchor="ctr">
            <a:noAutofit/>
          </a:bodyPr>
          <a:lstStyle/>
          <a:p>
            <a:pPr>
              <a:buNone/>
              <a:defRPr sz="1800"/>
            </a:pPr>
            <a:r>
              <a:rPr lang="en-HK" sz="2000" b="0">
                <a:solidFill>
                  <a:srgbClr val="000000"/>
                </a:solidFill>
                <a:latin typeface="Calibri"/>
                <a:ea typeface="Calibri"/>
                <a:cs typeface="Calibri"/>
              </a:rPr>
              <a:t>• Exact question format will be confirmed by the instructor</a:t>
            </a:r>
            <a:endParaRPr lang="en-HK" altLang="zh-CN" sz="2000" b="0">
              <a:solidFill>
                <a:srgbClr val="000000"/>
              </a:solidFill>
              <a:latin typeface="Calibri"/>
              <a:ea typeface="Calibri"/>
              <a:cs typeface="Calibri"/>
            </a:endParaRPr>
          </a:p>
        </p:txBody>
      </p:sp>
    </p:spTree>
    <p:extLst>
      <p:ext uri="{BB962C8B-B14F-4D97-AF65-F5344CB8AC3E}">
        <p14:creationId xmlns:p14="http://schemas.microsoft.com/office/powerpoint/2010/main" val="2938412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9343B8-EB39-41A6-93B9-DAF71810FE81}"/>
              </a:ext>
            </a:extLst>
          </p:cNvPr>
          <p:cNvSpPr>
            <a:spLocks noGrp="1"/>
          </p:cNvSpPr>
          <p:nvPr>
            <p:ph type="body" idx="10"/>
          </p:nvPr>
        </p:nvSpPr>
        <p:spPr/>
        <p:txBody>
          <a:bodyPr wrap="square" lIns="91440" tIns="45720" rIns="91440" bIns="45720" anchor="ctr">
            <a:noAutofit/>
          </a:bodyPr>
          <a:lstStyle/>
          <a:p>
            <a:pPr algn="ctr">
              <a:buNone/>
            </a:pPr>
            <a:r>
              <a:rPr sz="2250" b="1">
                <a:solidFill>
                  <a:srgbClr val="B11117"/>
                </a:solidFill>
                <a:latin typeface="Calibri"/>
                <a:ea typeface="Calibri"/>
                <a:cs typeface="Calibri"/>
              </a:rPr>
              <a:t>Part </a:t>
            </a:r>
            <a:r>
              <a:rPr lang="en-US" sz="2250" b="1">
                <a:latin typeface="Calibri"/>
                <a:ea typeface="Calibri"/>
                <a:cs typeface="Calibri"/>
              </a:rPr>
              <a:t>1</a:t>
            </a:r>
            <a:endParaRPr sz="2250" b="1">
              <a:solidFill>
                <a:srgbClr val="B11117"/>
              </a:solidFill>
              <a:latin typeface="Calibri"/>
              <a:ea typeface="Calibri"/>
              <a:cs typeface="Calibri"/>
            </a:endParaRPr>
          </a:p>
          <a:p>
            <a:r>
              <a:rPr lang="en-US" sz="2250" b="1">
                <a:latin typeface="Calibri"/>
                <a:ea typeface="Calibri"/>
                <a:cs typeface="Calibri"/>
              </a:rPr>
              <a:t> Foundations of Generative AI</a:t>
            </a:r>
            <a:endParaRPr/>
          </a:p>
        </p:txBody>
      </p:sp>
    </p:spTree>
    <p:extLst>
      <p:ext uri="{BB962C8B-B14F-4D97-AF65-F5344CB8AC3E}">
        <p14:creationId xmlns:p14="http://schemas.microsoft.com/office/powerpoint/2010/main" val="116527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3300" b="1">
                <a:solidFill>
                  <a:srgbClr val="262626"/>
                </a:solidFill>
                <a:latin typeface="Calibri"/>
                <a:ea typeface="Calibri"/>
                <a:cs typeface="Calibri"/>
              </a:rPr>
              <a:t>Module 1: Foundations</a:t>
            </a:r>
          </a:p>
        </p:txBody>
      </p:sp>
      <p:grpSp>
        <p:nvGrpSpPr>
          <p:cNvPr id="2" name="Google Shape;1448;p160">
            <a:extLst>
              <a:ext uri="{FF2B5EF4-FFF2-40B4-BE49-F238E27FC236}">
                <a16:creationId xmlns:a16="http://schemas.microsoft.com/office/drawing/2014/main" id="{4D5F6153-5A6E-DB93-FE46-5DE675454A4F}"/>
              </a:ext>
            </a:extLst>
          </p:cNvPr>
          <p:cNvGrpSpPr/>
          <p:nvPr/>
        </p:nvGrpSpPr>
        <p:grpSpPr>
          <a:xfrm>
            <a:off x="6862658" y="2276303"/>
            <a:ext cx="3118250" cy="3398050"/>
            <a:chOff x="5426925" y="1012625"/>
            <a:chExt cx="3118250" cy="3398050"/>
          </a:xfrm>
        </p:grpSpPr>
        <p:pic>
          <p:nvPicPr>
            <p:cNvPr id="3" name="Google Shape;1449;p160">
              <a:extLst>
                <a:ext uri="{FF2B5EF4-FFF2-40B4-BE49-F238E27FC236}">
                  <a16:creationId xmlns:a16="http://schemas.microsoft.com/office/drawing/2014/main" id="{A6F79CF2-AE07-06ED-4897-F27399E7EF59}"/>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5426925" y="1012625"/>
              <a:ext cx="3118250" cy="3118250"/>
            </a:xfrm>
            <a:prstGeom prst="rect">
              <a:avLst/>
            </a:prstGeom>
            <a:noFill/>
            <a:ln>
              <a:noFill/>
            </a:ln>
          </p:spPr>
        </p:pic>
        <p:sp>
          <p:nvSpPr>
            <p:cNvPr id="5" name="Google Shape;1450;p160">
              <a:extLst>
                <a:ext uri="{FF2B5EF4-FFF2-40B4-BE49-F238E27FC236}">
                  <a16:creationId xmlns:a16="http://schemas.microsoft.com/office/drawing/2014/main" id="{28C49628-65B3-0F6F-A293-76ADF8F43F0F}"/>
                </a:ext>
              </a:extLst>
            </p:cNvPr>
            <p:cNvSpPr txBox="1"/>
            <p:nvPr/>
          </p:nvSpPr>
          <p:spPr>
            <a:xfrm>
              <a:off x="5426925" y="4134375"/>
              <a:ext cx="3118200" cy="27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latin typeface="Roboto"/>
                  <a:ea typeface="Roboto"/>
                  <a:cs typeface="Roboto"/>
                  <a:sym typeface="Roboto"/>
                </a:rPr>
                <a:t>Gemini Prompt: Create an image of an AI Brain</a:t>
              </a:r>
              <a:endParaRPr sz="900">
                <a:solidFill>
                  <a:schemeClr val="dk1"/>
                </a:solidFill>
                <a:latin typeface="Roboto"/>
                <a:ea typeface="Roboto"/>
                <a:cs typeface="Roboto"/>
                <a:sym typeface="Roboto"/>
              </a:endParaRPr>
            </a:p>
          </p:txBody>
        </p:sp>
      </p:grpSp>
      <p:sp>
        <p:nvSpPr>
          <p:cNvPr id="6" name="Google Shape;1451;p160">
            <a:extLst>
              <a:ext uri="{FF2B5EF4-FFF2-40B4-BE49-F238E27FC236}">
                <a16:creationId xmlns:a16="http://schemas.microsoft.com/office/drawing/2014/main" id="{874F8FE4-106A-5FF0-BFCE-0184CB46EE57}"/>
              </a:ext>
            </a:extLst>
          </p:cNvPr>
          <p:cNvSpPr txBox="1"/>
          <p:nvPr/>
        </p:nvSpPr>
        <p:spPr>
          <a:xfrm>
            <a:off x="2103658" y="1872443"/>
            <a:ext cx="4295700" cy="3398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800" b="1">
                <a:solidFill>
                  <a:schemeClr val="accent5"/>
                </a:solidFill>
                <a:latin typeface="Roboto"/>
                <a:ea typeface="Roboto"/>
                <a:cs typeface="Roboto"/>
                <a:sym typeface="Roboto"/>
              </a:rPr>
              <a:t>What is Generative AI?</a:t>
            </a:r>
            <a:endParaRPr sz="4800" b="1">
              <a:solidFill>
                <a:schemeClr val="accent5"/>
              </a:solidFill>
              <a:latin typeface="Roboto"/>
              <a:ea typeface="Roboto"/>
              <a:cs typeface="Roboto"/>
              <a:sym typeface="Roboto"/>
            </a:endParaRPr>
          </a:p>
        </p:txBody>
      </p:sp>
    </p:spTree>
    <p:extLst>
      <p:ext uri="{BB962C8B-B14F-4D97-AF65-F5344CB8AC3E}">
        <p14:creationId xmlns:p14="http://schemas.microsoft.com/office/powerpoint/2010/main" val="644654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161"/>
          <p:cNvSpPr txBox="1"/>
          <p:nvPr/>
        </p:nvSpPr>
        <p:spPr>
          <a:xfrm>
            <a:off x="6170900" y="2007033"/>
            <a:ext cx="90000" cy="44800"/>
          </a:xfrm>
          <a:prstGeom prst="rect">
            <a:avLst/>
          </a:prstGeom>
          <a:noFill/>
          <a:ln>
            <a:noFill/>
          </a:ln>
        </p:spPr>
        <p:txBody>
          <a:bodyPr spcFirstLastPara="1" wrap="square" lIns="121900" tIns="121900" rIns="121900" bIns="121900" anchor="t" anchorCtr="0">
            <a:noAutofit/>
          </a:bodyPr>
          <a:lstStyle/>
          <a:p>
            <a:endParaRPr sz="1200">
              <a:solidFill>
                <a:srgbClr val="80868B"/>
              </a:solidFill>
              <a:latin typeface="Roboto"/>
              <a:ea typeface="Roboto"/>
              <a:cs typeface="Roboto"/>
              <a:sym typeface="Roboto"/>
            </a:endParaRPr>
          </a:p>
        </p:txBody>
      </p:sp>
      <p:pic>
        <p:nvPicPr>
          <p:cNvPr id="1457" name="Google Shape;1457;p161" descr="a 3D image of the word &quot;Intelligent?&quot;"/>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149318" y="487100"/>
            <a:ext cx="2941901" cy="2941901"/>
          </a:xfrm>
          <a:prstGeom prst="rect">
            <a:avLst/>
          </a:prstGeom>
          <a:noFill/>
          <a:ln>
            <a:noFill/>
          </a:ln>
        </p:spPr>
      </p:pic>
      <p:pic>
        <p:nvPicPr>
          <p:cNvPr id="1458" name="Google Shape;1458;p161" descr="a 3D image of the word &quot;ChatGPT?&quot;"/>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750134" y="1911374"/>
            <a:ext cx="2622167" cy="2622167"/>
          </a:xfrm>
          <a:prstGeom prst="rect">
            <a:avLst/>
          </a:prstGeom>
          <a:noFill/>
          <a:ln>
            <a:noFill/>
          </a:ln>
        </p:spPr>
      </p:pic>
      <p:pic>
        <p:nvPicPr>
          <p:cNvPr id="1459" name="Google Shape;1459;p161" descr="a 3D image of the word &quot;Only Create Words and Picture?&quot;"/>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8830567" y="1374500"/>
            <a:ext cx="2941901" cy="2941901"/>
          </a:xfrm>
          <a:prstGeom prst="rect">
            <a:avLst/>
          </a:prstGeom>
          <a:noFill/>
          <a:ln>
            <a:noFill/>
          </a:ln>
        </p:spPr>
      </p:pic>
      <p:pic>
        <p:nvPicPr>
          <p:cNvPr id="1460" name="Google Shape;1460;p161" descr="a 3D image of the word &quot;New?&quot;"/>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5515467" y="3733700"/>
            <a:ext cx="2803333" cy="2803333"/>
          </a:xfrm>
          <a:prstGeom prst="rect">
            <a:avLst/>
          </a:prstGeom>
          <a:noFill/>
          <a:ln>
            <a:noFill/>
          </a:ln>
        </p:spPr>
      </p:pic>
      <p:sp>
        <p:nvSpPr>
          <p:cNvPr id="1461" name="Google Shape;1461;p161"/>
          <p:cNvSpPr txBox="1"/>
          <p:nvPr/>
        </p:nvSpPr>
        <p:spPr>
          <a:xfrm>
            <a:off x="119133" y="6466600"/>
            <a:ext cx="11776000" cy="391600"/>
          </a:xfrm>
          <a:prstGeom prst="rect">
            <a:avLst/>
          </a:prstGeom>
          <a:noFill/>
          <a:ln>
            <a:noFill/>
          </a:ln>
        </p:spPr>
        <p:txBody>
          <a:bodyPr spcFirstLastPara="1" wrap="square" lIns="121900" tIns="121900" rIns="121900" bIns="121900" anchor="t" anchorCtr="0">
            <a:noAutofit/>
          </a:bodyPr>
          <a:lstStyle/>
          <a:p>
            <a:r>
              <a:rPr lang="en" sz="1200">
                <a:solidFill>
                  <a:srgbClr val="80868B"/>
                </a:solidFill>
                <a:latin typeface="Roboto"/>
                <a:ea typeface="Roboto"/>
                <a:cs typeface="Roboto"/>
                <a:sym typeface="Roboto"/>
              </a:rPr>
              <a:t>Source: https://www.forbes.com/sites/bernardmarr/2024/07/30/generative-ai-myths-the-5-biggest-misunderstandings/</a:t>
            </a:r>
            <a:endParaRPr sz="1200">
              <a:solidFill>
                <a:srgbClr val="80868B"/>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6F5D-7E8D-C915-D94F-DF4679CE59AB}"/>
              </a:ext>
            </a:extLst>
          </p:cNvPr>
          <p:cNvSpPr>
            <a:spLocks noGrp="1"/>
          </p:cNvSpPr>
          <p:nvPr>
            <p:ph type="title"/>
          </p:nvPr>
        </p:nvSpPr>
        <p:spPr>
          <a:xfrm>
            <a:off x="415600" y="359628"/>
            <a:ext cx="11360800" cy="763600"/>
          </a:xfrm>
        </p:spPr>
        <p:txBody>
          <a:bodyPr/>
          <a:lstStyle/>
          <a:p>
            <a:r>
              <a:rPr lang="en-HK"/>
              <a:t>Is AI New?</a:t>
            </a:r>
          </a:p>
        </p:txBody>
      </p:sp>
      <p:pic>
        <p:nvPicPr>
          <p:cNvPr id="4" name="Online Media 3" title="Dartmouth Conference - The Birthplace of A.I. | Where It All Started!">
            <a:hlinkClick r:id="" action="ppaction://media"/>
            <a:extLst>
              <a:ext uri="{FF2B5EF4-FFF2-40B4-BE49-F238E27FC236}">
                <a16:creationId xmlns:a16="http://schemas.microsoft.com/office/drawing/2014/main" id="{5C036CAE-15C9-FDF7-B0D9-209C9BE3D09D}"/>
              </a:ext>
            </a:extLst>
          </p:cNvPr>
          <p:cNvPicPr>
            <a:picLocks noRot="1" noChangeAspect="1"/>
          </p:cNvPicPr>
          <p:nvPr>
            <a:videoFile r:link="rId1"/>
          </p:nvPr>
        </p:nvPicPr>
        <p:blipFill>
          <a:blip r:embed="rId3"/>
          <a:stretch>
            <a:fillRect/>
          </a:stretch>
        </p:blipFill>
        <p:spPr>
          <a:xfrm>
            <a:off x="945728" y="975167"/>
            <a:ext cx="9783233" cy="5523205"/>
          </a:xfrm>
          <a:prstGeom prst="rect">
            <a:avLst/>
          </a:prstGeom>
        </p:spPr>
      </p:pic>
      <p:sp>
        <p:nvSpPr>
          <p:cNvPr id="6" name="TextBox 5">
            <a:extLst>
              <a:ext uri="{FF2B5EF4-FFF2-40B4-BE49-F238E27FC236}">
                <a16:creationId xmlns:a16="http://schemas.microsoft.com/office/drawing/2014/main" id="{7D07FC27-1F70-C6A8-DC49-AF85630BC500}"/>
              </a:ext>
            </a:extLst>
          </p:cNvPr>
          <p:cNvSpPr txBox="1"/>
          <p:nvPr/>
        </p:nvSpPr>
        <p:spPr>
          <a:xfrm>
            <a:off x="1" y="6488271"/>
            <a:ext cx="9783233" cy="338554"/>
          </a:xfrm>
          <a:prstGeom prst="rect">
            <a:avLst/>
          </a:prstGeom>
          <a:noFill/>
        </p:spPr>
        <p:txBody>
          <a:bodyPr wrap="square">
            <a:spAutoFit/>
          </a:bodyPr>
          <a:lstStyle/>
          <a:p>
            <a:r>
              <a:rPr lang="en-HK" sz="1600"/>
              <a:t>https://youtu.be/5Ur-Nf85ARw?si=3xWSmEZ7LsxVMgPp&amp;t=187</a:t>
            </a:r>
          </a:p>
        </p:txBody>
      </p:sp>
    </p:spTree>
    <p:extLst>
      <p:ext uri="{BB962C8B-B14F-4D97-AF65-F5344CB8AC3E}">
        <p14:creationId xmlns:p14="http://schemas.microsoft.com/office/powerpoint/2010/main" val="102646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6F5D-7E8D-C915-D94F-DF4679CE59AB}"/>
              </a:ext>
            </a:extLst>
          </p:cNvPr>
          <p:cNvSpPr>
            <a:spLocks noGrp="1"/>
          </p:cNvSpPr>
          <p:nvPr>
            <p:ph type="title"/>
          </p:nvPr>
        </p:nvSpPr>
        <p:spPr>
          <a:xfrm>
            <a:off x="415600" y="359628"/>
            <a:ext cx="11360800" cy="763600"/>
          </a:xfrm>
        </p:spPr>
        <p:txBody>
          <a:bodyPr/>
          <a:lstStyle/>
          <a:p>
            <a:r>
              <a:t>Is AI New?</a:t>
            </a:r>
          </a:p>
        </p:txBody>
      </p:sp>
      <p:sp>
        <p:nvSpPr>
          <p:cNvPr id="3" name="Editable content rail">
            <a:extLst>
              <a:ext uri="{FF2B5EF4-FFF2-40B4-BE49-F238E27FC236}">
                <a16:creationId xmlns:a16="http://schemas.microsoft.com/office/drawing/2014/main" id="{1088CF1A-2637-482A-AC89-F0308C4DEA0F}"/>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pic>
        <p:nvPicPr>
          <p:cNvPr id="10" name="Picture 9"/>
          <p:cNvPicPr>
            <a:picLocks noChangeAspect="1"/>
          </p:cNvPicPr>
          <p:nvPr/>
        </p:nvPicPr>
        <p:blipFill>
          <a:blip r:embed="rId3"/>
          <a:srcRect t="14302" b="14302"/>
          <a:stretch>
            <a:fillRect/>
          </a:stretch>
        </p:blipFill>
        <p:spPr>
          <a:xfrm>
            <a:off x="904875" y="1952625"/>
            <a:ext cx="6572250" cy="3714750"/>
          </a:xfrm>
          <a:prstGeom prst="roundRect">
            <a:avLst>
              <a:gd name="adj" fmla="val 3077"/>
            </a:avLst>
          </a:prstGeom>
        </p:spPr>
      </p:pic>
      <p:sp>
        <p:nvSpPr>
          <p:cNvPr id="5" name="Editable box: 1956">
            <a:extLst>
              <a:ext uri="{FF2B5EF4-FFF2-40B4-BE49-F238E27FC236}">
                <a16:creationId xmlns:a16="http://schemas.microsoft.com/office/drawing/2014/main" id="{595C51E3-DD36-4C7B-B1D2-BB88D2EAAE1E}"/>
              </a:ext>
            </a:extLst>
          </p:cNvPr>
          <p:cNvSpPr>
            <a:spLocks noGrp="1"/>
          </p:cNvSpPr>
          <p:nvPr/>
        </p:nvSpPr>
        <p:spPr>
          <a:xfrm>
            <a:off x="8048625" y="2190750"/>
            <a:ext cx="2571750" cy="857250"/>
          </a:xfrm>
          <a:prstGeom prst="roundRect">
            <a:avLst>
              <a:gd name="adj" fmla="val 15556"/>
            </a:avLst>
          </a:prstGeom>
          <a:solidFill>
            <a:srgbClr val="184E8A"/>
          </a:solidFill>
          <a:ln w="14288">
            <a:solidFill>
              <a:srgbClr val="184E8A"/>
            </a:solidFill>
            <a:prstDash val="solid"/>
          </a:ln>
        </p:spPr>
        <p:txBody>
          <a:bodyPr anchor="ctr"/>
          <a:lstStyle/>
          <a:p>
            <a:pPr algn="ctr">
              <a:defRPr sz="2850" b="1">
                <a:solidFill>
                  <a:srgbClr val="FFFFFF"/>
                </a:solidFill>
              </a:defRPr>
            </a:pPr>
            <a:r>
              <a:rPr sz="2850" b="1">
                <a:solidFill>
                  <a:srgbClr val="FFFFFF"/>
                </a:solidFill>
              </a:rPr>
              <a:t>1956</a:t>
            </a:r>
          </a:p>
        </p:txBody>
      </p:sp>
      <p:sp>
        <p:nvSpPr>
          <p:cNvPr id="6" name="Editable text">
            <a:extLst>
              <a:ext uri="{FF2B5EF4-FFF2-40B4-BE49-F238E27FC236}">
                <a16:creationId xmlns:a16="http://schemas.microsoft.com/office/drawing/2014/main" id="{3C334F45-D0EF-447B-AFFD-12BFB9A35672}"/>
              </a:ext>
            </a:extLst>
          </p:cNvPr>
          <p:cNvSpPr>
            <a:spLocks noGrp="1"/>
          </p:cNvSpPr>
          <p:nvPr/>
        </p:nvSpPr>
        <p:spPr>
          <a:xfrm>
            <a:off x="8048625" y="3286125"/>
            <a:ext cx="2857500" cy="1428750"/>
          </a:xfrm>
          <a:prstGeom prst="rect">
            <a:avLst/>
          </a:prstGeom>
          <a:noFill/>
          <a:ln w="0">
            <a:noFill/>
          </a:ln>
        </p:spPr>
        <p:txBody>
          <a:bodyPr anchor="ctr"/>
          <a:lstStyle/>
          <a:p>
            <a:pPr algn="ctr">
              <a:defRPr sz="1725" b="1">
                <a:solidFill>
                  <a:srgbClr val="262626"/>
                </a:solidFill>
              </a:defRPr>
            </a:pPr>
            <a:r>
              <a:rPr sz="1725" b="1">
                <a:solidFill>
                  <a:srgbClr val="262626"/>
                </a:solidFill>
              </a:rPr>
              <a:t>The term “artificial intelligence” entered the research agenda decades before today’s generative models.</a:t>
            </a:r>
          </a:p>
        </p:txBody>
      </p:sp>
      <p:sp>
        <p:nvSpPr>
          <p:cNvPr id="7" name="Editable box: AI is not new; today’s capabilities are the result of several paradigm shifts.">
            <a:extLst>
              <a:ext uri="{FF2B5EF4-FFF2-40B4-BE49-F238E27FC236}">
                <a16:creationId xmlns:a16="http://schemas.microsoft.com/office/drawing/2014/main" id="{6B885D32-9CAB-4094-89F2-5FE9D884AB46}"/>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AI is not new; today’s capabilities are the result of several paradigm shifts.</a:t>
            </a:r>
          </a:p>
        </p:txBody>
      </p:sp>
    </p:spTree>
    <p:extLst>
      <p:ext uri="{BB962C8B-B14F-4D97-AF65-F5344CB8AC3E}">
        <p14:creationId xmlns:p14="http://schemas.microsoft.com/office/powerpoint/2010/main" val="383842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60835C-ACDE-3DC8-5D5E-2FBE8AC83556}"/>
              </a:ext>
            </a:extLst>
          </p:cNvPr>
          <p:cNvSpPr>
            <a:spLocks noGrp="1"/>
          </p:cNvSpPr>
          <p:nvPr>
            <p:ph type="title"/>
          </p:nvPr>
        </p:nvSpPr>
        <p:spPr>
          <a:xfrm>
            <a:off x="415600" y="593367"/>
            <a:ext cx="11360800" cy="763600"/>
          </a:xfrm>
        </p:spPr>
        <p:txBody>
          <a:bodyPr/>
          <a:lstStyle/>
          <a:p>
            <a:r>
              <a:rPr lang="en-US"/>
              <a:t>Is it a chatbot or </a:t>
            </a:r>
            <a:r>
              <a:rPr lang="en-US" err="1"/>
              <a:t>chatgpt</a:t>
            </a:r>
            <a:r>
              <a:rPr lang="en-US"/>
              <a:t>?</a:t>
            </a:r>
          </a:p>
        </p:txBody>
      </p:sp>
      <p:pic>
        <p:nvPicPr>
          <p:cNvPr id="3" name="Online Media 2" descr="Before Siri and Alexa, there was ELIZA">
            <a:hlinkClick r:id="" action="ppaction://media"/>
            <a:extLst>
              <a:ext uri="{FF2B5EF4-FFF2-40B4-BE49-F238E27FC236}">
                <a16:creationId xmlns:a16="http://schemas.microsoft.com/office/drawing/2014/main" id="{C83C664F-7956-FBEF-2978-5975446DC03E}"/>
              </a:ext>
            </a:extLst>
          </p:cNvPr>
          <p:cNvPicPr>
            <a:picLocks noRot="1" noChangeAspect="1"/>
          </p:cNvPicPr>
          <p:nvPr>
            <a:videoFile r:link="rId1"/>
          </p:nvPr>
        </p:nvPicPr>
        <p:blipFill>
          <a:blip r:embed="rId3"/>
          <a:stretch>
            <a:fillRect/>
          </a:stretch>
        </p:blipFill>
        <p:spPr>
          <a:xfrm>
            <a:off x="1736035" y="1356967"/>
            <a:ext cx="8719930" cy="4926761"/>
          </a:xfrm>
          <a:prstGeom prst="rect">
            <a:avLst/>
          </a:prstGeom>
        </p:spPr>
      </p:pic>
    </p:spTree>
    <p:extLst>
      <p:ext uri="{BB962C8B-B14F-4D97-AF65-F5344CB8AC3E}">
        <p14:creationId xmlns:p14="http://schemas.microsoft.com/office/powerpoint/2010/main" val="137055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Chatbot Is a Category; ChatGPT Is One Product</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Conversational interfaces can be implemented with rules, retrieval, predictive models, or generative language models.</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Chatbot</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ChatGPT</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A broad category of conversational software</a:t>
            </a:r>
          </a:p>
          <a:p>
            <a:pPr marL="24" indent="-15">
              <a:spcAft>
                <a:spcPts val="9"/>
              </a:spcAft>
              <a:buChar char="•"/>
              <a:defRPr sz="1800"/>
            </a:pPr>
            <a:r>
              <a:rPr sz="2000">
                <a:solidFill>
                  <a:srgbClr val="262626"/>
                </a:solidFill>
                <a:latin typeface="Calibri"/>
                <a:ea typeface="Calibri"/>
                <a:cs typeface="Calibri"/>
              </a:rPr>
              <a:t>May use scripted rules, menus, retrieval, or machine learning</a:t>
            </a:r>
          </a:p>
          <a:p>
            <a:pPr marL="24" indent="-15">
              <a:spcAft>
                <a:spcPts val="9"/>
              </a:spcAft>
              <a:buChar char="•"/>
              <a:defRPr sz="1800"/>
            </a:pPr>
            <a:r>
              <a:rPr sz="2000">
                <a:solidFill>
                  <a:srgbClr val="262626"/>
                </a:solidFill>
                <a:latin typeface="Calibri"/>
                <a:ea typeface="Calibri"/>
                <a:cs typeface="Calibri"/>
              </a:rPr>
              <a:t>Capability depends on the system behind the interface</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A specific conversational product built on OpenAI models</a:t>
            </a:r>
          </a:p>
          <a:p>
            <a:pPr marL="24" indent="-15">
              <a:spcAft>
                <a:spcPts val="9"/>
              </a:spcAft>
              <a:buChar char="•"/>
              <a:defRPr sz="1800"/>
            </a:pPr>
            <a:r>
              <a:rPr sz="2000">
                <a:solidFill>
                  <a:srgbClr val="262626"/>
                </a:solidFill>
                <a:latin typeface="Calibri"/>
                <a:ea typeface="Calibri"/>
                <a:cs typeface="Calibri"/>
              </a:rPr>
              <a:t>Generates responses from learned language distributions</a:t>
            </a:r>
          </a:p>
          <a:p>
            <a:pPr marL="24" indent="-15">
              <a:spcAft>
                <a:spcPts val="9"/>
              </a:spcAft>
              <a:buChar char="•"/>
              <a:defRPr sz="1800"/>
            </a:pPr>
            <a:r>
              <a:rPr sz="2000">
                <a:solidFill>
                  <a:srgbClr val="262626"/>
                </a:solidFill>
                <a:latin typeface="Calibri"/>
                <a:ea typeface="Calibri"/>
                <a:cs typeface="Calibri"/>
              </a:rPr>
              <a:t>Can be combined with retrieval, tools, and business controls</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b="1"/>
            </a:pPr>
            <a:r>
              <a:rPr sz="2000" b="1">
                <a:solidFill>
                  <a:srgbClr val="184E8A"/>
                </a:solidFill>
                <a:latin typeface="Calibri"/>
                <a:ea typeface="Calibri"/>
                <a:cs typeface="Calibri"/>
              </a:rPr>
              <a:t>Do not infer the architecture or capability of a system from the word chatbot alone.</a:t>
            </a:r>
          </a:p>
        </p:txBody>
      </p:sp>
    </p:spTree>
    <p:extLst>
      <p:ext uri="{BB962C8B-B14F-4D97-AF65-F5344CB8AC3E}">
        <p14:creationId xmlns:p14="http://schemas.microsoft.com/office/powerpoint/2010/main" val="2996293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ditable content rail">
            <a:extLst>
              <a:ext uri="{FF2B5EF4-FFF2-40B4-BE49-F238E27FC236}">
                <a16:creationId xmlns:a16="http://schemas.microsoft.com/office/drawing/2014/main" id="{5594F812-DB6D-41EE-BD0F-A4C7528D6B8C}"/>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2" name="Editable text">
            <a:extLst>
              <a:ext uri="{FF2B5EF4-FFF2-40B4-BE49-F238E27FC236}">
                <a16:creationId xmlns:a16="http://schemas.microsoft.com/office/drawing/2014/main" id="{06D8070B-D19A-4C36-862D-31CB36E35CBD}"/>
              </a:ext>
            </a:extLst>
          </p:cNvPr>
          <p:cNvSpPr>
            <a:spLocks noGrp="1"/>
          </p:cNvSpPr>
          <p:nvPr/>
        </p:nvSpPr>
        <p:spPr>
          <a:xfrm>
            <a:off x="609600" y="428625"/>
            <a:ext cx="9429750" cy="904875"/>
          </a:xfrm>
          <a:prstGeom prst="rect">
            <a:avLst/>
          </a:prstGeom>
          <a:noFill/>
          <a:ln w="0">
            <a:noFill/>
          </a:ln>
        </p:spPr>
        <p:txBody>
          <a:bodyPr anchor="ctr"/>
          <a:lstStyle/>
          <a:p>
            <a:pPr algn="l">
              <a:defRPr sz="2850" b="1">
                <a:solidFill>
                  <a:srgbClr val="262626"/>
                </a:solidFill>
              </a:defRPr>
            </a:pPr>
            <a:r>
              <a:rPr sz="2850" b="1">
                <a:solidFill>
                  <a:srgbClr val="262626"/>
                </a:solidFill>
              </a:rPr>
              <a:t>ELIZA: A Rule-Based Conversation Program</a:t>
            </a:r>
          </a:p>
        </p:txBody>
      </p:sp>
      <p:pic>
        <p:nvPicPr>
          <p:cNvPr id="10" name="Picture 9"/>
          <p:cNvPicPr>
            <a:picLocks noChangeAspect="1"/>
          </p:cNvPicPr>
          <p:nvPr/>
        </p:nvPicPr>
        <p:blipFill>
          <a:blip r:embed="rId3"/>
          <a:srcRect t="4198" b="4198"/>
          <a:stretch>
            <a:fillRect/>
          </a:stretch>
        </p:blipFill>
        <p:spPr>
          <a:xfrm>
            <a:off x="904875" y="1952625"/>
            <a:ext cx="6191250" cy="3714750"/>
          </a:xfrm>
          <a:prstGeom prst="roundRect">
            <a:avLst>
              <a:gd name="adj" fmla="val 3077"/>
            </a:avLst>
          </a:prstGeom>
        </p:spPr>
      </p:pic>
      <p:sp>
        <p:nvSpPr>
          <p:cNvPr id="4" name="Editable box: PATTERN MATCHING">
            <a:extLst>
              <a:ext uri="{FF2B5EF4-FFF2-40B4-BE49-F238E27FC236}">
                <a16:creationId xmlns:a16="http://schemas.microsoft.com/office/drawing/2014/main" id="{4D43CFFC-5C52-4C31-8CD2-081839B18E3F}"/>
              </a:ext>
            </a:extLst>
          </p:cNvPr>
          <p:cNvSpPr>
            <a:spLocks noGrp="1"/>
          </p:cNvSpPr>
          <p:nvPr/>
        </p:nvSpPr>
        <p:spPr>
          <a:xfrm>
            <a:off x="7953375" y="2238375"/>
            <a:ext cx="2857500" cy="666750"/>
          </a:xfrm>
          <a:prstGeom prst="roundRect">
            <a:avLst>
              <a:gd name="adj" fmla="val 20000"/>
            </a:avLst>
          </a:prstGeom>
          <a:solidFill>
            <a:srgbClr val="EFF5FF"/>
          </a:solidFill>
          <a:ln w="14288">
            <a:solidFill>
              <a:srgbClr val="2F73E8"/>
            </a:solidFill>
            <a:prstDash val="solid"/>
          </a:ln>
        </p:spPr>
        <p:txBody>
          <a:bodyPr anchor="ctr"/>
          <a:lstStyle/>
          <a:p>
            <a:pPr algn="ctr">
              <a:defRPr sz="1500" b="1">
                <a:solidFill>
                  <a:srgbClr val="184E8A"/>
                </a:solidFill>
              </a:defRPr>
            </a:pPr>
            <a:r>
              <a:rPr sz="1500" b="1">
                <a:solidFill>
                  <a:srgbClr val="184E8A"/>
                </a:solidFill>
              </a:rPr>
              <a:t>PATTERN MATCHING</a:t>
            </a:r>
          </a:p>
        </p:txBody>
      </p:sp>
      <p:sp>
        <p:nvSpPr>
          <p:cNvPr id="5" name="Editable box: SCRIPTED RULES">
            <a:extLst>
              <a:ext uri="{FF2B5EF4-FFF2-40B4-BE49-F238E27FC236}">
                <a16:creationId xmlns:a16="http://schemas.microsoft.com/office/drawing/2014/main" id="{0528C370-D7D2-4DD1-8537-6E95402F997A}"/>
              </a:ext>
            </a:extLst>
          </p:cNvPr>
          <p:cNvSpPr>
            <a:spLocks noGrp="1"/>
          </p:cNvSpPr>
          <p:nvPr/>
        </p:nvSpPr>
        <p:spPr>
          <a:xfrm>
            <a:off x="7953375" y="3286125"/>
            <a:ext cx="2857500" cy="666750"/>
          </a:xfrm>
          <a:prstGeom prst="roundRect">
            <a:avLst>
              <a:gd name="adj" fmla="val 20000"/>
            </a:avLst>
          </a:prstGeom>
          <a:solidFill>
            <a:srgbClr val="FFF4E8"/>
          </a:solidFill>
          <a:ln w="14288">
            <a:solidFill>
              <a:srgbClr val="E85A33"/>
            </a:solidFill>
            <a:prstDash val="solid"/>
          </a:ln>
        </p:spPr>
        <p:txBody>
          <a:bodyPr anchor="ctr"/>
          <a:lstStyle/>
          <a:p>
            <a:pPr algn="ctr">
              <a:defRPr sz="1500" b="1">
                <a:solidFill>
                  <a:srgbClr val="E85A33"/>
                </a:solidFill>
              </a:defRPr>
            </a:pPr>
            <a:r>
              <a:rPr sz="1500" b="1">
                <a:solidFill>
                  <a:srgbClr val="E85A33"/>
                </a:solidFill>
              </a:rPr>
              <a:t>SCRIPTED RULES</a:t>
            </a:r>
          </a:p>
        </p:txBody>
      </p:sp>
      <p:sp>
        <p:nvSpPr>
          <p:cNvPr id="6" name="Editable box: REFLECTIVE REPLY">
            <a:extLst>
              <a:ext uri="{FF2B5EF4-FFF2-40B4-BE49-F238E27FC236}">
                <a16:creationId xmlns:a16="http://schemas.microsoft.com/office/drawing/2014/main" id="{0762958D-3558-4499-9A06-BEF625CF3B39}"/>
              </a:ext>
            </a:extLst>
          </p:cNvPr>
          <p:cNvSpPr>
            <a:spLocks noGrp="1"/>
          </p:cNvSpPr>
          <p:nvPr/>
        </p:nvSpPr>
        <p:spPr>
          <a:xfrm>
            <a:off x="7953375" y="4333875"/>
            <a:ext cx="2857500" cy="666750"/>
          </a:xfrm>
          <a:prstGeom prst="roundRect">
            <a:avLst>
              <a:gd name="adj" fmla="val 20000"/>
            </a:avLst>
          </a:prstGeom>
          <a:solidFill>
            <a:srgbClr val="ECF8F1"/>
          </a:solidFill>
          <a:ln w="14288">
            <a:solidFill>
              <a:srgbClr val="2E9B63"/>
            </a:solidFill>
            <a:prstDash val="solid"/>
          </a:ln>
        </p:spPr>
        <p:txBody>
          <a:bodyPr anchor="ctr"/>
          <a:lstStyle/>
          <a:p>
            <a:pPr algn="ctr">
              <a:defRPr sz="1500" b="1">
                <a:solidFill>
                  <a:srgbClr val="2E9B63"/>
                </a:solidFill>
              </a:defRPr>
            </a:pPr>
            <a:r>
              <a:rPr sz="1500" b="1">
                <a:solidFill>
                  <a:srgbClr val="2E9B63"/>
                </a:solidFill>
              </a:rPr>
              <a:t>REFLECTIVE REPLY</a:t>
            </a:r>
          </a:p>
        </p:txBody>
      </p:sp>
      <p:sp>
        <p:nvSpPr>
          <p:cNvPr id="7" name="Editable box: ELIZA simulated understanding through rules—an early lesson in anthropomorphism.">
            <a:extLst>
              <a:ext uri="{FF2B5EF4-FFF2-40B4-BE49-F238E27FC236}">
                <a16:creationId xmlns:a16="http://schemas.microsoft.com/office/drawing/2014/main" id="{8E629221-FF86-45F1-B27C-1056AF9FFE50}"/>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ELIZA simulated understanding through rules—an early lesson in anthropomorphism.</a:t>
            </a:r>
          </a:p>
        </p:txBody>
      </p:sp>
    </p:spTree>
    <p:extLst>
      <p:ext uri="{BB962C8B-B14F-4D97-AF65-F5344CB8AC3E}">
        <p14:creationId xmlns:p14="http://schemas.microsoft.com/office/powerpoint/2010/main" val="3182936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ELIZA Showed How Easily Rules Can Feel Conversational</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Joseph Weizenbaum created ELIZA at MIT in 1964–1966; the DOCTOR script simulated a reflective psychotherapist.</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How it worked</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Why it mattered</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Matched keywords and scripted patterns</a:t>
            </a:r>
          </a:p>
          <a:p>
            <a:pPr marL="24" indent="-15">
              <a:spcAft>
                <a:spcPts val="9"/>
              </a:spcAft>
              <a:buChar char="•"/>
              <a:defRPr sz="1800"/>
            </a:pPr>
            <a:r>
              <a:rPr sz="2000">
                <a:solidFill>
                  <a:srgbClr val="262626"/>
                </a:solidFill>
                <a:latin typeface="Calibri"/>
                <a:ea typeface="Calibri"/>
                <a:cs typeface="Calibri"/>
              </a:rPr>
              <a:t>Transformed phrases into reflective questions</a:t>
            </a:r>
          </a:p>
          <a:p>
            <a:pPr marL="24" indent="-15">
              <a:spcAft>
                <a:spcPts val="9"/>
              </a:spcAft>
              <a:buChar char="•"/>
              <a:defRPr sz="1800"/>
            </a:pPr>
            <a:r>
              <a:rPr sz="2000">
                <a:solidFill>
                  <a:srgbClr val="262626"/>
                </a:solidFill>
                <a:latin typeface="Calibri"/>
                <a:ea typeface="Calibri"/>
                <a:cs typeface="Calibri"/>
              </a:rPr>
              <a:t>Did not understand meaning or learn from dialogue</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Users attributed empathy and intelligence—the ELIZA effect</a:t>
            </a:r>
          </a:p>
          <a:p>
            <a:pPr marL="24" indent="-15">
              <a:spcAft>
                <a:spcPts val="9"/>
              </a:spcAft>
              <a:buChar char="•"/>
              <a:defRPr sz="1800"/>
            </a:pPr>
            <a:r>
              <a:rPr sz="2000">
                <a:solidFill>
                  <a:srgbClr val="262626"/>
                </a:solidFill>
                <a:latin typeface="Calibri"/>
                <a:ea typeface="Calibri"/>
                <a:cs typeface="Calibri"/>
              </a:rPr>
              <a:t>The reaction raised ethical questions about human–machine interaction</a:t>
            </a:r>
          </a:p>
          <a:p>
            <a:pPr marL="24" indent="-15">
              <a:spcAft>
                <a:spcPts val="9"/>
              </a:spcAft>
              <a:buChar char="•"/>
              <a:defRPr sz="1800"/>
            </a:pPr>
            <a:r>
              <a:rPr sz="2000">
                <a:solidFill>
                  <a:srgbClr val="262626"/>
                </a:solidFill>
                <a:latin typeface="Calibri"/>
                <a:ea typeface="Calibri"/>
                <a:cs typeface="Calibri"/>
              </a:rPr>
              <a:t>Later conversational systems included PARRY, ALICE, virtual assistants, and LLM chatbots</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ELIZA’s power came from the user’s interpretation, not genuine understanding.</a:t>
            </a:r>
          </a:p>
        </p:txBody>
      </p:sp>
    </p:spTree>
    <p:extLst>
      <p:ext uri="{BB962C8B-B14F-4D97-AF65-F5344CB8AC3E}">
        <p14:creationId xmlns:p14="http://schemas.microsoft.com/office/powerpoint/2010/main" val="2881843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How AI Evolved: Three Milestones</a:t>
            </a:r>
          </a:p>
        </p:txBody>
      </p:sp>
      <p:sp>
        <p:nvSpPr>
          <p:cNvPr id="13" name="Restored content rail">
            <a:extLst>
              <a:ext uri="{FF2B5EF4-FFF2-40B4-BE49-F238E27FC236}">
                <a16:creationId xmlns:a16="http://schemas.microsoft.com/office/drawing/2014/main" id="{FC9343E2-208B-4CFA-A3BC-8C10B9E48BE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transition statement">
            <a:extLst>
              <a:ext uri="{FF2B5EF4-FFF2-40B4-BE49-F238E27FC236}">
                <a16:creationId xmlns:a16="http://schemas.microsoft.com/office/drawing/2014/main" id="{C040C1B7-65A9-4A39-A70F-E42314F8B33A}"/>
              </a:ext>
            </a:extLst>
          </p:cNvPr>
          <p:cNvSpPr>
            <a:spLocks noGrp="1"/>
          </p:cNvSpPr>
          <p:nvPr/>
        </p:nvSpPr>
        <p:spPr>
          <a:xfrm>
            <a:off x="1238250" y="1952625"/>
            <a:ext cx="9715500" cy="1095375"/>
          </a:xfrm>
          <a:prstGeom prst="rect">
            <a:avLst/>
          </a:prstGeom>
          <a:noFill/>
          <a:ln w="0">
            <a:noFill/>
            <a:prstDash val="solid"/>
          </a:ln>
        </p:spPr>
        <p:txBody>
          <a:bodyPr wrap="square" lIns="28575" tIns="19050" rIns="28575" bIns="19050" anchor="ctr">
            <a:noAutofit/>
          </a:bodyPr>
          <a:lstStyle/>
          <a:p>
            <a:pPr>
              <a:buNone/>
              <a:defRPr sz="1800"/>
            </a:pPr>
            <a:r>
              <a:rPr sz="2000" b="1">
                <a:solidFill>
                  <a:srgbClr val="262626"/>
                </a:solidFill>
                <a:latin typeface="Calibri"/>
                <a:ea typeface="Calibri"/>
                <a:cs typeface="Calibri"/>
              </a:rPr>
              <a:t>A simplified learning path highlights three milestones in how machines represent knowledge, learn patterns, and create content.</a:t>
            </a:r>
          </a:p>
        </p:txBody>
      </p:sp>
      <p:sp>
        <p:nvSpPr>
          <p:cNvPr id="15" name="Transition divider">
            <a:extLst>
              <a:ext uri="{FF2B5EF4-FFF2-40B4-BE49-F238E27FC236}">
                <a16:creationId xmlns:a16="http://schemas.microsoft.com/office/drawing/2014/main" id="{DC7DD5E5-F923-409C-894E-1A4288375314}"/>
              </a:ext>
            </a:extLst>
          </p:cNvPr>
          <p:cNvSpPr>
            <a:spLocks noGrp="1"/>
          </p:cNvSpPr>
          <p:nvPr/>
        </p:nvSpPr>
        <p:spPr>
          <a:xfrm>
            <a:off x="1238250" y="3190875"/>
            <a:ext cx="9715500" cy="19050"/>
          </a:xfrm>
          <a:prstGeom prst="rect">
            <a:avLst/>
          </a:prstGeom>
          <a:solidFill>
            <a:srgbClr val="D7DEE8"/>
          </a:solidFill>
          <a:ln w="0">
            <a:noFill/>
            <a:prstDash val="solid"/>
          </a:ln>
        </p:spPr>
        <p:txBody>
          <a:bodyPr/>
          <a:lstStyle/>
          <a:p>
            <a:endParaRPr/>
          </a:p>
        </p:txBody>
      </p:sp>
      <p:sp>
        <p:nvSpPr>
          <p:cNvPr id="16" name="Restored transition points">
            <a:extLst>
              <a:ext uri="{FF2B5EF4-FFF2-40B4-BE49-F238E27FC236}">
                <a16:creationId xmlns:a16="http://schemas.microsoft.com/office/drawing/2014/main" id="{681C4F29-62D4-4FB1-9417-7881BAD99B91}"/>
              </a:ext>
            </a:extLst>
          </p:cNvPr>
          <p:cNvSpPr>
            <a:spLocks noGrp="1"/>
          </p:cNvSpPr>
          <p:nvPr/>
        </p:nvSpPr>
        <p:spPr>
          <a:xfrm>
            <a:off x="1381125" y="3476625"/>
            <a:ext cx="9334500" cy="171450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Symbolic AI: explicit rules and traceable reasoning</a:t>
            </a:r>
          </a:p>
          <a:p>
            <a:pPr marL="24" indent="-15">
              <a:spcAft>
                <a:spcPts val="9"/>
              </a:spcAft>
              <a:buChar char="•"/>
              <a:defRPr sz="1800"/>
            </a:pPr>
            <a:r>
              <a:rPr sz="2000">
                <a:solidFill>
                  <a:srgbClr val="262626"/>
                </a:solidFill>
                <a:latin typeface="Calibri"/>
                <a:ea typeface="Calibri"/>
                <a:cs typeface="Calibri"/>
              </a:rPr>
              <a:t> Deep learning: statistical patterns learned from data</a:t>
            </a:r>
          </a:p>
          <a:p>
            <a:pPr marL="24" indent="-15">
              <a:spcAft>
                <a:spcPts val="9"/>
              </a:spcAft>
              <a:buChar char="•"/>
              <a:defRPr sz="1800"/>
            </a:pPr>
            <a:r>
              <a:rPr sz="2000">
                <a:solidFill>
                  <a:srgbClr val="262626"/>
                </a:solidFill>
                <a:latin typeface="Calibri"/>
                <a:ea typeface="Calibri"/>
                <a:cs typeface="Calibri"/>
              </a:rPr>
              <a:t> Generative AI: autonomous production of text, images, code, and audio</a:t>
            </a:r>
          </a:p>
        </p:txBody>
      </p:sp>
      <p:sp>
        <p:nvSpPr>
          <p:cNvPr id="17" name="Restored takeaway background">
            <a:extLst>
              <a:ext uri="{FF2B5EF4-FFF2-40B4-BE49-F238E27FC236}">
                <a16:creationId xmlns:a16="http://schemas.microsoft.com/office/drawing/2014/main" id="{4F81C144-128B-42BA-9C86-1F7805DF9073}"/>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18" name="Restored takeaway">
            <a:extLst>
              <a:ext uri="{FF2B5EF4-FFF2-40B4-BE49-F238E27FC236}">
                <a16:creationId xmlns:a16="http://schemas.microsoft.com/office/drawing/2014/main" id="{0BBF14CA-DBF5-434A-A25E-E3BE3FC6ED0A}"/>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The enabling resources also changed—from curated rules, to big data and GPUs, to foundation models and scalable inference.</a:t>
            </a:r>
          </a:p>
        </p:txBody>
      </p:sp>
    </p:spTree>
    <p:extLst>
      <p:ext uri="{BB962C8B-B14F-4D97-AF65-F5344CB8AC3E}">
        <p14:creationId xmlns:p14="http://schemas.microsoft.com/office/powerpoint/2010/main" val="1456539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Three Milestones in AI's Evolution</a:t>
            </a:r>
          </a:p>
        </p:txBody>
      </p:sp>
      <p:sp>
        <p:nvSpPr>
          <p:cNvPr id="13" name="Restored content rail">
            <a:extLst>
              <a:ext uri="{FF2B5EF4-FFF2-40B4-BE49-F238E27FC236}">
                <a16:creationId xmlns:a16="http://schemas.microsoft.com/office/drawing/2014/main" id="{04AE777C-C78D-4DC1-BF44-923BC8C40680}"/>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6153CBE4-F3E2-4A1B-A382-A8564EAB3305}"/>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These milestones summarize major capability shifts; the four-paradigm view separates Statistical ML from Deep Learning.</a:t>
            </a:r>
          </a:p>
        </p:txBody>
      </p:sp>
      <p:sp>
        <p:nvSpPr>
          <p:cNvPr id="15" name="Framework heading 1">
            <a:extLst>
              <a:ext uri="{FF2B5EF4-FFF2-40B4-BE49-F238E27FC236}">
                <a16:creationId xmlns:a16="http://schemas.microsoft.com/office/drawing/2014/main" id="{D0F3B07A-258C-48DF-8817-E8F5D476E44D}"/>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1. Symbolic AI</a:t>
            </a:r>
          </a:p>
        </p:txBody>
      </p:sp>
      <p:sp>
        <p:nvSpPr>
          <p:cNvPr id="16" name="Framework body 1">
            <a:extLst>
              <a:ext uri="{FF2B5EF4-FFF2-40B4-BE49-F238E27FC236}">
                <a16:creationId xmlns:a16="http://schemas.microsoft.com/office/drawing/2014/main" id="{F5C147A0-BAEF-4204-824E-A58D85F7DD6C}"/>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Encode knowledge as symbols, logic, and if–then rules. Best when the problem is structured and the reasoning path must be visible.</a:t>
            </a:r>
          </a:p>
        </p:txBody>
      </p:sp>
      <p:sp>
        <p:nvSpPr>
          <p:cNvPr id="17" name="Framework divider 1">
            <a:extLst>
              <a:ext uri="{FF2B5EF4-FFF2-40B4-BE49-F238E27FC236}">
                <a16:creationId xmlns:a16="http://schemas.microsoft.com/office/drawing/2014/main" id="{9FAF289A-F4CD-4939-B562-C0AD6DE226C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57EEDD9F-AC95-485A-BA99-3D285BE30FDF}"/>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2. Deep Learning</a:t>
            </a:r>
          </a:p>
        </p:txBody>
      </p:sp>
      <p:sp>
        <p:nvSpPr>
          <p:cNvPr id="19" name="Framework body 2">
            <a:extLst>
              <a:ext uri="{FF2B5EF4-FFF2-40B4-BE49-F238E27FC236}">
                <a16:creationId xmlns:a16="http://schemas.microsoft.com/office/drawing/2014/main" id="{1070F7E6-DCBE-4EBD-B1D1-83F847DFF6DF}"/>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Learn statistical representations from data. Excels at perception, classification, prediction, and pattern recognition.</a:t>
            </a:r>
          </a:p>
        </p:txBody>
      </p:sp>
      <p:sp>
        <p:nvSpPr>
          <p:cNvPr id="20" name="Framework divider 2">
            <a:extLst>
              <a:ext uri="{FF2B5EF4-FFF2-40B4-BE49-F238E27FC236}">
                <a16:creationId xmlns:a16="http://schemas.microsoft.com/office/drawing/2014/main" id="{DBF8DD74-8341-4705-9938-E91AD59AAD05}"/>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FE54DCC8-8B37-4535-B38B-3F7886881382}"/>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3. Generative AI</a:t>
            </a:r>
          </a:p>
        </p:txBody>
      </p:sp>
      <p:sp>
        <p:nvSpPr>
          <p:cNvPr id="22" name="Framework body 3">
            <a:extLst>
              <a:ext uri="{FF2B5EF4-FFF2-40B4-BE49-F238E27FC236}">
                <a16:creationId xmlns:a16="http://schemas.microsoft.com/office/drawing/2014/main" id="{5D8799C2-7EDD-41DA-A07E-3FB8BAC6273D}"/>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Use foundation models to produce new content and interact through natural language across many business tasks.</a:t>
            </a:r>
          </a:p>
        </p:txBody>
      </p:sp>
      <p:sp>
        <p:nvSpPr>
          <p:cNvPr id="23" name="Restored takeaway background">
            <a:extLst>
              <a:ext uri="{FF2B5EF4-FFF2-40B4-BE49-F238E27FC236}">
                <a16:creationId xmlns:a16="http://schemas.microsoft.com/office/drawing/2014/main" id="{26015C55-926F-4659-A669-4CB488F389CE}"/>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17CFD6D-C9F6-4267-BD8A-73A87A30ED8E}"/>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Understanding the transitions explains both the capabilities and the limits of modern AI.</a:t>
            </a:r>
          </a:p>
        </p:txBody>
      </p:sp>
    </p:spTree>
    <p:extLst>
      <p:ext uri="{BB962C8B-B14F-4D97-AF65-F5344CB8AC3E}">
        <p14:creationId xmlns:p14="http://schemas.microsoft.com/office/powerpoint/2010/main" val="2372478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Four AI Paradigms Coexist and Evolve</a:t>
            </a:r>
          </a:p>
        </p:txBody>
      </p:sp>
      <p:sp>
        <p:nvSpPr>
          <p:cNvPr id="13" name="Restored content rail">
            <a:extLst>
              <a:ext uri="{FF2B5EF4-FFF2-40B4-BE49-F238E27FC236}">
                <a16:creationId xmlns:a16="http://schemas.microsoft.com/office/drawing/2014/main" id="{A93B6185-443D-4095-BEB1-DB2B63C51B5F}"/>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A14EB2E8-1292-4D43-BC85-D08EDC30936C}"/>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A more complete view separates Statistical ML from Deep Learning; all four paradigms continue to coexist.</a:t>
            </a:r>
          </a:p>
        </p:txBody>
      </p:sp>
      <p:sp>
        <p:nvSpPr>
          <p:cNvPr id="15" name="Framework heading 1">
            <a:extLst>
              <a:ext uri="{FF2B5EF4-FFF2-40B4-BE49-F238E27FC236}">
                <a16:creationId xmlns:a16="http://schemas.microsoft.com/office/drawing/2014/main" id="{045E927F-A609-4ECB-A7C5-5A92447E848A}"/>
              </a:ext>
            </a:extLst>
          </p:cNvPr>
          <p:cNvSpPr>
            <a:spLocks noGrp="1"/>
          </p:cNvSpPr>
          <p:nvPr/>
        </p:nvSpPr>
        <p:spPr>
          <a:xfrm>
            <a:off x="1095375" y="2524125"/>
            <a:ext cx="23431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SYMBOLIC AI</a:t>
            </a:r>
          </a:p>
        </p:txBody>
      </p:sp>
      <p:sp>
        <p:nvSpPr>
          <p:cNvPr id="16" name="Framework body 1">
            <a:extLst>
              <a:ext uri="{FF2B5EF4-FFF2-40B4-BE49-F238E27FC236}">
                <a16:creationId xmlns:a16="http://schemas.microsoft.com/office/drawing/2014/main" id="{C719EA15-0563-4DFD-9780-5A5BB3F2A498}"/>
              </a:ext>
            </a:extLst>
          </p:cNvPr>
          <p:cNvSpPr>
            <a:spLocks noGrp="1"/>
          </p:cNvSpPr>
          <p:nvPr/>
        </p:nvSpPr>
        <p:spPr>
          <a:xfrm>
            <a:off x="1095375" y="3143250"/>
            <a:ext cx="23431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Explicit rules and search; transparent but brittle when exceptions multiply.</a:t>
            </a:r>
          </a:p>
        </p:txBody>
      </p:sp>
      <p:sp>
        <p:nvSpPr>
          <p:cNvPr id="17" name="Framework divider 1">
            <a:extLst>
              <a:ext uri="{FF2B5EF4-FFF2-40B4-BE49-F238E27FC236}">
                <a16:creationId xmlns:a16="http://schemas.microsoft.com/office/drawing/2014/main" id="{1EF7A910-BD5E-4A06-8A80-DEF47EC78BE3}"/>
              </a:ext>
            </a:extLst>
          </p:cNvPr>
          <p:cNvSpPr>
            <a:spLocks noGrp="1"/>
          </p:cNvSpPr>
          <p:nvPr/>
        </p:nvSpPr>
        <p:spPr>
          <a:xfrm>
            <a:off x="35433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FCFA00AA-C7D7-49BE-AC3E-6E037CA71E9B}"/>
              </a:ext>
            </a:extLst>
          </p:cNvPr>
          <p:cNvSpPr>
            <a:spLocks noGrp="1"/>
          </p:cNvSpPr>
          <p:nvPr/>
        </p:nvSpPr>
        <p:spPr>
          <a:xfrm>
            <a:off x="3648075" y="2524125"/>
            <a:ext cx="23431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STATISTICAL ML</a:t>
            </a:r>
          </a:p>
        </p:txBody>
      </p:sp>
      <p:sp>
        <p:nvSpPr>
          <p:cNvPr id="19" name="Framework body 2">
            <a:extLst>
              <a:ext uri="{FF2B5EF4-FFF2-40B4-BE49-F238E27FC236}">
                <a16:creationId xmlns:a16="http://schemas.microsoft.com/office/drawing/2014/main" id="{08E8B68D-4075-4A01-A423-4D71AF3892BB}"/>
              </a:ext>
            </a:extLst>
          </p:cNvPr>
          <p:cNvSpPr>
            <a:spLocks noGrp="1"/>
          </p:cNvSpPr>
          <p:nvPr/>
        </p:nvSpPr>
        <p:spPr>
          <a:xfrm>
            <a:off x="3648075" y="3143250"/>
            <a:ext cx="23431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Learns predictive patterns from data; performance depends on representative examples.</a:t>
            </a:r>
          </a:p>
        </p:txBody>
      </p:sp>
      <p:sp>
        <p:nvSpPr>
          <p:cNvPr id="20" name="Framework divider 2">
            <a:extLst>
              <a:ext uri="{FF2B5EF4-FFF2-40B4-BE49-F238E27FC236}">
                <a16:creationId xmlns:a16="http://schemas.microsoft.com/office/drawing/2014/main" id="{EEC1BDD9-1570-4EA5-AE59-10EBBBDE747C}"/>
              </a:ext>
            </a:extLst>
          </p:cNvPr>
          <p:cNvSpPr>
            <a:spLocks noGrp="1"/>
          </p:cNvSpPr>
          <p:nvPr/>
        </p:nvSpPr>
        <p:spPr>
          <a:xfrm>
            <a:off x="60960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24BEA896-A7EC-4BC1-8F43-CE514A9DE127}"/>
              </a:ext>
            </a:extLst>
          </p:cNvPr>
          <p:cNvSpPr>
            <a:spLocks noGrp="1"/>
          </p:cNvSpPr>
          <p:nvPr/>
        </p:nvSpPr>
        <p:spPr>
          <a:xfrm>
            <a:off x="6200775" y="2524125"/>
            <a:ext cx="23431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DEEP LEARNING</a:t>
            </a:r>
          </a:p>
        </p:txBody>
      </p:sp>
      <p:sp>
        <p:nvSpPr>
          <p:cNvPr id="22" name="Framework body 3">
            <a:extLst>
              <a:ext uri="{FF2B5EF4-FFF2-40B4-BE49-F238E27FC236}">
                <a16:creationId xmlns:a16="http://schemas.microsoft.com/office/drawing/2014/main" id="{C25B4881-0959-4D0F-909A-DD814A240076}"/>
              </a:ext>
            </a:extLst>
          </p:cNvPr>
          <p:cNvSpPr>
            <a:spLocks noGrp="1"/>
          </p:cNvSpPr>
          <p:nvPr/>
        </p:nvSpPr>
        <p:spPr>
          <a:xfrm>
            <a:off x="6200775" y="3143250"/>
            <a:ext cx="23431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Learns representations from unstructured data; requires substantial data and compute.</a:t>
            </a:r>
          </a:p>
        </p:txBody>
      </p:sp>
      <p:sp>
        <p:nvSpPr>
          <p:cNvPr id="23" name="Framework divider 3">
            <a:extLst>
              <a:ext uri="{FF2B5EF4-FFF2-40B4-BE49-F238E27FC236}">
                <a16:creationId xmlns:a16="http://schemas.microsoft.com/office/drawing/2014/main" id="{C405C674-C07E-427E-8EB0-73FA753C5A36}"/>
              </a:ext>
            </a:extLst>
          </p:cNvPr>
          <p:cNvSpPr>
            <a:spLocks noGrp="1"/>
          </p:cNvSpPr>
          <p:nvPr/>
        </p:nvSpPr>
        <p:spPr>
          <a:xfrm>
            <a:off x="8648700" y="2571750"/>
            <a:ext cx="19050" cy="2619375"/>
          </a:xfrm>
          <a:prstGeom prst="rect">
            <a:avLst/>
          </a:prstGeom>
          <a:solidFill>
            <a:srgbClr val="D7DEE8"/>
          </a:solidFill>
          <a:ln w="0">
            <a:noFill/>
            <a:prstDash val="solid"/>
          </a:ln>
        </p:spPr>
        <p:txBody>
          <a:bodyPr/>
          <a:lstStyle/>
          <a:p>
            <a:endParaRPr/>
          </a:p>
        </p:txBody>
      </p:sp>
      <p:sp>
        <p:nvSpPr>
          <p:cNvPr id="24" name="Framework heading 4">
            <a:extLst>
              <a:ext uri="{FF2B5EF4-FFF2-40B4-BE49-F238E27FC236}">
                <a16:creationId xmlns:a16="http://schemas.microsoft.com/office/drawing/2014/main" id="{68BDA7BF-ED5C-4A1B-9CD5-8BE5CA7DE859}"/>
              </a:ext>
            </a:extLst>
          </p:cNvPr>
          <p:cNvSpPr>
            <a:spLocks noGrp="1"/>
          </p:cNvSpPr>
          <p:nvPr/>
        </p:nvSpPr>
        <p:spPr>
          <a:xfrm>
            <a:off x="8753475" y="2524125"/>
            <a:ext cx="23431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FOUNDATION MODELS</a:t>
            </a:r>
          </a:p>
        </p:txBody>
      </p:sp>
      <p:sp>
        <p:nvSpPr>
          <p:cNvPr id="25" name="Framework body 4">
            <a:extLst>
              <a:ext uri="{FF2B5EF4-FFF2-40B4-BE49-F238E27FC236}">
                <a16:creationId xmlns:a16="http://schemas.microsoft.com/office/drawing/2014/main" id="{24EDEC08-A225-430C-B6B2-03BEA9765F61}"/>
              </a:ext>
            </a:extLst>
          </p:cNvPr>
          <p:cNvSpPr>
            <a:spLocks noGrp="1"/>
          </p:cNvSpPr>
          <p:nvPr/>
        </p:nvSpPr>
        <p:spPr>
          <a:xfrm>
            <a:off x="8753475" y="3143250"/>
            <a:ext cx="23431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Pretrained generative models adapt across tasks, modalities, and business workflows.</a:t>
            </a:r>
          </a:p>
        </p:txBody>
      </p:sp>
      <p:sp>
        <p:nvSpPr>
          <p:cNvPr id="26" name="Restored takeaway background">
            <a:extLst>
              <a:ext uri="{FF2B5EF4-FFF2-40B4-BE49-F238E27FC236}">
                <a16:creationId xmlns:a16="http://schemas.microsoft.com/office/drawing/2014/main" id="{0A40729D-2211-4D3F-B55B-D499EEE1B374}"/>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7" name="Restored takeaway">
            <a:extLst>
              <a:ext uri="{FF2B5EF4-FFF2-40B4-BE49-F238E27FC236}">
                <a16:creationId xmlns:a16="http://schemas.microsoft.com/office/drawing/2014/main" id="{83CD3243-8AA6-4142-ACA7-C163071A2A6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Modern enterprise systems often combine rules, predictive models, foundation models, retrieval, and tools.</a:t>
            </a:r>
          </a:p>
        </p:txBody>
      </p:sp>
    </p:spTree>
    <p:extLst>
      <p:ext uri="{BB962C8B-B14F-4D97-AF65-F5344CB8AC3E}">
        <p14:creationId xmlns:p14="http://schemas.microsoft.com/office/powerpoint/2010/main" val="2910166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Symbolic AI Made Reasoning Explicit</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From the 1950s to the 1980s, knowledge was represented with symbols, rules, and logical operators.</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How it worked</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Where it worked best</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Rule-based reasoning used explicit if–then logic.</a:t>
            </a:r>
          </a:p>
          <a:p>
            <a:pPr marL="24" indent="-15">
              <a:spcAft>
                <a:spcPts val="9"/>
              </a:spcAft>
              <a:buChar char="•"/>
              <a:defRPr sz="1800"/>
            </a:pPr>
            <a:r>
              <a:rPr sz="2000">
                <a:solidFill>
                  <a:srgbClr val="262626"/>
                </a:solidFill>
                <a:latin typeface="Calibri"/>
                <a:ea typeface="Calibri"/>
                <a:cs typeface="Calibri"/>
              </a:rPr>
              <a:t> Search and planning followed a defined state space.</a:t>
            </a:r>
          </a:p>
          <a:p>
            <a:pPr marL="24" indent="-15">
              <a:spcAft>
                <a:spcPts val="9"/>
              </a:spcAft>
              <a:buChar char="•"/>
              <a:defRPr sz="1800"/>
            </a:pPr>
            <a:r>
              <a:rPr sz="2000">
                <a:solidFill>
                  <a:srgbClr val="262626"/>
                </a:solidFill>
                <a:latin typeface="Calibri"/>
                <a:ea typeface="Calibri"/>
                <a:cs typeface="Calibri"/>
              </a:rPr>
              <a:t> Expert systems encoded specialist knowledge for repeatable decisions.</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Classification and planning with clear rules</a:t>
            </a:r>
          </a:p>
          <a:p>
            <a:pPr marL="24" indent="-15">
              <a:spcAft>
                <a:spcPts val="9"/>
              </a:spcAft>
              <a:buChar char="•"/>
              <a:defRPr sz="1800"/>
            </a:pPr>
            <a:r>
              <a:rPr sz="2000">
                <a:solidFill>
                  <a:srgbClr val="262626"/>
                </a:solidFill>
                <a:latin typeface="Calibri"/>
                <a:ea typeface="Calibri"/>
                <a:cs typeface="Calibri"/>
              </a:rPr>
              <a:t> Structured domains such as finance and medicine</a:t>
            </a:r>
          </a:p>
          <a:p>
            <a:pPr marL="24" indent="-15">
              <a:spcAft>
                <a:spcPts val="9"/>
              </a:spcAft>
              <a:buChar char="•"/>
              <a:defRPr sz="1800"/>
            </a:pPr>
            <a:r>
              <a:rPr sz="2000">
                <a:solidFill>
                  <a:srgbClr val="262626"/>
                </a:solidFill>
                <a:latin typeface="Calibri"/>
                <a:ea typeface="Calibri"/>
                <a:cs typeface="Calibri"/>
              </a:rPr>
              <a:t> Auditable settings where each reasoning step must be traced</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Strength: transparency. Limitation: brittle performance when rules cannot cover real-world ambiguity.</a:t>
            </a:r>
          </a:p>
        </p:txBody>
      </p:sp>
    </p:spTree>
    <p:extLst>
      <p:ext uri="{BB962C8B-B14F-4D97-AF65-F5344CB8AC3E}">
        <p14:creationId xmlns:p14="http://schemas.microsoft.com/office/powerpoint/2010/main" val="4150644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Symbolic AI Worked When Rules Were Explicit</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Symbolic systems converted expert knowledge into rules and search procedures.</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Business value</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Boundary</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Repeatable decisions in structured domains</a:t>
            </a:r>
          </a:p>
          <a:p>
            <a:pPr marL="24" indent="-15">
              <a:spcAft>
                <a:spcPts val="9"/>
              </a:spcAft>
              <a:buChar char="•"/>
              <a:defRPr sz="1800"/>
            </a:pPr>
            <a:r>
              <a:rPr sz="2000">
                <a:solidFill>
                  <a:srgbClr val="262626"/>
                </a:solidFill>
                <a:latin typeface="Calibri"/>
                <a:ea typeface="Calibri"/>
                <a:cs typeface="Calibri"/>
              </a:rPr>
              <a:t> Transparent logic and traceable reasoning</a:t>
            </a:r>
          </a:p>
          <a:p>
            <a:pPr marL="24" indent="-15">
              <a:spcAft>
                <a:spcPts val="9"/>
              </a:spcAft>
              <a:buChar char="•"/>
              <a:defRPr sz="1800"/>
            </a:pPr>
            <a:r>
              <a:rPr sz="2000">
                <a:solidFill>
                  <a:srgbClr val="262626"/>
                </a:solidFill>
                <a:latin typeface="Calibri"/>
                <a:ea typeface="Calibri"/>
                <a:cs typeface="Calibri"/>
              </a:rPr>
              <a:t> Useful for expert systems, planning, and compliance</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Rules had to be written and maintained by people</a:t>
            </a:r>
          </a:p>
          <a:p>
            <a:pPr marL="24" indent="-15">
              <a:spcAft>
                <a:spcPts val="9"/>
              </a:spcAft>
              <a:buChar char="•"/>
              <a:defRPr sz="1800"/>
            </a:pPr>
            <a:r>
              <a:rPr sz="2000">
                <a:solidFill>
                  <a:srgbClr val="262626"/>
                </a:solidFill>
                <a:latin typeface="Calibri"/>
                <a:ea typeface="Calibri"/>
                <a:cs typeface="Calibri"/>
              </a:rPr>
              <a:t> Ambiguity and unstructured data were difficult</a:t>
            </a:r>
          </a:p>
          <a:p>
            <a:pPr marL="24" indent="-15">
              <a:spcAft>
                <a:spcPts val="9"/>
              </a:spcAft>
              <a:buChar char="•"/>
              <a:defRPr sz="1800"/>
            </a:pPr>
            <a:r>
              <a:rPr sz="2000">
                <a:solidFill>
                  <a:srgbClr val="262626"/>
                </a:solidFill>
                <a:latin typeface="Calibri"/>
                <a:ea typeface="Calibri"/>
                <a:cs typeface="Calibri"/>
              </a:rPr>
              <a:t> Coverage deteriorated as exceptions multiplied</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200" b="1">
                <a:solidFill>
                  <a:srgbClr val="184E8A"/>
                </a:solidFill>
                <a:latin typeface="Calibri"/>
                <a:ea typeface="Calibri"/>
                <a:cs typeface="Calibri"/>
              </a:rPr>
              <a:t>Symbolic AI delivered control, but not broad adaptability.</a:t>
            </a:r>
          </a:p>
        </p:txBody>
      </p:sp>
    </p:spTree>
    <p:extLst>
      <p:ext uri="{BB962C8B-B14F-4D97-AF65-F5344CB8AC3E}">
        <p14:creationId xmlns:p14="http://schemas.microsoft.com/office/powerpoint/2010/main" val="289832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Symbolic AI Hit a Scalability Wall</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Early AI winters followed a gap between ambitious promises and systems that were costly, brittle, and narrow.</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Why performance stalled</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What the field learned</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Rule bases expanded faster than teams could maintain them</a:t>
            </a:r>
          </a:p>
          <a:p>
            <a:pPr marL="24" indent="-15">
              <a:spcAft>
                <a:spcPts val="9"/>
              </a:spcAft>
              <a:buChar char="•"/>
              <a:defRPr sz="1800"/>
            </a:pPr>
            <a:r>
              <a:rPr sz="2000">
                <a:solidFill>
                  <a:srgbClr val="262626"/>
                </a:solidFill>
                <a:latin typeface="Calibri"/>
                <a:ea typeface="Calibri"/>
                <a:cs typeface="Calibri"/>
              </a:rPr>
              <a:t> Perception and speech remained unreliable</a:t>
            </a:r>
          </a:p>
          <a:p>
            <a:pPr marL="24" indent="-15">
              <a:spcAft>
                <a:spcPts val="9"/>
              </a:spcAft>
              <a:buChar char="•"/>
              <a:defRPr sz="1800"/>
            </a:pPr>
            <a:r>
              <a:rPr sz="2000">
                <a:solidFill>
                  <a:srgbClr val="262626"/>
                </a:solidFill>
                <a:latin typeface="Calibri"/>
                <a:ea typeface="Calibri"/>
                <a:cs typeface="Calibri"/>
              </a:rPr>
              <a:t> Limited compute and data constrained progress</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Knowledge engineering alone did not scale</a:t>
            </a:r>
          </a:p>
          <a:p>
            <a:pPr marL="24" indent="-15">
              <a:spcAft>
                <a:spcPts val="9"/>
              </a:spcAft>
              <a:buChar char="•"/>
              <a:defRPr sz="1800"/>
            </a:pPr>
            <a:r>
              <a:rPr sz="2000">
                <a:solidFill>
                  <a:srgbClr val="262626"/>
                </a:solidFill>
                <a:latin typeface="Calibri"/>
                <a:ea typeface="Calibri"/>
                <a:cs typeface="Calibri"/>
              </a:rPr>
              <a:t> Learning from data became increasingly important</a:t>
            </a:r>
          </a:p>
          <a:p>
            <a:pPr marL="24" indent="-15">
              <a:spcAft>
                <a:spcPts val="9"/>
              </a:spcAft>
              <a:buChar char="•"/>
              <a:defRPr sz="1800"/>
            </a:pPr>
            <a:r>
              <a:rPr sz="2000">
                <a:solidFill>
                  <a:srgbClr val="262626"/>
                </a:solidFill>
                <a:latin typeface="Calibri"/>
                <a:ea typeface="Calibri"/>
                <a:cs typeface="Calibri"/>
              </a:rPr>
              <a:t> Symbolic methods remained useful for explicit constraints</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The lesson was not that rules were useless; rules alone could not cover the real world.</a:t>
            </a:r>
          </a:p>
        </p:txBody>
      </p:sp>
    </p:spTree>
    <p:extLst>
      <p:ext uri="{BB962C8B-B14F-4D97-AF65-F5344CB8AC3E}">
        <p14:creationId xmlns:p14="http://schemas.microsoft.com/office/powerpoint/2010/main" val="2703447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Statistical Learning Shifted AI from Rules to Data</a:t>
            </a:r>
          </a:p>
        </p:txBody>
      </p:sp>
      <p:sp>
        <p:nvSpPr>
          <p:cNvPr id="13" name="Restored content rail">
            <a:extLst>
              <a:ext uri="{FF2B5EF4-FFF2-40B4-BE49-F238E27FC236}">
                <a16:creationId xmlns:a16="http://schemas.microsoft.com/office/drawing/2014/main" id="{5B65B5A2-325B-4760-A68B-7C42E53FEC68}"/>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5D7734AF-72C4-455C-89C4-E9C771667179}"/>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Machine learning estimates patterns from examples instead of requiring every decision rule to be hand-coded.</a:t>
            </a:r>
          </a:p>
        </p:txBody>
      </p:sp>
      <p:sp>
        <p:nvSpPr>
          <p:cNvPr id="15" name="Two-column divider">
            <a:extLst>
              <a:ext uri="{FF2B5EF4-FFF2-40B4-BE49-F238E27FC236}">
                <a16:creationId xmlns:a16="http://schemas.microsoft.com/office/drawing/2014/main" id="{422373EB-88FE-47AD-B350-C9139D5438FA}"/>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8C3D8B49-EBE2-46C9-8E97-F5BAF1106DE6}"/>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What changed</a:t>
            </a:r>
          </a:p>
        </p:txBody>
      </p:sp>
      <p:sp>
        <p:nvSpPr>
          <p:cNvPr id="17" name="Restored right heading">
            <a:extLst>
              <a:ext uri="{FF2B5EF4-FFF2-40B4-BE49-F238E27FC236}">
                <a16:creationId xmlns:a16="http://schemas.microsoft.com/office/drawing/2014/main" id="{BB7C000F-E1FE-4BD6-8145-DFCC37CA1822}"/>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New dependencies</a:t>
            </a:r>
          </a:p>
        </p:txBody>
      </p:sp>
      <p:sp>
        <p:nvSpPr>
          <p:cNvPr id="18" name="Restored left bullets">
            <a:extLst>
              <a:ext uri="{FF2B5EF4-FFF2-40B4-BE49-F238E27FC236}">
                <a16:creationId xmlns:a16="http://schemas.microsoft.com/office/drawing/2014/main" id="{86AD4F94-E58F-4FD8-ADD1-801E15E10213}"/>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Models learned features or parameters from examples</a:t>
            </a:r>
          </a:p>
          <a:p>
            <a:pPr marL="24" indent="-15">
              <a:spcAft>
                <a:spcPts val="9"/>
              </a:spcAft>
              <a:buChar char="•"/>
              <a:defRPr sz="1800"/>
            </a:pPr>
            <a:r>
              <a:rPr sz="2000">
                <a:solidFill>
                  <a:srgbClr val="262626"/>
                </a:solidFill>
                <a:latin typeface="Calibri"/>
                <a:ea typeface="Calibri"/>
                <a:cs typeface="Calibri"/>
              </a:rPr>
              <a:t> Performance became measurable on held-out data</a:t>
            </a:r>
          </a:p>
          <a:p>
            <a:pPr marL="24" indent="-15">
              <a:spcAft>
                <a:spcPts val="9"/>
              </a:spcAft>
              <a:buChar char="•"/>
              <a:defRPr sz="1800"/>
            </a:pPr>
            <a:r>
              <a:rPr sz="2000">
                <a:solidFill>
                  <a:srgbClr val="262626"/>
                </a:solidFill>
                <a:latin typeface="Calibri"/>
                <a:ea typeface="Calibri"/>
                <a:cs typeface="Calibri"/>
              </a:rPr>
              <a:t> Generalization became an empirical question</a:t>
            </a:r>
          </a:p>
        </p:txBody>
      </p:sp>
      <p:sp>
        <p:nvSpPr>
          <p:cNvPr id="19" name="Restored right bullets">
            <a:extLst>
              <a:ext uri="{FF2B5EF4-FFF2-40B4-BE49-F238E27FC236}">
                <a16:creationId xmlns:a16="http://schemas.microsoft.com/office/drawing/2014/main" id="{02724A28-E0C0-43C1-9A48-7BAFE7625561}"/>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Representative and lawful data</a:t>
            </a:r>
          </a:p>
          <a:p>
            <a:pPr marL="24" indent="-15">
              <a:spcAft>
                <a:spcPts val="9"/>
              </a:spcAft>
              <a:buChar char="•"/>
              <a:defRPr sz="1800"/>
            </a:pPr>
            <a:r>
              <a:rPr sz="2000">
                <a:solidFill>
                  <a:srgbClr val="262626"/>
                </a:solidFill>
                <a:latin typeface="Calibri"/>
                <a:ea typeface="Calibri"/>
                <a:cs typeface="Calibri"/>
              </a:rPr>
              <a:t> Sufficient compute and engineering</a:t>
            </a:r>
          </a:p>
          <a:p>
            <a:pPr marL="24" indent="-15">
              <a:spcAft>
                <a:spcPts val="9"/>
              </a:spcAft>
              <a:buChar char="•"/>
              <a:defRPr sz="1800"/>
            </a:pPr>
            <a:r>
              <a:rPr sz="2000">
                <a:solidFill>
                  <a:srgbClr val="262626"/>
                </a:solidFill>
                <a:latin typeface="Calibri"/>
                <a:ea typeface="Calibri"/>
                <a:cs typeface="Calibri"/>
              </a:rPr>
              <a:t> Monitoring for drift and changing conditions</a:t>
            </a:r>
          </a:p>
        </p:txBody>
      </p:sp>
      <p:sp>
        <p:nvSpPr>
          <p:cNvPr id="20" name="Restored takeaway background">
            <a:extLst>
              <a:ext uri="{FF2B5EF4-FFF2-40B4-BE49-F238E27FC236}">
                <a16:creationId xmlns:a16="http://schemas.microsoft.com/office/drawing/2014/main" id="{8BB1A877-0C49-49A8-8797-1FD05FC830CD}"/>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18FFE74D-9F8E-4076-A584-A3F5AB090C6B}"/>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The paradigm traded explicit rules for data-dependent performance.</a:t>
            </a:r>
          </a:p>
        </p:txBody>
      </p:sp>
    </p:spTree>
    <p:extLst>
      <p:ext uri="{BB962C8B-B14F-4D97-AF65-F5344CB8AC3E}">
        <p14:creationId xmlns:p14="http://schemas.microsoft.com/office/powerpoint/2010/main" val="2130119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AI, ML, and Deep Learning</a:t>
            </a:r>
          </a:p>
        </p:txBody>
      </p:sp>
      <p:sp>
        <p:nvSpPr>
          <p:cNvPr id="5" name="Editable content rail">
            <a:extLst>
              <a:ext uri="{FF2B5EF4-FFF2-40B4-BE49-F238E27FC236}">
                <a16:creationId xmlns:a16="http://schemas.microsoft.com/office/drawing/2014/main" id="{18928D28-BEE0-4F61-BAF6-A9811485934B}"/>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9B6F596A-9CED-4676-B416-FD8EAA0799E7}"/>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Each term is a narrower subset of the one before it.</a:t>
            </a:r>
          </a:p>
        </p:txBody>
      </p:sp>
      <p:sp>
        <p:nvSpPr>
          <p:cNvPr id="7" name="Editable box: ARTIFICIAL INTELLIGENCE">
            <a:extLst>
              <a:ext uri="{FF2B5EF4-FFF2-40B4-BE49-F238E27FC236}">
                <a16:creationId xmlns:a16="http://schemas.microsoft.com/office/drawing/2014/main" id="{C83A5EA1-C73C-451C-99A7-257B2AF8D48D}"/>
              </a:ext>
            </a:extLst>
          </p:cNvPr>
          <p:cNvSpPr>
            <a:spLocks noGrp="1"/>
          </p:cNvSpPr>
          <p:nvPr/>
        </p:nvSpPr>
        <p:spPr>
          <a:xfrm>
            <a:off x="1524000" y="2238375"/>
            <a:ext cx="9144000" cy="3143250"/>
          </a:xfrm>
          <a:prstGeom prst="roundRect">
            <a:avLst>
              <a:gd name="adj" fmla="val 7879"/>
            </a:avLst>
          </a:prstGeom>
          <a:solidFill>
            <a:srgbClr val="F3F7FF"/>
          </a:solidFill>
          <a:ln w="14288">
            <a:solidFill>
              <a:srgbClr val="2F73E8"/>
            </a:solidFill>
            <a:prstDash val="solid"/>
          </a:ln>
        </p:spPr>
        <p:txBody>
          <a:bodyPr anchor="t"/>
          <a:lstStyle/>
          <a:p>
            <a:pPr algn="l">
              <a:defRPr sz="1800" b="1">
                <a:solidFill>
                  <a:srgbClr val="184E8A"/>
                </a:solidFill>
              </a:defRPr>
            </a:pPr>
            <a:r>
              <a:rPr sz="1800" b="1">
                <a:solidFill>
                  <a:srgbClr val="184E8A"/>
                </a:solidFill>
              </a:rPr>
              <a:t>ARTIFICIAL INTELLIGENCE</a:t>
            </a:r>
          </a:p>
        </p:txBody>
      </p:sp>
      <p:sp>
        <p:nvSpPr>
          <p:cNvPr id="8" name="Editable box: MACHINE LEARNING">
            <a:extLst>
              <a:ext uri="{FF2B5EF4-FFF2-40B4-BE49-F238E27FC236}">
                <a16:creationId xmlns:a16="http://schemas.microsoft.com/office/drawing/2014/main" id="{48C1E86E-43F9-4DEE-9AAE-5F7B05E63D45}"/>
              </a:ext>
            </a:extLst>
          </p:cNvPr>
          <p:cNvSpPr>
            <a:spLocks noGrp="1"/>
          </p:cNvSpPr>
          <p:nvPr/>
        </p:nvSpPr>
        <p:spPr>
          <a:xfrm>
            <a:off x="3238500" y="3000375"/>
            <a:ext cx="6191250" cy="1952625"/>
          </a:xfrm>
          <a:prstGeom prst="roundRect">
            <a:avLst>
              <a:gd name="adj" fmla="val 11707"/>
            </a:avLst>
          </a:prstGeom>
          <a:solidFill>
            <a:srgbClr val="FFF3ED"/>
          </a:solidFill>
          <a:ln w="14288">
            <a:solidFill>
              <a:srgbClr val="E85A33"/>
            </a:solidFill>
            <a:prstDash val="solid"/>
          </a:ln>
        </p:spPr>
        <p:txBody>
          <a:bodyPr anchor="t"/>
          <a:lstStyle/>
          <a:p>
            <a:pPr algn="l">
              <a:defRPr sz="1725" b="1">
                <a:solidFill>
                  <a:srgbClr val="E85A33"/>
                </a:solidFill>
              </a:defRPr>
            </a:pPr>
            <a:r>
              <a:rPr sz="1725" b="1">
                <a:solidFill>
                  <a:srgbClr val="E85A33"/>
                </a:solidFill>
              </a:rPr>
              <a:t>MACHINE LEARNING</a:t>
            </a:r>
          </a:p>
        </p:txBody>
      </p:sp>
      <p:sp>
        <p:nvSpPr>
          <p:cNvPr id="9" name="Editable box: DEEP LEARNING">
            <a:extLst>
              <a:ext uri="{FF2B5EF4-FFF2-40B4-BE49-F238E27FC236}">
                <a16:creationId xmlns:a16="http://schemas.microsoft.com/office/drawing/2014/main" id="{39E1320A-BD74-4CA7-BC0E-3DEDAE9E6DF7}"/>
              </a:ext>
            </a:extLst>
          </p:cNvPr>
          <p:cNvSpPr>
            <a:spLocks noGrp="1"/>
          </p:cNvSpPr>
          <p:nvPr/>
        </p:nvSpPr>
        <p:spPr>
          <a:xfrm>
            <a:off x="5191125" y="3667125"/>
            <a:ext cx="3143250" cy="857250"/>
          </a:xfrm>
          <a:prstGeom prst="roundRect">
            <a:avLst>
              <a:gd name="adj" fmla="val 24444"/>
            </a:avLst>
          </a:prstGeom>
          <a:solidFill>
            <a:srgbClr val="ECF8F1"/>
          </a:solidFill>
          <a:ln w="14288">
            <a:solidFill>
              <a:srgbClr val="2E9B63"/>
            </a:solidFill>
            <a:prstDash val="solid"/>
          </a:ln>
        </p:spPr>
        <p:txBody>
          <a:bodyPr anchor="ctr"/>
          <a:lstStyle/>
          <a:p>
            <a:pPr algn="ctr">
              <a:defRPr sz="1650" b="1">
                <a:solidFill>
                  <a:srgbClr val="2E9B63"/>
                </a:solidFill>
              </a:defRPr>
            </a:pPr>
            <a:r>
              <a:rPr sz="1650" b="1">
                <a:solidFill>
                  <a:srgbClr val="2E9B63"/>
                </a:solidFill>
              </a:rPr>
              <a:t>DEEP LEARNING</a:t>
            </a:r>
          </a:p>
        </p:txBody>
      </p:sp>
      <p:sp>
        <p:nvSpPr>
          <p:cNvPr id="10" name="Editable box: AI is the broad goal; ML learns from data; deep learning learns layered representations.">
            <a:extLst>
              <a:ext uri="{FF2B5EF4-FFF2-40B4-BE49-F238E27FC236}">
                <a16:creationId xmlns:a16="http://schemas.microsoft.com/office/drawing/2014/main" id="{DA37F0FB-E1E9-4A83-8F85-FFB10B7BFAA7}"/>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AI is the broad goal; ML learns from data; deep learning learns layered representations.</a:t>
            </a:r>
          </a:p>
        </p:txBody>
      </p:sp>
    </p:spTree>
    <p:extLst>
      <p:ext uri="{BB962C8B-B14F-4D97-AF65-F5344CB8AC3E}">
        <p14:creationId xmlns:p14="http://schemas.microsoft.com/office/powerpoint/2010/main" val="4263146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B034-9378-41D0-8583-5A1794C2A6ED}"/>
              </a:ext>
            </a:extLst>
          </p:cNvPr>
          <p:cNvSpPr>
            <a:spLocks noGrp="1"/>
          </p:cNvSpPr>
          <p:nvPr>
            <p:ph type="title"/>
          </p:nvPr>
        </p:nvSpPr>
        <p:spPr/>
        <p:txBody>
          <a:bodyPr/>
          <a:lstStyle/>
          <a:p>
            <a:r>
              <a:rPr lang="en-001"/>
              <a:t>Neurons </a:t>
            </a:r>
          </a:p>
        </p:txBody>
      </p:sp>
      <p:pic>
        <p:nvPicPr>
          <p:cNvPr id="3" name="Google Shape;607;p70">
            <a:extLst>
              <a:ext uri="{FF2B5EF4-FFF2-40B4-BE49-F238E27FC236}">
                <a16:creationId xmlns:a16="http://schemas.microsoft.com/office/drawing/2014/main" id="{F3CE7587-5836-1204-F763-233F68F7FE7E}"/>
              </a:ext>
            </a:extLst>
          </p:cNvPr>
          <p:cNvPicPr preferRelativeResize="0"/>
          <p:nvPr/>
        </p:nvPicPr>
        <p:blipFill rotWithShape="1">
          <a:blip r:embed="rId2">
            <a:alphaModFix/>
          </a:blip>
          <a:srcRect/>
          <a:stretch/>
        </p:blipFill>
        <p:spPr>
          <a:xfrm>
            <a:off x="2866534" y="2245987"/>
            <a:ext cx="6759967" cy="1600600"/>
          </a:xfrm>
          <a:prstGeom prst="rect">
            <a:avLst/>
          </a:prstGeom>
          <a:noFill/>
          <a:ln>
            <a:noFill/>
          </a:ln>
        </p:spPr>
      </p:pic>
      <p:grpSp>
        <p:nvGrpSpPr>
          <p:cNvPr id="4" name="Google Shape;608;p70">
            <a:extLst>
              <a:ext uri="{FF2B5EF4-FFF2-40B4-BE49-F238E27FC236}">
                <a16:creationId xmlns:a16="http://schemas.microsoft.com/office/drawing/2014/main" id="{9CB531CB-35B6-DEC7-3D81-3AA7C06FEC32}"/>
              </a:ext>
            </a:extLst>
          </p:cNvPr>
          <p:cNvGrpSpPr/>
          <p:nvPr/>
        </p:nvGrpSpPr>
        <p:grpSpPr>
          <a:xfrm>
            <a:off x="1992967" y="1210121"/>
            <a:ext cx="3420400" cy="1475600"/>
            <a:chOff x="2866325" y="714950"/>
            <a:chExt cx="2565300" cy="1106700"/>
          </a:xfrm>
        </p:grpSpPr>
        <p:sp>
          <p:nvSpPr>
            <p:cNvPr id="5" name="Google Shape;609;p70">
              <a:extLst>
                <a:ext uri="{FF2B5EF4-FFF2-40B4-BE49-F238E27FC236}">
                  <a16:creationId xmlns:a16="http://schemas.microsoft.com/office/drawing/2014/main" id="{4862F8E6-5FFE-DDCE-84C2-9791C6D4918B}"/>
                </a:ext>
              </a:extLst>
            </p:cNvPr>
            <p:cNvSpPr txBox="1"/>
            <p:nvPr/>
          </p:nvSpPr>
          <p:spPr>
            <a:xfrm>
              <a:off x="2866325" y="714950"/>
              <a:ext cx="2565300" cy="455400"/>
            </a:xfrm>
            <a:prstGeom prst="rect">
              <a:avLst/>
            </a:prstGeom>
            <a:noFill/>
            <a:ln>
              <a:noFill/>
            </a:ln>
          </p:spPr>
          <p:txBody>
            <a:bodyPr spcFirstLastPara="1" wrap="square" lIns="121900" tIns="121900" rIns="121900" bIns="121900" anchor="t" anchorCtr="0">
              <a:noAutofit/>
            </a:bodyPr>
            <a:lstStyle/>
            <a:p>
              <a:pPr algn="ctr">
                <a:buClr>
                  <a:srgbClr val="000000"/>
                </a:buClr>
                <a:buSzPts val="1700"/>
              </a:pPr>
              <a:r>
                <a:rPr lang="en" sz="2267" b="1">
                  <a:solidFill>
                    <a:schemeClr val="accent5"/>
                  </a:solidFill>
                  <a:latin typeface="Google Sans"/>
                  <a:ea typeface="Google Sans"/>
                  <a:cs typeface="Google Sans"/>
                  <a:sym typeface="Google Sans"/>
                </a:rPr>
                <a:t>Input</a:t>
              </a:r>
              <a:endParaRPr sz="2267" b="1">
                <a:solidFill>
                  <a:schemeClr val="accent5"/>
                </a:solidFill>
                <a:latin typeface="Google Sans"/>
                <a:ea typeface="Google Sans"/>
                <a:cs typeface="Google Sans"/>
                <a:sym typeface="Google Sans"/>
              </a:endParaRPr>
            </a:p>
          </p:txBody>
        </p:sp>
        <p:cxnSp>
          <p:nvCxnSpPr>
            <p:cNvPr id="6" name="Google Shape;610;p70">
              <a:extLst>
                <a:ext uri="{FF2B5EF4-FFF2-40B4-BE49-F238E27FC236}">
                  <a16:creationId xmlns:a16="http://schemas.microsoft.com/office/drawing/2014/main" id="{91FF93A1-8AD7-DD6C-63B7-E0612EB6EC64}"/>
                </a:ext>
              </a:extLst>
            </p:cNvPr>
            <p:cNvCxnSpPr>
              <a:stCxn id="5" idx="2"/>
            </p:cNvCxnSpPr>
            <p:nvPr/>
          </p:nvCxnSpPr>
          <p:spPr>
            <a:xfrm>
              <a:off x="4148975" y="1170350"/>
              <a:ext cx="57000" cy="651300"/>
            </a:xfrm>
            <a:prstGeom prst="straightConnector1">
              <a:avLst/>
            </a:prstGeom>
            <a:noFill/>
            <a:ln w="38100" cap="flat" cmpd="sng">
              <a:solidFill>
                <a:schemeClr val="accent5"/>
              </a:solidFill>
              <a:prstDash val="solid"/>
              <a:round/>
              <a:headEnd type="none" w="sm" len="sm"/>
              <a:tailEnd type="triangle" w="med" len="med"/>
            </a:ln>
          </p:spPr>
        </p:cxnSp>
      </p:grpSp>
      <p:grpSp>
        <p:nvGrpSpPr>
          <p:cNvPr id="7" name="Google Shape;611;p70">
            <a:extLst>
              <a:ext uri="{FF2B5EF4-FFF2-40B4-BE49-F238E27FC236}">
                <a16:creationId xmlns:a16="http://schemas.microsoft.com/office/drawing/2014/main" id="{FF4A93BE-8B70-226F-CB54-B44990FE733D}"/>
              </a:ext>
            </a:extLst>
          </p:cNvPr>
          <p:cNvGrpSpPr/>
          <p:nvPr/>
        </p:nvGrpSpPr>
        <p:grpSpPr>
          <a:xfrm>
            <a:off x="7214667" y="859687"/>
            <a:ext cx="3420400" cy="1475600"/>
            <a:chOff x="6782600" y="452125"/>
            <a:chExt cx="2565300" cy="1106700"/>
          </a:xfrm>
        </p:grpSpPr>
        <p:sp>
          <p:nvSpPr>
            <p:cNvPr id="8" name="Google Shape;612;p70">
              <a:extLst>
                <a:ext uri="{FF2B5EF4-FFF2-40B4-BE49-F238E27FC236}">
                  <a16:creationId xmlns:a16="http://schemas.microsoft.com/office/drawing/2014/main" id="{700DE6A7-A4F1-42E4-6C85-EB86934462EE}"/>
                </a:ext>
              </a:extLst>
            </p:cNvPr>
            <p:cNvSpPr txBox="1"/>
            <p:nvPr/>
          </p:nvSpPr>
          <p:spPr>
            <a:xfrm>
              <a:off x="6782600" y="452125"/>
              <a:ext cx="2565300" cy="455400"/>
            </a:xfrm>
            <a:prstGeom prst="rect">
              <a:avLst/>
            </a:prstGeom>
            <a:noFill/>
            <a:ln>
              <a:noFill/>
            </a:ln>
          </p:spPr>
          <p:txBody>
            <a:bodyPr spcFirstLastPara="1" wrap="square" lIns="121900" tIns="121900" rIns="121900" bIns="121900" anchor="t" anchorCtr="0">
              <a:noAutofit/>
            </a:bodyPr>
            <a:lstStyle/>
            <a:p>
              <a:pPr algn="ctr">
                <a:buClr>
                  <a:srgbClr val="000000"/>
                </a:buClr>
                <a:buSzPts val="1700"/>
              </a:pPr>
              <a:r>
                <a:rPr lang="en" sz="2267" b="1">
                  <a:solidFill>
                    <a:schemeClr val="accent5"/>
                  </a:solidFill>
                  <a:latin typeface="Google Sans"/>
                  <a:ea typeface="Google Sans"/>
                  <a:cs typeface="Google Sans"/>
                  <a:sym typeface="Google Sans"/>
                </a:rPr>
                <a:t>Output</a:t>
              </a:r>
              <a:endParaRPr sz="2267" b="1">
                <a:solidFill>
                  <a:schemeClr val="accent5"/>
                </a:solidFill>
                <a:latin typeface="Google Sans"/>
                <a:ea typeface="Google Sans"/>
                <a:cs typeface="Google Sans"/>
                <a:sym typeface="Google Sans"/>
              </a:endParaRPr>
            </a:p>
          </p:txBody>
        </p:sp>
        <p:cxnSp>
          <p:nvCxnSpPr>
            <p:cNvPr id="9" name="Google Shape;613;p70">
              <a:extLst>
                <a:ext uri="{FF2B5EF4-FFF2-40B4-BE49-F238E27FC236}">
                  <a16:creationId xmlns:a16="http://schemas.microsoft.com/office/drawing/2014/main" id="{E9F44067-46A2-BF7A-99D5-BB0DB245B792}"/>
                </a:ext>
              </a:extLst>
            </p:cNvPr>
            <p:cNvCxnSpPr>
              <a:stCxn id="8" idx="2"/>
            </p:cNvCxnSpPr>
            <p:nvPr/>
          </p:nvCxnSpPr>
          <p:spPr>
            <a:xfrm>
              <a:off x="8065250" y="907525"/>
              <a:ext cx="57000" cy="651300"/>
            </a:xfrm>
            <a:prstGeom prst="straightConnector1">
              <a:avLst/>
            </a:prstGeom>
            <a:noFill/>
            <a:ln w="38100" cap="flat" cmpd="sng">
              <a:solidFill>
                <a:schemeClr val="accent5"/>
              </a:solidFill>
              <a:prstDash val="solid"/>
              <a:round/>
              <a:headEnd type="none" w="sm" len="sm"/>
              <a:tailEnd type="triangle" w="med" len="med"/>
            </a:ln>
          </p:spPr>
        </p:cxnSp>
      </p:grpSp>
      <p:grpSp>
        <p:nvGrpSpPr>
          <p:cNvPr id="10" name="Google Shape;614;p70">
            <a:extLst>
              <a:ext uri="{FF2B5EF4-FFF2-40B4-BE49-F238E27FC236}">
                <a16:creationId xmlns:a16="http://schemas.microsoft.com/office/drawing/2014/main" id="{51F4E2C9-08B2-3DD9-BE5B-B37744E3AA32}"/>
              </a:ext>
            </a:extLst>
          </p:cNvPr>
          <p:cNvGrpSpPr/>
          <p:nvPr/>
        </p:nvGrpSpPr>
        <p:grpSpPr>
          <a:xfrm>
            <a:off x="4641817" y="937854"/>
            <a:ext cx="3420400" cy="1475600"/>
            <a:chOff x="4852963" y="510750"/>
            <a:chExt cx="2565300" cy="1106700"/>
          </a:xfrm>
        </p:grpSpPr>
        <p:sp>
          <p:nvSpPr>
            <p:cNvPr id="11" name="Google Shape;615;p70">
              <a:extLst>
                <a:ext uri="{FF2B5EF4-FFF2-40B4-BE49-F238E27FC236}">
                  <a16:creationId xmlns:a16="http://schemas.microsoft.com/office/drawing/2014/main" id="{44A576F3-7C09-B574-BF09-EB254BB2E209}"/>
                </a:ext>
              </a:extLst>
            </p:cNvPr>
            <p:cNvSpPr txBox="1"/>
            <p:nvPr/>
          </p:nvSpPr>
          <p:spPr>
            <a:xfrm>
              <a:off x="4852963" y="510750"/>
              <a:ext cx="2565300" cy="455400"/>
            </a:xfrm>
            <a:prstGeom prst="rect">
              <a:avLst/>
            </a:prstGeom>
            <a:noFill/>
            <a:ln>
              <a:noFill/>
            </a:ln>
          </p:spPr>
          <p:txBody>
            <a:bodyPr spcFirstLastPara="1" wrap="square" lIns="121900" tIns="121900" rIns="121900" bIns="121900" anchor="t" anchorCtr="0">
              <a:noAutofit/>
            </a:bodyPr>
            <a:lstStyle/>
            <a:p>
              <a:pPr algn="ctr">
                <a:buClr>
                  <a:srgbClr val="000000"/>
                </a:buClr>
                <a:buSzPts val="1700"/>
              </a:pPr>
              <a:r>
                <a:rPr lang="en" sz="2267" b="1">
                  <a:solidFill>
                    <a:schemeClr val="accent5"/>
                  </a:solidFill>
                  <a:latin typeface="Google Sans"/>
                  <a:ea typeface="Google Sans"/>
                  <a:cs typeface="Google Sans"/>
                  <a:sym typeface="Google Sans"/>
                </a:rPr>
                <a:t>Weights</a:t>
              </a:r>
              <a:endParaRPr sz="2267" b="1">
                <a:solidFill>
                  <a:schemeClr val="accent5"/>
                </a:solidFill>
                <a:latin typeface="Google Sans"/>
                <a:ea typeface="Google Sans"/>
                <a:cs typeface="Google Sans"/>
                <a:sym typeface="Google Sans"/>
              </a:endParaRPr>
            </a:p>
          </p:txBody>
        </p:sp>
        <p:cxnSp>
          <p:nvCxnSpPr>
            <p:cNvPr id="12" name="Google Shape;616;p70">
              <a:extLst>
                <a:ext uri="{FF2B5EF4-FFF2-40B4-BE49-F238E27FC236}">
                  <a16:creationId xmlns:a16="http://schemas.microsoft.com/office/drawing/2014/main" id="{5626D1FB-B579-0954-86C7-523F8E67D529}"/>
                </a:ext>
              </a:extLst>
            </p:cNvPr>
            <p:cNvCxnSpPr>
              <a:stCxn id="11" idx="2"/>
            </p:cNvCxnSpPr>
            <p:nvPr/>
          </p:nvCxnSpPr>
          <p:spPr>
            <a:xfrm>
              <a:off x="6135613" y="966150"/>
              <a:ext cx="57000" cy="651300"/>
            </a:xfrm>
            <a:prstGeom prst="straightConnector1">
              <a:avLst/>
            </a:prstGeom>
            <a:noFill/>
            <a:ln w="38100" cap="flat" cmpd="sng">
              <a:solidFill>
                <a:schemeClr val="accent5"/>
              </a:solidFill>
              <a:prstDash val="solid"/>
              <a:round/>
              <a:headEnd type="none" w="sm" len="sm"/>
              <a:tailEnd type="triangle" w="med" len="med"/>
            </a:ln>
          </p:spPr>
        </p:cxnSp>
      </p:grpSp>
      <p:grpSp>
        <p:nvGrpSpPr>
          <p:cNvPr id="13" name="Google Shape;617;p70">
            <a:extLst>
              <a:ext uri="{FF2B5EF4-FFF2-40B4-BE49-F238E27FC236}">
                <a16:creationId xmlns:a16="http://schemas.microsoft.com/office/drawing/2014/main" id="{055D0247-0B47-11D2-9A66-0FF5BA5AB032}"/>
              </a:ext>
            </a:extLst>
          </p:cNvPr>
          <p:cNvGrpSpPr/>
          <p:nvPr/>
        </p:nvGrpSpPr>
        <p:grpSpPr>
          <a:xfrm>
            <a:off x="6154217" y="4024795"/>
            <a:ext cx="3420400" cy="1214793"/>
            <a:chOff x="5987263" y="2825955"/>
            <a:chExt cx="2565300" cy="911095"/>
          </a:xfrm>
        </p:grpSpPr>
        <p:sp>
          <p:nvSpPr>
            <p:cNvPr id="14" name="Google Shape;618;p70">
              <a:extLst>
                <a:ext uri="{FF2B5EF4-FFF2-40B4-BE49-F238E27FC236}">
                  <a16:creationId xmlns:a16="http://schemas.microsoft.com/office/drawing/2014/main" id="{11538C53-2AAF-6CB4-7C4F-C45AC446C45B}"/>
                </a:ext>
              </a:extLst>
            </p:cNvPr>
            <p:cNvSpPr/>
            <p:nvPr/>
          </p:nvSpPr>
          <p:spPr>
            <a:xfrm rot="10800000">
              <a:off x="5987275" y="2825955"/>
              <a:ext cx="2250300" cy="455700"/>
            </a:xfrm>
            <a:prstGeom prst="curvedDownArrow">
              <a:avLst>
                <a:gd name="adj1" fmla="val 7991"/>
                <a:gd name="adj2" fmla="val 52728"/>
                <a:gd name="adj3" fmla="val 13449"/>
              </a:avLst>
            </a:prstGeom>
            <a:solidFill>
              <a:schemeClr val="accent5"/>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Roboto"/>
                <a:ea typeface="Roboto"/>
                <a:cs typeface="Roboto"/>
                <a:sym typeface="Roboto"/>
              </a:endParaRPr>
            </a:p>
          </p:txBody>
        </p:sp>
        <p:sp>
          <p:nvSpPr>
            <p:cNvPr id="15" name="Google Shape;619;p70">
              <a:extLst>
                <a:ext uri="{FF2B5EF4-FFF2-40B4-BE49-F238E27FC236}">
                  <a16:creationId xmlns:a16="http://schemas.microsoft.com/office/drawing/2014/main" id="{1947FAF8-A538-709A-8EFE-C55815839B47}"/>
                </a:ext>
              </a:extLst>
            </p:cNvPr>
            <p:cNvSpPr txBox="1"/>
            <p:nvPr/>
          </p:nvSpPr>
          <p:spPr>
            <a:xfrm>
              <a:off x="5987263" y="3281650"/>
              <a:ext cx="2565300" cy="455400"/>
            </a:xfrm>
            <a:prstGeom prst="rect">
              <a:avLst/>
            </a:prstGeom>
            <a:noFill/>
            <a:ln>
              <a:noFill/>
            </a:ln>
          </p:spPr>
          <p:txBody>
            <a:bodyPr spcFirstLastPara="1" wrap="square" lIns="121900" tIns="121900" rIns="121900" bIns="121900" anchor="t" anchorCtr="0">
              <a:noAutofit/>
            </a:bodyPr>
            <a:lstStyle/>
            <a:p>
              <a:pPr algn="ctr">
                <a:buClr>
                  <a:srgbClr val="000000"/>
                </a:buClr>
                <a:buSzPts val="1700"/>
              </a:pPr>
              <a:r>
                <a:rPr lang="en" sz="2267" b="1">
                  <a:solidFill>
                    <a:schemeClr val="accent5"/>
                  </a:solidFill>
                  <a:latin typeface="Google Sans"/>
                  <a:ea typeface="Google Sans"/>
                  <a:cs typeface="Google Sans"/>
                  <a:sym typeface="Google Sans"/>
                </a:rPr>
                <a:t>Updates</a:t>
              </a:r>
              <a:endParaRPr sz="2267" b="1">
                <a:solidFill>
                  <a:schemeClr val="accent5"/>
                </a:solidFill>
                <a:latin typeface="Google Sans"/>
                <a:ea typeface="Google Sans"/>
                <a:cs typeface="Google Sans"/>
                <a:sym typeface="Google Sans"/>
              </a:endParaRPr>
            </a:p>
          </p:txBody>
        </p:sp>
      </p:grpSp>
      <p:pic>
        <p:nvPicPr>
          <p:cNvPr id="16" name="Google Shape;622;p70">
            <a:extLst>
              <a:ext uri="{FF2B5EF4-FFF2-40B4-BE49-F238E27FC236}">
                <a16:creationId xmlns:a16="http://schemas.microsoft.com/office/drawing/2014/main" id="{2AF093B5-7B34-B6C6-651E-091E256D518C}"/>
              </a:ext>
            </a:extLst>
          </p:cNvPr>
          <p:cNvPicPr preferRelativeResize="0"/>
          <p:nvPr/>
        </p:nvPicPr>
        <p:blipFill rotWithShape="1">
          <a:blip r:embed="rId3">
            <a:alphaModFix/>
          </a:blip>
          <a:srcRect/>
          <a:stretch/>
        </p:blipFill>
        <p:spPr>
          <a:xfrm>
            <a:off x="1451767" y="4196242"/>
            <a:ext cx="5252464" cy="2918609"/>
          </a:xfrm>
          <a:prstGeom prst="rect">
            <a:avLst/>
          </a:prstGeom>
          <a:noFill/>
          <a:ln>
            <a:noFill/>
          </a:ln>
        </p:spPr>
      </p:pic>
    </p:spTree>
    <p:extLst>
      <p:ext uri="{BB962C8B-B14F-4D97-AF65-F5344CB8AC3E}">
        <p14:creationId xmlns:p14="http://schemas.microsoft.com/office/powerpoint/2010/main" val="128904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Supervised Learning Maps Labeled Inputs to Predictions</a:t>
            </a:r>
          </a:p>
        </p:txBody>
      </p:sp>
      <p:sp>
        <p:nvSpPr>
          <p:cNvPr id="5" name="Editable content rail">
            <a:extLst>
              <a:ext uri="{FF2B5EF4-FFF2-40B4-BE49-F238E27FC236}">
                <a16:creationId xmlns:a16="http://schemas.microsoft.com/office/drawing/2014/main" id="{DA521F2C-3588-4417-B5CD-26B811321EDC}"/>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4831C868-7EB2-4BD5-8380-81E9C2D04901}"/>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The target type determines the model objective and evaluation metric.</a:t>
            </a:r>
          </a:p>
        </p:txBody>
      </p:sp>
      <p:sp>
        <p:nvSpPr>
          <p:cNvPr id="7" name="Editable text">
            <a:extLst>
              <a:ext uri="{FF2B5EF4-FFF2-40B4-BE49-F238E27FC236}">
                <a16:creationId xmlns:a16="http://schemas.microsoft.com/office/drawing/2014/main" id="{705A482B-D51F-4875-8A8B-1F7271853A80}"/>
              </a:ext>
            </a:extLst>
          </p:cNvPr>
          <p:cNvSpPr>
            <a:spLocks noGrp="1"/>
          </p:cNvSpPr>
          <p:nvPr/>
        </p:nvSpPr>
        <p:spPr>
          <a:xfrm>
            <a:off x="1190625" y="2190750"/>
            <a:ext cx="4286250" cy="428625"/>
          </a:xfrm>
          <a:prstGeom prst="rect">
            <a:avLst/>
          </a:prstGeom>
          <a:noFill/>
          <a:ln w="0">
            <a:noFill/>
          </a:ln>
        </p:spPr>
        <p:txBody>
          <a:bodyPr anchor="ctr"/>
          <a:lstStyle/>
          <a:p>
            <a:pPr algn="l">
              <a:defRPr sz="1800" b="1">
                <a:solidFill>
                  <a:srgbClr val="184E8A"/>
                </a:solidFill>
              </a:defRPr>
            </a:pPr>
            <a:r>
              <a:rPr sz="1800" b="1">
                <a:solidFill>
                  <a:srgbClr val="184E8A"/>
                </a:solidFill>
              </a:rPr>
              <a:t>CLASSIFICATION</a:t>
            </a:r>
          </a:p>
        </p:txBody>
      </p:sp>
      <p:sp>
        <p:nvSpPr>
          <p:cNvPr id="8" name="Editable text">
            <a:extLst>
              <a:ext uri="{FF2B5EF4-FFF2-40B4-BE49-F238E27FC236}">
                <a16:creationId xmlns:a16="http://schemas.microsoft.com/office/drawing/2014/main" id="{A976A09C-B269-442E-98D9-313625D52182}"/>
              </a:ext>
            </a:extLst>
          </p:cNvPr>
          <p:cNvSpPr>
            <a:spLocks noGrp="1"/>
          </p:cNvSpPr>
          <p:nvPr/>
        </p:nvSpPr>
        <p:spPr>
          <a:xfrm>
            <a:off x="6572250" y="2190750"/>
            <a:ext cx="4286250" cy="428625"/>
          </a:xfrm>
          <a:prstGeom prst="rect">
            <a:avLst/>
          </a:prstGeom>
          <a:noFill/>
          <a:ln w="0">
            <a:noFill/>
          </a:ln>
        </p:spPr>
        <p:txBody>
          <a:bodyPr anchor="ctr"/>
          <a:lstStyle/>
          <a:p>
            <a:pPr algn="l">
              <a:defRPr sz="1800" b="1">
                <a:solidFill>
                  <a:srgbClr val="E85A33"/>
                </a:solidFill>
              </a:defRPr>
            </a:pPr>
            <a:r>
              <a:rPr sz="1800" b="1">
                <a:solidFill>
                  <a:srgbClr val="E85A33"/>
                </a:solidFill>
              </a:rPr>
              <a:t>REGRESSION</a:t>
            </a:r>
          </a:p>
        </p:txBody>
      </p:sp>
      <p:sp>
        <p:nvSpPr>
          <p:cNvPr id="9" name="Straight Connector 8">
            <a:extLst>
              <a:ext uri="{FF2B5EF4-FFF2-40B4-BE49-F238E27FC236}">
                <a16:creationId xmlns:a16="http://schemas.microsoft.com/office/drawing/2014/main" id="{18217B6B-5337-4492-BB62-663A4D8FFED4}"/>
              </a:ext>
            </a:extLst>
          </p:cNvPr>
          <p:cNvSpPr>
            <a:spLocks noGrp="1"/>
          </p:cNvSpPr>
          <p:nvPr/>
        </p:nvSpPr>
        <p:spPr>
          <a:xfrm>
            <a:off x="1190625" y="4953000"/>
            <a:ext cx="4286250" cy="0"/>
          </a:xfrm>
          <a:prstGeom prst="line">
            <a:avLst/>
          </a:prstGeom>
          <a:noFill/>
          <a:ln w="19050">
            <a:solidFill>
              <a:srgbClr val="5E6875"/>
            </a:solidFill>
          </a:ln>
        </p:spPr>
        <p:txBody>
          <a:bodyPr/>
          <a:lstStyle/>
          <a:p>
            <a:endParaRPr lang="en-US"/>
          </a:p>
        </p:txBody>
      </p:sp>
      <p:sp>
        <p:nvSpPr>
          <p:cNvPr id="10" name="Straight Connector 9">
            <a:extLst>
              <a:ext uri="{FF2B5EF4-FFF2-40B4-BE49-F238E27FC236}">
                <a16:creationId xmlns:a16="http://schemas.microsoft.com/office/drawing/2014/main" id="{45F90AFB-960C-43A4-907B-88A08B94DCF2}"/>
              </a:ext>
            </a:extLst>
          </p:cNvPr>
          <p:cNvSpPr>
            <a:spLocks noGrp="1"/>
          </p:cNvSpPr>
          <p:nvPr/>
        </p:nvSpPr>
        <p:spPr>
          <a:xfrm>
            <a:off x="1190625" y="2809875"/>
            <a:ext cx="0" cy="2143125"/>
          </a:xfrm>
          <a:prstGeom prst="line">
            <a:avLst/>
          </a:prstGeom>
          <a:noFill/>
          <a:ln w="19050">
            <a:solidFill>
              <a:srgbClr val="5E6875"/>
            </a:solidFill>
          </a:ln>
        </p:spPr>
        <p:txBody>
          <a:bodyPr/>
          <a:lstStyle/>
          <a:p>
            <a:endParaRPr lang="en-US"/>
          </a:p>
        </p:txBody>
      </p:sp>
      <p:sp>
        <p:nvSpPr>
          <p:cNvPr id="11" name="Straight Connector 10">
            <a:extLst>
              <a:ext uri="{FF2B5EF4-FFF2-40B4-BE49-F238E27FC236}">
                <a16:creationId xmlns:a16="http://schemas.microsoft.com/office/drawing/2014/main" id="{36AD71DF-F038-4DCD-9B91-448CE436AB4E}"/>
              </a:ext>
            </a:extLst>
          </p:cNvPr>
          <p:cNvSpPr>
            <a:spLocks noGrp="1"/>
          </p:cNvSpPr>
          <p:nvPr/>
        </p:nvSpPr>
        <p:spPr>
          <a:xfrm>
            <a:off x="6572250" y="4953000"/>
            <a:ext cx="4286250" cy="0"/>
          </a:xfrm>
          <a:prstGeom prst="line">
            <a:avLst/>
          </a:prstGeom>
          <a:noFill/>
          <a:ln w="19050">
            <a:solidFill>
              <a:srgbClr val="5E6875"/>
            </a:solidFill>
          </a:ln>
        </p:spPr>
        <p:txBody>
          <a:bodyPr/>
          <a:lstStyle/>
          <a:p>
            <a:endParaRPr lang="en-US"/>
          </a:p>
        </p:txBody>
      </p:sp>
      <p:sp>
        <p:nvSpPr>
          <p:cNvPr id="12" name="Straight Connector 11">
            <a:extLst>
              <a:ext uri="{FF2B5EF4-FFF2-40B4-BE49-F238E27FC236}">
                <a16:creationId xmlns:a16="http://schemas.microsoft.com/office/drawing/2014/main" id="{00340E57-175D-4F98-9A6F-E8CA11FC62D2}"/>
              </a:ext>
            </a:extLst>
          </p:cNvPr>
          <p:cNvSpPr>
            <a:spLocks noGrp="1"/>
          </p:cNvSpPr>
          <p:nvPr/>
        </p:nvSpPr>
        <p:spPr>
          <a:xfrm>
            <a:off x="6572250" y="2809875"/>
            <a:ext cx="0" cy="2143125"/>
          </a:xfrm>
          <a:prstGeom prst="line">
            <a:avLst/>
          </a:prstGeom>
          <a:noFill/>
          <a:ln w="19050">
            <a:solidFill>
              <a:srgbClr val="5E6875"/>
            </a:solidFill>
          </a:ln>
        </p:spPr>
        <p:txBody>
          <a:bodyPr/>
          <a:lstStyle/>
          <a:p>
            <a:endParaRPr lang="en-US"/>
          </a:p>
        </p:txBody>
      </p:sp>
      <p:sp>
        <p:nvSpPr>
          <p:cNvPr id="13" name="Oval 12">
            <a:extLst>
              <a:ext uri="{FF2B5EF4-FFF2-40B4-BE49-F238E27FC236}">
                <a16:creationId xmlns:a16="http://schemas.microsoft.com/office/drawing/2014/main" id="{6C47C169-F005-4894-B312-083EF0440079}"/>
              </a:ext>
            </a:extLst>
          </p:cNvPr>
          <p:cNvSpPr>
            <a:spLocks noGrp="1"/>
          </p:cNvSpPr>
          <p:nvPr/>
        </p:nvSpPr>
        <p:spPr>
          <a:xfrm>
            <a:off x="1571625" y="4476750"/>
            <a:ext cx="133350" cy="133350"/>
          </a:xfrm>
          <a:prstGeom prst="ellipse">
            <a:avLst/>
          </a:prstGeom>
          <a:solidFill>
            <a:srgbClr val="2F73E8"/>
          </a:solidFill>
          <a:ln w="0">
            <a:noFill/>
          </a:ln>
        </p:spPr>
        <p:txBody>
          <a:bodyPr/>
          <a:lstStyle/>
          <a:p>
            <a:endParaRPr lang="en-US"/>
          </a:p>
        </p:txBody>
      </p:sp>
      <p:sp>
        <p:nvSpPr>
          <p:cNvPr id="14" name="Oval 13">
            <a:extLst>
              <a:ext uri="{FF2B5EF4-FFF2-40B4-BE49-F238E27FC236}">
                <a16:creationId xmlns:a16="http://schemas.microsoft.com/office/drawing/2014/main" id="{3A95CF9A-28C7-4C39-8A57-81CC82D1F27E}"/>
              </a:ext>
            </a:extLst>
          </p:cNvPr>
          <p:cNvSpPr>
            <a:spLocks noGrp="1"/>
          </p:cNvSpPr>
          <p:nvPr/>
        </p:nvSpPr>
        <p:spPr>
          <a:xfrm>
            <a:off x="1952625" y="4191000"/>
            <a:ext cx="133350" cy="133350"/>
          </a:xfrm>
          <a:prstGeom prst="ellipse">
            <a:avLst/>
          </a:prstGeom>
          <a:solidFill>
            <a:srgbClr val="2F73E8"/>
          </a:solidFill>
          <a:ln w="0">
            <a:noFill/>
          </a:ln>
        </p:spPr>
        <p:txBody>
          <a:bodyPr/>
          <a:lstStyle/>
          <a:p>
            <a:endParaRPr lang="en-US"/>
          </a:p>
        </p:txBody>
      </p:sp>
      <p:sp>
        <p:nvSpPr>
          <p:cNvPr id="15" name="Oval 14">
            <a:extLst>
              <a:ext uri="{FF2B5EF4-FFF2-40B4-BE49-F238E27FC236}">
                <a16:creationId xmlns:a16="http://schemas.microsoft.com/office/drawing/2014/main" id="{B456A569-5D18-4EDB-968A-8B73DDBFB037}"/>
              </a:ext>
            </a:extLst>
          </p:cNvPr>
          <p:cNvSpPr>
            <a:spLocks noGrp="1"/>
          </p:cNvSpPr>
          <p:nvPr/>
        </p:nvSpPr>
        <p:spPr>
          <a:xfrm>
            <a:off x="2333625" y="4333875"/>
            <a:ext cx="133350" cy="133350"/>
          </a:xfrm>
          <a:prstGeom prst="ellipse">
            <a:avLst/>
          </a:prstGeom>
          <a:solidFill>
            <a:srgbClr val="2F73E8"/>
          </a:solidFill>
          <a:ln w="0">
            <a:noFill/>
          </a:ln>
        </p:spPr>
        <p:txBody>
          <a:bodyPr/>
          <a:lstStyle/>
          <a:p>
            <a:endParaRPr lang="en-US"/>
          </a:p>
        </p:txBody>
      </p:sp>
      <p:sp>
        <p:nvSpPr>
          <p:cNvPr id="16" name="Oval 15">
            <a:extLst>
              <a:ext uri="{FF2B5EF4-FFF2-40B4-BE49-F238E27FC236}">
                <a16:creationId xmlns:a16="http://schemas.microsoft.com/office/drawing/2014/main" id="{83EA083B-EDD0-4E34-B65C-A62E19F8CED7}"/>
              </a:ext>
            </a:extLst>
          </p:cNvPr>
          <p:cNvSpPr>
            <a:spLocks noGrp="1"/>
          </p:cNvSpPr>
          <p:nvPr/>
        </p:nvSpPr>
        <p:spPr>
          <a:xfrm>
            <a:off x="2762250" y="3857625"/>
            <a:ext cx="133350" cy="133350"/>
          </a:xfrm>
          <a:prstGeom prst="ellipse">
            <a:avLst/>
          </a:prstGeom>
          <a:solidFill>
            <a:srgbClr val="2F73E8"/>
          </a:solidFill>
          <a:ln w="0">
            <a:noFill/>
          </a:ln>
        </p:spPr>
        <p:txBody>
          <a:bodyPr/>
          <a:lstStyle/>
          <a:p>
            <a:endParaRPr lang="en-US"/>
          </a:p>
        </p:txBody>
      </p:sp>
      <p:sp>
        <p:nvSpPr>
          <p:cNvPr id="17" name="Oval 16">
            <a:extLst>
              <a:ext uri="{FF2B5EF4-FFF2-40B4-BE49-F238E27FC236}">
                <a16:creationId xmlns:a16="http://schemas.microsoft.com/office/drawing/2014/main" id="{D58E5F13-7C0D-4264-A2B7-CFC657BEA470}"/>
              </a:ext>
            </a:extLst>
          </p:cNvPr>
          <p:cNvSpPr>
            <a:spLocks noGrp="1"/>
          </p:cNvSpPr>
          <p:nvPr/>
        </p:nvSpPr>
        <p:spPr>
          <a:xfrm>
            <a:off x="3143250" y="4095750"/>
            <a:ext cx="133350" cy="133350"/>
          </a:xfrm>
          <a:prstGeom prst="ellipse">
            <a:avLst/>
          </a:prstGeom>
          <a:solidFill>
            <a:srgbClr val="2F73E8"/>
          </a:solidFill>
          <a:ln w="0">
            <a:noFill/>
          </a:ln>
        </p:spPr>
        <p:txBody>
          <a:bodyPr/>
          <a:lstStyle/>
          <a:p>
            <a:endParaRPr lang="en-US"/>
          </a:p>
        </p:txBody>
      </p:sp>
      <p:sp>
        <p:nvSpPr>
          <p:cNvPr id="18" name="Oval 17">
            <a:extLst>
              <a:ext uri="{FF2B5EF4-FFF2-40B4-BE49-F238E27FC236}">
                <a16:creationId xmlns:a16="http://schemas.microsoft.com/office/drawing/2014/main" id="{642DEA67-9871-453D-A332-8390D9C908A0}"/>
              </a:ext>
            </a:extLst>
          </p:cNvPr>
          <p:cNvSpPr>
            <a:spLocks noGrp="1"/>
          </p:cNvSpPr>
          <p:nvPr/>
        </p:nvSpPr>
        <p:spPr>
          <a:xfrm>
            <a:off x="3571875" y="3524250"/>
            <a:ext cx="133350" cy="133350"/>
          </a:xfrm>
          <a:prstGeom prst="ellipse">
            <a:avLst/>
          </a:prstGeom>
          <a:solidFill>
            <a:srgbClr val="2F73E8"/>
          </a:solidFill>
          <a:ln w="0">
            <a:noFill/>
          </a:ln>
        </p:spPr>
        <p:txBody>
          <a:bodyPr/>
          <a:lstStyle/>
          <a:p>
            <a:endParaRPr lang="en-US"/>
          </a:p>
        </p:txBody>
      </p:sp>
      <p:sp>
        <p:nvSpPr>
          <p:cNvPr id="19" name="Oval 18">
            <a:extLst>
              <a:ext uri="{FF2B5EF4-FFF2-40B4-BE49-F238E27FC236}">
                <a16:creationId xmlns:a16="http://schemas.microsoft.com/office/drawing/2014/main" id="{3F000070-B646-482C-9381-097073BAC83D}"/>
              </a:ext>
            </a:extLst>
          </p:cNvPr>
          <p:cNvSpPr>
            <a:spLocks noGrp="1"/>
          </p:cNvSpPr>
          <p:nvPr/>
        </p:nvSpPr>
        <p:spPr>
          <a:xfrm>
            <a:off x="4048125" y="3762375"/>
            <a:ext cx="133350" cy="133350"/>
          </a:xfrm>
          <a:prstGeom prst="ellipse">
            <a:avLst/>
          </a:prstGeom>
          <a:solidFill>
            <a:srgbClr val="2F73E8"/>
          </a:solidFill>
          <a:ln w="0">
            <a:noFill/>
          </a:ln>
        </p:spPr>
        <p:txBody>
          <a:bodyPr/>
          <a:lstStyle/>
          <a:p>
            <a:endParaRPr lang="en-US"/>
          </a:p>
        </p:txBody>
      </p:sp>
      <p:sp>
        <p:nvSpPr>
          <p:cNvPr id="20" name="Oval 19">
            <a:extLst>
              <a:ext uri="{FF2B5EF4-FFF2-40B4-BE49-F238E27FC236}">
                <a16:creationId xmlns:a16="http://schemas.microsoft.com/office/drawing/2014/main" id="{04546C73-34ED-4964-9EDE-85F2EC3D8752}"/>
              </a:ext>
            </a:extLst>
          </p:cNvPr>
          <p:cNvSpPr>
            <a:spLocks noGrp="1"/>
          </p:cNvSpPr>
          <p:nvPr/>
        </p:nvSpPr>
        <p:spPr>
          <a:xfrm>
            <a:off x="4476750" y="3238500"/>
            <a:ext cx="133350" cy="133350"/>
          </a:xfrm>
          <a:prstGeom prst="ellipse">
            <a:avLst/>
          </a:prstGeom>
          <a:solidFill>
            <a:srgbClr val="2F73E8"/>
          </a:solidFill>
          <a:ln w="0">
            <a:noFill/>
          </a:ln>
        </p:spPr>
        <p:txBody>
          <a:bodyPr/>
          <a:lstStyle/>
          <a:p>
            <a:endParaRPr lang="en-US"/>
          </a:p>
        </p:txBody>
      </p:sp>
      <p:sp>
        <p:nvSpPr>
          <p:cNvPr id="21" name="Oval 20">
            <a:extLst>
              <a:ext uri="{FF2B5EF4-FFF2-40B4-BE49-F238E27FC236}">
                <a16:creationId xmlns:a16="http://schemas.microsoft.com/office/drawing/2014/main" id="{1CF59978-5017-4D15-A51B-CE88D7D8B505}"/>
              </a:ext>
            </a:extLst>
          </p:cNvPr>
          <p:cNvSpPr>
            <a:spLocks noGrp="1"/>
          </p:cNvSpPr>
          <p:nvPr/>
        </p:nvSpPr>
        <p:spPr>
          <a:xfrm>
            <a:off x="4953000" y="3476625"/>
            <a:ext cx="133350" cy="133350"/>
          </a:xfrm>
          <a:prstGeom prst="ellipse">
            <a:avLst/>
          </a:prstGeom>
          <a:solidFill>
            <a:srgbClr val="2F73E8"/>
          </a:solidFill>
          <a:ln w="0">
            <a:noFill/>
          </a:ln>
        </p:spPr>
        <p:txBody>
          <a:bodyPr/>
          <a:lstStyle/>
          <a:p>
            <a:endParaRPr lang="en-US"/>
          </a:p>
        </p:txBody>
      </p:sp>
      <p:sp>
        <p:nvSpPr>
          <p:cNvPr id="22" name="Oval 21">
            <a:extLst>
              <a:ext uri="{FF2B5EF4-FFF2-40B4-BE49-F238E27FC236}">
                <a16:creationId xmlns:a16="http://schemas.microsoft.com/office/drawing/2014/main" id="{0A7BE167-BA21-4BAF-B62A-625AE3A6A6A3}"/>
              </a:ext>
            </a:extLst>
          </p:cNvPr>
          <p:cNvSpPr>
            <a:spLocks noGrp="1"/>
          </p:cNvSpPr>
          <p:nvPr/>
        </p:nvSpPr>
        <p:spPr>
          <a:xfrm>
            <a:off x="1619250" y="3143250"/>
            <a:ext cx="133350" cy="133350"/>
          </a:xfrm>
          <a:prstGeom prst="ellipse">
            <a:avLst/>
          </a:prstGeom>
          <a:solidFill>
            <a:srgbClr val="E85A33"/>
          </a:solidFill>
          <a:ln w="0">
            <a:noFill/>
          </a:ln>
        </p:spPr>
        <p:txBody>
          <a:bodyPr/>
          <a:lstStyle/>
          <a:p>
            <a:endParaRPr lang="en-US"/>
          </a:p>
        </p:txBody>
      </p:sp>
      <p:sp>
        <p:nvSpPr>
          <p:cNvPr id="23" name="Oval 22">
            <a:extLst>
              <a:ext uri="{FF2B5EF4-FFF2-40B4-BE49-F238E27FC236}">
                <a16:creationId xmlns:a16="http://schemas.microsoft.com/office/drawing/2014/main" id="{F10AB00D-09B6-4123-92D1-225131C9DCF7}"/>
              </a:ext>
            </a:extLst>
          </p:cNvPr>
          <p:cNvSpPr>
            <a:spLocks noGrp="1"/>
          </p:cNvSpPr>
          <p:nvPr/>
        </p:nvSpPr>
        <p:spPr>
          <a:xfrm>
            <a:off x="2047875" y="3476625"/>
            <a:ext cx="133350" cy="133350"/>
          </a:xfrm>
          <a:prstGeom prst="ellipse">
            <a:avLst/>
          </a:prstGeom>
          <a:solidFill>
            <a:srgbClr val="E85A33"/>
          </a:solidFill>
          <a:ln w="0">
            <a:noFill/>
          </a:ln>
        </p:spPr>
        <p:txBody>
          <a:bodyPr/>
          <a:lstStyle/>
          <a:p>
            <a:endParaRPr lang="en-US"/>
          </a:p>
        </p:txBody>
      </p:sp>
      <p:sp>
        <p:nvSpPr>
          <p:cNvPr id="24" name="Oval 23">
            <a:extLst>
              <a:ext uri="{FF2B5EF4-FFF2-40B4-BE49-F238E27FC236}">
                <a16:creationId xmlns:a16="http://schemas.microsoft.com/office/drawing/2014/main" id="{A9BBDDCF-0D8A-4F2A-A687-6AF551045BF9}"/>
              </a:ext>
            </a:extLst>
          </p:cNvPr>
          <p:cNvSpPr>
            <a:spLocks noGrp="1"/>
          </p:cNvSpPr>
          <p:nvPr/>
        </p:nvSpPr>
        <p:spPr>
          <a:xfrm>
            <a:off x="2476500" y="3286125"/>
            <a:ext cx="133350" cy="133350"/>
          </a:xfrm>
          <a:prstGeom prst="ellipse">
            <a:avLst/>
          </a:prstGeom>
          <a:solidFill>
            <a:srgbClr val="E85A33"/>
          </a:solidFill>
          <a:ln w="0">
            <a:noFill/>
          </a:ln>
        </p:spPr>
        <p:txBody>
          <a:bodyPr/>
          <a:lstStyle/>
          <a:p>
            <a:endParaRPr lang="en-US"/>
          </a:p>
        </p:txBody>
      </p:sp>
      <p:sp>
        <p:nvSpPr>
          <p:cNvPr id="25" name="Oval 24">
            <a:extLst>
              <a:ext uri="{FF2B5EF4-FFF2-40B4-BE49-F238E27FC236}">
                <a16:creationId xmlns:a16="http://schemas.microsoft.com/office/drawing/2014/main" id="{6A3011B7-91F9-4748-AAFE-B698B19F6EF9}"/>
              </a:ext>
            </a:extLst>
          </p:cNvPr>
          <p:cNvSpPr>
            <a:spLocks noGrp="1"/>
          </p:cNvSpPr>
          <p:nvPr/>
        </p:nvSpPr>
        <p:spPr>
          <a:xfrm>
            <a:off x="2905125" y="3714750"/>
            <a:ext cx="133350" cy="133350"/>
          </a:xfrm>
          <a:prstGeom prst="ellipse">
            <a:avLst/>
          </a:prstGeom>
          <a:solidFill>
            <a:srgbClr val="E85A33"/>
          </a:solidFill>
          <a:ln w="0">
            <a:noFill/>
          </a:ln>
        </p:spPr>
        <p:txBody>
          <a:bodyPr/>
          <a:lstStyle/>
          <a:p>
            <a:endParaRPr lang="en-US"/>
          </a:p>
        </p:txBody>
      </p:sp>
      <p:sp>
        <p:nvSpPr>
          <p:cNvPr id="26" name="Oval 25">
            <a:extLst>
              <a:ext uri="{FF2B5EF4-FFF2-40B4-BE49-F238E27FC236}">
                <a16:creationId xmlns:a16="http://schemas.microsoft.com/office/drawing/2014/main" id="{2770B228-F578-46D8-8F15-83985090B72E}"/>
              </a:ext>
            </a:extLst>
          </p:cNvPr>
          <p:cNvSpPr>
            <a:spLocks noGrp="1"/>
          </p:cNvSpPr>
          <p:nvPr/>
        </p:nvSpPr>
        <p:spPr>
          <a:xfrm>
            <a:off x="3333750" y="3429000"/>
            <a:ext cx="133350" cy="133350"/>
          </a:xfrm>
          <a:prstGeom prst="ellipse">
            <a:avLst/>
          </a:prstGeom>
          <a:solidFill>
            <a:srgbClr val="E85A33"/>
          </a:solidFill>
          <a:ln w="0">
            <a:noFill/>
          </a:ln>
        </p:spPr>
        <p:txBody>
          <a:bodyPr/>
          <a:lstStyle/>
          <a:p>
            <a:endParaRPr lang="en-US"/>
          </a:p>
        </p:txBody>
      </p:sp>
      <p:sp>
        <p:nvSpPr>
          <p:cNvPr id="27" name="Oval 26">
            <a:extLst>
              <a:ext uri="{FF2B5EF4-FFF2-40B4-BE49-F238E27FC236}">
                <a16:creationId xmlns:a16="http://schemas.microsoft.com/office/drawing/2014/main" id="{0079BEE2-A971-41AC-9DDA-5BBD88C616FF}"/>
              </a:ext>
            </a:extLst>
          </p:cNvPr>
          <p:cNvSpPr>
            <a:spLocks noGrp="1"/>
          </p:cNvSpPr>
          <p:nvPr/>
        </p:nvSpPr>
        <p:spPr>
          <a:xfrm>
            <a:off x="3762375" y="4000500"/>
            <a:ext cx="133350" cy="133350"/>
          </a:xfrm>
          <a:prstGeom prst="ellipse">
            <a:avLst/>
          </a:prstGeom>
          <a:solidFill>
            <a:srgbClr val="E85A33"/>
          </a:solidFill>
          <a:ln w="0">
            <a:noFill/>
          </a:ln>
        </p:spPr>
        <p:txBody>
          <a:bodyPr/>
          <a:lstStyle/>
          <a:p>
            <a:endParaRPr lang="en-US"/>
          </a:p>
        </p:txBody>
      </p:sp>
      <p:sp>
        <p:nvSpPr>
          <p:cNvPr id="28" name="Oval 27">
            <a:extLst>
              <a:ext uri="{FF2B5EF4-FFF2-40B4-BE49-F238E27FC236}">
                <a16:creationId xmlns:a16="http://schemas.microsoft.com/office/drawing/2014/main" id="{9C143CD2-9401-4D7D-9638-9F997305EC76}"/>
              </a:ext>
            </a:extLst>
          </p:cNvPr>
          <p:cNvSpPr>
            <a:spLocks noGrp="1"/>
          </p:cNvSpPr>
          <p:nvPr/>
        </p:nvSpPr>
        <p:spPr>
          <a:xfrm>
            <a:off x="4238625" y="3810000"/>
            <a:ext cx="133350" cy="133350"/>
          </a:xfrm>
          <a:prstGeom prst="ellipse">
            <a:avLst/>
          </a:prstGeom>
          <a:solidFill>
            <a:srgbClr val="E85A33"/>
          </a:solidFill>
          <a:ln w="0">
            <a:noFill/>
          </a:ln>
        </p:spPr>
        <p:txBody>
          <a:bodyPr/>
          <a:lstStyle/>
          <a:p>
            <a:endParaRPr lang="en-US"/>
          </a:p>
        </p:txBody>
      </p:sp>
      <p:sp>
        <p:nvSpPr>
          <p:cNvPr id="29" name="Oval 28">
            <a:extLst>
              <a:ext uri="{FF2B5EF4-FFF2-40B4-BE49-F238E27FC236}">
                <a16:creationId xmlns:a16="http://schemas.microsoft.com/office/drawing/2014/main" id="{549C72CE-DD42-4E64-8CF6-819EA6542AAB}"/>
              </a:ext>
            </a:extLst>
          </p:cNvPr>
          <p:cNvSpPr>
            <a:spLocks noGrp="1"/>
          </p:cNvSpPr>
          <p:nvPr/>
        </p:nvSpPr>
        <p:spPr>
          <a:xfrm>
            <a:off x="4667250" y="4381500"/>
            <a:ext cx="133350" cy="133350"/>
          </a:xfrm>
          <a:prstGeom prst="ellipse">
            <a:avLst/>
          </a:prstGeom>
          <a:solidFill>
            <a:srgbClr val="E85A33"/>
          </a:solidFill>
          <a:ln w="0">
            <a:noFill/>
          </a:ln>
        </p:spPr>
        <p:txBody>
          <a:bodyPr/>
          <a:lstStyle/>
          <a:p>
            <a:endParaRPr lang="en-US"/>
          </a:p>
        </p:txBody>
      </p:sp>
      <p:sp>
        <p:nvSpPr>
          <p:cNvPr id="30" name="Oval 29">
            <a:extLst>
              <a:ext uri="{FF2B5EF4-FFF2-40B4-BE49-F238E27FC236}">
                <a16:creationId xmlns:a16="http://schemas.microsoft.com/office/drawing/2014/main" id="{05A853F1-C4AD-4254-B5E1-365FF34457B0}"/>
              </a:ext>
            </a:extLst>
          </p:cNvPr>
          <p:cNvSpPr>
            <a:spLocks noGrp="1"/>
          </p:cNvSpPr>
          <p:nvPr/>
        </p:nvSpPr>
        <p:spPr>
          <a:xfrm>
            <a:off x="5048250" y="4238625"/>
            <a:ext cx="133350" cy="133350"/>
          </a:xfrm>
          <a:prstGeom prst="ellipse">
            <a:avLst/>
          </a:prstGeom>
          <a:solidFill>
            <a:srgbClr val="E85A33"/>
          </a:solidFill>
          <a:ln w="0">
            <a:noFill/>
          </a:ln>
        </p:spPr>
        <p:txBody>
          <a:bodyPr/>
          <a:lstStyle/>
          <a:p>
            <a:endParaRPr lang="en-US"/>
          </a:p>
        </p:txBody>
      </p:sp>
      <p:sp>
        <p:nvSpPr>
          <p:cNvPr id="31" name="Straight Connector 30">
            <a:extLst>
              <a:ext uri="{FF2B5EF4-FFF2-40B4-BE49-F238E27FC236}">
                <a16:creationId xmlns:a16="http://schemas.microsoft.com/office/drawing/2014/main" id="{BD2B0CA7-DA7E-40E7-8AB7-D61F3EAEA37B}"/>
              </a:ext>
            </a:extLst>
          </p:cNvPr>
          <p:cNvSpPr>
            <a:spLocks noGrp="1"/>
          </p:cNvSpPr>
          <p:nvPr/>
        </p:nvSpPr>
        <p:spPr>
          <a:xfrm flipV="1">
            <a:off x="1571625" y="3143250"/>
            <a:ext cx="3476625" cy="1285875"/>
          </a:xfrm>
          <a:prstGeom prst="line">
            <a:avLst/>
          </a:prstGeom>
          <a:noFill/>
          <a:ln w="28575">
            <a:solidFill>
              <a:srgbClr val="262626"/>
            </a:solidFill>
          </a:ln>
        </p:spPr>
        <p:txBody>
          <a:bodyPr/>
          <a:lstStyle/>
          <a:p>
            <a:endParaRPr lang="en-US"/>
          </a:p>
        </p:txBody>
      </p:sp>
      <p:sp>
        <p:nvSpPr>
          <p:cNvPr id="32" name="Oval 31">
            <a:extLst>
              <a:ext uri="{FF2B5EF4-FFF2-40B4-BE49-F238E27FC236}">
                <a16:creationId xmlns:a16="http://schemas.microsoft.com/office/drawing/2014/main" id="{6BD01C18-D805-448F-B281-64468C2AA974}"/>
              </a:ext>
            </a:extLst>
          </p:cNvPr>
          <p:cNvSpPr>
            <a:spLocks noGrp="1"/>
          </p:cNvSpPr>
          <p:nvPr/>
        </p:nvSpPr>
        <p:spPr>
          <a:xfrm>
            <a:off x="6953250" y="4524375"/>
            <a:ext cx="133350" cy="133350"/>
          </a:xfrm>
          <a:prstGeom prst="ellipse">
            <a:avLst/>
          </a:prstGeom>
          <a:solidFill>
            <a:srgbClr val="7457C8"/>
          </a:solidFill>
          <a:ln w="0">
            <a:noFill/>
          </a:ln>
        </p:spPr>
        <p:txBody>
          <a:bodyPr/>
          <a:lstStyle/>
          <a:p>
            <a:endParaRPr lang="en-US"/>
          </a:p>
        </p:txBody>
      </p:sp>
      <p:sp>
        <p:nvSpPr>
          <p:cNvPr id="33" name="Oval 32">
            <a:extLst>
              <a:ext uri="{FF2B5EF4-FFF2-40B4-BE49-F238E27FC236}">
                <a16:creationId xmlns:a16="http://schemas.microsoft.com/office/drawing/2014/main" id="{11F46649-90B6-442C-A73D-5E42BD6B8AD4}"/>
              </a:ext>
            </a:extLst>
          </p:cNvPr>
          <p:cNvSpPr>
            <a:spLocks noGrp="1"/>
          </p:cNvSpPr>
          <p:nvPr/>
        </p:nvSpPr>
        <p:spPr>
          <a:xfrm>
            <a:off x="7429500" y="4267200"/>
            <a:ext cx="133350" cy="133350"/>
          </a:xfrm>
          <a:prstGeom prst="ellipse">
            <a:avLst/>
          </a:prstGeom>
          <a:solidFill>
            <a:srgbClr val="7457C8"/>
          </a:solidFill>
          <a:ln w="0">
            <a:noFill/>
          </a:ln>
        </p:spPr>
        <p:txBody>
          <a:bodyPr/>
          <a:lstStyle/>
          <a:p>
            <a:endParaRPr lang="en-US"/>
          </a:p>
        </p:txBody>
      </p:sp>
      <p:sp>
        <p:nvSpPr>
          <p:cNvPr id="34" name="Oval 33">
            <a:extLst>
              <a:ext uri="{FF2B5EF4-FFF2-40B4-BE49-F238E27FC236}">
                <a16:creationId xmlns:a16="http://schemas.microsoft.com/office/drawing/2014/main" id="{9245D8CC-41C5-4EC9-86B9-B97B54D7D3DD}"/>
              </a:ext>
            </a:extLst>
          </p:cNvPr>
          <p:cNvSpPr>
            <a:spLocks noGrp="1"/>
          </p:cNvSpPr>
          <p:nvPr/>
        </p:nvSpPr>
        <p:spPr>
          <a:xfrm>
            <a:off x="7905750" y="4095750"/>
            <a:ext cx="133350" cy="133350"/>
          </a:xfrm>
          <a:prstGeom prst="ellipse">
            <a:avLst/>
          </a:prstGeom>
          <a:solidFill>
            <a:srgbClr val="7457C8"/>
          </a:solidFill>
          <a:ln w="0">
            <a:noFill/>
          </a:ln>
        </p:spPr>
        <p:txBody>
          <a:bodyPr/>
          <a:lstStyle/>
          <a:p>
            <a:endParaRPr lang="en-US"/>
          </a:p>
        </p:txBody>
      </p:sp>
      <p:sp>
        <p:nvSpPr>
          <p:cNvPr id="35" name="Oval 34">
            <a:extLst>
              <a:ext uri="{FF2B5EF4-FFF2-40B4-BE49-F238E27FC236}">
                <a16:creationId xmlns:a16="http://schemas.microsoft.com/office/drawing/2014/main" id="{8F5BB601-29E1-472B-AF54-10072E11BA94}"/>
              </a:ext>
            </a:extLst>
          </p:cNvPr>
          <p:cNvSpPr>
            <a:spLocks noGrp="1"/>
          </p:cNvSpPr>
          <p:nvPr/>
        </p:nvSpPr>
        <p:spPr>
          <a:xfrm>
            <a:off x="8382000" y="3733800"/>
            <a:ext cx="133350" cy="133350"/>
          </a:xfrm>
          <a:prstGeom prst="ellipse">
            <a:avLst/>
          </a:prstGeom>
          <a:solidFill>
            <a:srgbClr val="7457C8"/>
          </a:solidFill>
          <a:ln w="0">
            <a:noFill/>
          </a:ln>
        </p:spPr>
        <p:txBody>
          <a:bodyPr/>
          <a:lstStyle/>
          <a:p>
            <a:endParaRPr lang="en-US"/>
          </a:p>
        </p:txBody>
      </p:sp>
      <p:sp>
        <p:nvSpPr>
          <p:cNvPr id="36" name="Oval 35">
            <a:extLst>
              <a:ext uri="{FF2B5EF4-FFF2-40B4-BE49-F238E27FC236}">
                <a16:creationId xmlns:a16="http://schemas.microsoft.com/office/drawing/2014/main" id="{2D40627D-E965-44E7-B654-312CD481DC38}"/>
              </a:ext>
            </a:extLst>
          </p:cNvPr>
          <p:cNvSpPr>
            <a:spLocks noGrp="1"/>
          </p:cNvSpPr>
          <p:nvPr/>
        </p:nvSpPr>
        <p:spPr>
          <a:xfrm>
            <a:off x="8858250" y="3571875"/>
            <a:ext cx="133350" cy="133350"/>
          </a:xfrm>
          <a:prstGeom prst="ellipse">
            <a:avLst/>
          </a:prstGeom>
          <a:solidFill>
            <a:srgbClr val="7457C8"/>
          </a:solidFill>
          <a:ln w="0">
            <a:noFill/>
          </a:ln>
        </p:spPr>
        <p:txBody>
          <a:bodyPr/>
          <a:lstStyle/>
          <a:p>
            <a:endParaRPr lang="en-US"/>
          </a:p>
        </p:txBody>
      </p:sp>
      <p:sp>
        <p:nvSpPr>
          <p:cNvPr id="37" name="Oval 36">
            <a:extLst>
              <a:ext uri="{FF2B5EF4-FFF2-40B4-BE49-F238E27FC236}">
                <a16:creationId xmlns:a16="http://schemas.microsoft.com/office/drawing/2014/main" id="{FB0DA6CB-AD1A-4EB4-9FC7-D1583BE35858}"/>
              </a:ext>
            </a:extLst>
          </p:cNvPr>
          <p:cNvSpPr>
            <a:spLocks noGrp="1"/>
          </p:cNvSpPr>
          <p:nvPr/>
        </p:nvSpPr>
        <p:spPr>
          <a:xfrm>
            <a:off x="9334500" y="3333750"/>
            <a:ext cx="133350" cy="133350"/>
          </a:xfrm>
          <a:prstGeom prst="ellipse">
            <a:avLst/>
          </a:prstGeom>
          <a:solidFill>
            <a:srgbClr val="7457C8"/>
          </a:solidFill>
          <a:ln w="0">
            <a:noFill/>
          </a:ln>
        </p:spPr>
        <p:txBody>
          <a:bodyPr/>
          <a:lstStyle/>
          <a:p>
            <a:endParaRPr lang="en-US"/>
          </a:p>
        </p:txBody>
      </p:sp>
      <p:sp>
        <p:nvSpPr>
          <p:cNvPr id="38" name="Oval 37">
            <a:extLst>
              <a:ext uri="{FF2B5EF4-FFF2-40B4-BE49-F238E27FC236}">
                <a16:creationId xmlns:a16="http://schemas.microsoft.com/office/drawing/2014/main" id="{82D6DA1F-4E33-4A29-9CDA-F706E7E0D5D3}"/>
              </a:ext>
            </a:extLst>
          </p:cNvPr>
          <p:cNvSpPr>
            <a:spLocks noGrp="1"/>
          </p:cNvSpPr>
          <p:nvPr/>
        </p:nvSpPr>
        <p:spPr>
          <a:xfrm>
            <a:off x="9858375" y="3048000"/>
            <a:ext cx="133350" cy="133350"/>
          </a:xfrm>
          <a:prstGeom prst="ellipse">
            <a:avLst/>
          </a:prstGeom>
          <a:solidFill>
            <a:srgbClr val="7457C8"/>
          </a:solidFill>
          <a:ln w="0">
            <a:noFill/>
          </a:ln>
        </p:spPr>
        <p:txBody>
          <a:bodyPr/>
          <a:lstStyle/>
          <a:p>
            <a:endParaRPr lang="en-US"/>
          </a:p>
        </p:txBody>
      </p:sp>
      <p:sp>
        <p:nvSpPr>
          <p:cNvPr id="39" name="Oval 38">
            <a:extLst>
              <a:ext uri="{FF2B5EF4-FFF2-40B4-BE49-F238E27FC236}">
                <a16:creationId xmlns:a16="http://schemas.microsoft.com/office/drawing/2014/main" id="{673CC0A6-24DC-4EB9-8102-5660FD94FA80}"/>
              </a:ext>
            </a:extLst>
          </p:cNvPr>
          <p:cNvSpPr>
            <a:spLocks noGrp="1"/>
          </p:cNvSpPr>
          <p:nvPr/>
        </p:nvSpPr>
        <p:spPr>
          <a:xfrm>
            <a:off x="10334625" y="2905125"/>
            <a:ext cx="133350" cy="133350"/>
          </a:xfrm>
          <a:prstGeom prst="ellipse">
            <a:avLst/>
          </a:prstGeom>
          <a:solidFill>
            <a:srgbClr val="7457C8"/>
          </a:solidFill>
          <a:ln w="0">
            <a:noFill/>
          </a:ln>
        </p:spPr>
        <p:txBody>
          <a:bodyPr/>
          <a:lstStyle/>
          <a:p>
            <a:endParaRPr lang="en-US"/>
          </a:p>
        </p:txBody>
      </p:sp>
      <p:sp>
        <p:nvSpPr>
          <p:cNvPr id="40" name="Straight Connector 39">
            <a:extLst>
              <a:ext uri="{FF2B5EF4-FFF2-40B4-BE49-F238E27FC236}">
                <a16:creationId xmlns:a16="http://schemas.microsoft.com/office/drawing/2014/main" id="{C952C5A1-9795-40FB-B104-AE4F9195A261}"/>
              </a:ext>
            </a:extLst>
          </p:cNvPr>
          <p:cNvSpPr>
            <a:spLocks noGrp="1"/>
          </p:cNvSpPr>
          <p:nvPr/>
        </p:nvSpPr>
        <p:spPr>
          <a:xfrm flipV="1">
            <a:off x="6905625" y="2762250"/>
            <a:ext cx="3571875" cy="1857375"/>
          </a:xfrm>
          <a:prstGeom prst="line">
            <a:avLst/>
          </a:prstGeom>
          <a:noFill/>
          <a:ln w="28575">
            <a:solidFill>
              <a:srgbClr val="E85A33"/>
            </a:solidFill>
          </a:ln>
        </p:spPr>
        <p:txBody>
          <a:bodyPr/>
          <a:lstStyle/>
          <a:p>
            <a:endParaRPr lang="en-US"/>
          </a:p>
        </p:txBody>
      </p:sp>
      <p:sp>
        <p:nvSpPr>
          <p:cNvPr id="41" name="Editable text">
            <a:extLst>
              <a:ext uri="{FF2B5EF4-FFF2-40B4-BE49-F238E27FC236}">
                <a16:creationId xmlns:a16="http://schemas.microsoft.com/office/drawing/2014/main" id="{A654F624-DC5B-4C19-BDF2-3B8C032E0F76}"/>
              </a:ext>
            </a:extLst>
          </p:cNvPr>
          <p:cNvSpPr>
            <a:spLocks noGrp="1"/>
          </p:cNvSpPr>
          <p:nvPr/>
        </p:nvSpPr>
        <p:spPr>
          <a:xfrm>
            <a:off x="2857500" y="5095875"/>
            <a:ext cx="1143000" cy="285750"/>
          </a:xfrm>
          <a:prstGeom prst="rect">
            <a:avLst/>
          </a:prstGeom>
          <a:noFill/>
          <a:ln w="0">
            <a:noFill/>
          </a:ln>
        </p:spPr>
        <p:txBody>
          <a:bodyPr anchor="ctr"/>
          <a:lstStyle/>
          <a:p>
            <a:pPr algn="ctr">
              <a:defRPr sz="1275" b="0">
                <a:solidFill>
                  <a:srgbClr val="5E6875"/>
                </a:solidFill>
              </a:defRPr>
            </a:pPr>
            <a:r>
              <a:rPr sz="1275" b="0">
                <a:solidFill>
                  <a:srgbClr val="5E6875"/>
                </a:solidFill>
              </a:rPr>
              <a:t>category</a:t>
            </a:r>
          </a:p>
        </p:txBody>
      </p:sp>
      <p:sp>
        <p:nvSpPr>
          <p:cNvPr id="42" name="Editable text">
            <a:extLst>
              <a:ext uri="{FF2B5EF4-FFF2-40B4-BE49-F238E27FC236}">
                <a16:creationId xmlns:a16="http://schemas.microsoft.com/office/drawing/2014/main" id="{CA97A486-F3CB-40AF-91B9-64DABA3D3985}"/>
              </a:ext>
            </a:extLst>
          </p:cNvPr>
          <p:cNvSpPr>
            <a:spLocks noGrp="1"/>
          </p:cNvSpPr>
          <p:nvPr/>
        </p:nvSpPr>
        <p:spPr>
          <a:xfrm>
            <a:off x="8048625" y="5095875"/>
            <a:ext cx="1714500" cy="285750"/>
          </a:xfrm>
          <a:prstGeom prst="rect">
            <a:avLst/>
          </a:prstGeom>
          <a:noFill/>
          <a:ln w="0">
            <a:noFill/>
          </a:ln>
        </p:spPr>
        <p:txBody>
          <a:bodyPr anchor="ctr"/>
          <a:lstStyle/>
          <a:p>
            <a:pPr algn="ctr">
              <a:defRPr sz="1275" b="0">
                <a:solidFill>
                  <a:srgbClr val="5E6875"/>
                </a:solidFill>
              </a:defRPr>
            </a:pPr>
            <a:r>
              <a:rPr sz="1275" b="0">
                <a:solidFill>
                  <a:srgbClr val="5E6875"/>
                </a:solidFill>
              </a:rPr>
              <a:t>continuous value</a:t>
            </a:r>
          </a:p>
        </p:txBody>
      </p:sp>
      <p:sp>
        <p:nvSpPr>
          <p:cNvPr id="43" name="Editable box: Classification predicts a class; regression predicts a numeric value.">
            <a:extLst>
              <a:ext uri="{FF2B5EF4-FFF2-40B4-BE49-F238E27FC236}">
                <a16:creationId xmlns:a16="http://schemas.microsoft.com/office/drawing/2014/main" id="{735A3FE4-0CB8-4853-A88A-F28D6C31E901}"/>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Classification predicts a class; regression predicts a numeric value.</a:t>
            </a:r>
          </a:p>
        </p:txBody>
      </p:sp>
    </p:spTree>
    <p:extLst>
      <p:ext uri="{BB962C8B-B14F-4D97-AF65-F5344CB8AC3E}">
        <p14:creationId xmlns:p14="http://schemas.microsoft.com/office/powerpoint/2010/main" val="3375951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Deep Learning Learned Patterns from Data</a:t>
            </a:r>
          </a:p>
        </p:txBody>
      </p:sp>
      <p:sp>
        <p:nvSpPr>
          <p:cNvPr id="13" name="Restored content rail">
            <a:extLst>
              <a:ext uri="{FF2B5EF4-FFF2-40B4-BE49-F238E27FC236}">
                <a16:creationId xmlns:a16="http://schemas.microsoft.com/office/drawing/2014/main" id="{5B65B5A2-325B-4760-A68B-7C42E53FEC68}"/>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5D7734AF-72C4-455C-89C4-E9C771667179}"/>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From roughly 2012 to 2017, multi-layer neural networks shifted AI from hand-coded rules to learned representations.</a:t>
            </a:r>
          </a:p>
        </p:txBody>
      </p:sp>
      <p:sp>
        <p:nvSpPr>
          <p:cNvPr id="15" name="Two-column divider">
            <a:extLst>
              <a:ext uri="{FF2B5EF4-FFF2-40B4-BE49-F238E27FC236}">
                <a16:creationId xmlns:a16="http://schemas.microsoft.com/office/drawing/2014/main" id="{422373EB-88FE-47AD-B350-C9139D5438FA}"/>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8C3D8B49-EBE2-46C9-8E97-F5BAF1106DE6}"/>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Core paradigm</a:t>
            </a:r>
          </a:p>
        </p:txBody>
      </p:sp>
      <p:sp>
        <p:nvSpPr>
          <p:cNvPr id="17" name="Restored right heading">
            <a:extLst>
              <a:ext uri="{FF2B5EF4-FFF2-40B4-BE49-F238E27FC236}">
                <a16:creationId xmlns:a16="http://schemas.microsoft.com/office/drawing/2014/main" id="{BB7C000F-E1FE-4BD6-8145-DFCC37CA1822}"/>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Key enablers</a:t>
            </a:r>
          </a:p>
        </p:txBody>
      </p:sp>
      <p:sp>
        <p:nvSpPr>
          <p:cNvPr id="18" name="Restored left bullets">
            <a:extLst>
              <a:ext uri="{FF2B5EF4-FFF2-40B4-BE49-F238E27FC236}">
                <a16:creationId xmlns:a16="http://schemas.microsoft.com/office/drawing/2014/main" id="{86AD4F94-E58F-4FD8-ADD1-801E15E10213}"/>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Many layers extract increasingly complex features.</a:t>
            </a:r>
          </a:p>
          <a:p>
            <a:pPr marL="24" indent="-15">
              <a:spcAft>
                <a:spcPts val="9"/>
              </a:spcAft>
              <a:buChar char="•"/>
              <a:defRPr sz="1800"/>
            </a:pPr>
            <a:r>
              <a:rPr sz="2000">
                <a:solidFill>
                  <a:srgbClr val="262626"/>
                </a:solidFill>
                <a:latin typeface="Calibri"/>
                <a:ea typeface="Calibri"/>
                <a:cs typeface="Calibri"/>
              </a:rPr>
              <a:t> The objective is usually discriminative: identify, classify, or predict.</a:t>
            </a:r>
          </a:p>
          <a:p>
            <a:pPr marL="24" indent="-15">
              <a:spcAft>
                <a:spcPts val="9"/>
              </a:spcAft>
              <a:buChar char="•"/>
              <a:defRPr sz="1800"/>
            </a:pPr>
            <a:r>
              <a:rPr sz="2000">
                <a:solidFill>
                  <a:srgbClr val="262626"/>
                </a:solidFill>
                <a:latin typeface="Calibri"/>
                <a:ea typeface="Calibri"/>
                <a:cs typeface="Calibri"/>
              </a:rPr>
              <a:t> Examples include facial recognition, forecasting, and medical imaging.</a:t>
            </a:r>
          </a:p>
        </p:txBody>
      </p:sp>
      <p:sp>
        <p:nvSpPr>
          <p:cNvPr id="19" name="Restored right bullets">
            <a:extLst>
              <a:ext uri="{FF2B5EF4-FFF2-40B4-BE49-F238E27FC236}">
                <a16:creationId xmlns:a16="http://schemas.microsoft.com/office/drawing/2014/main" id="{02724A28-E0C0-43C1-9A48-7BAFE7625561}"/>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Big data supplied diverse examples for training.</a:t>
            </a:r>
          </a:p>
          <a:p>
            <a:pPr marL="24" indent="-15">
              <a:spcAft>
                <a:spcPts val="9"/>
              </a:spcAft>
              <a:buChar char="•"/>
              <a:defRPr sz="1800"/>
            </a:pPr>
            <a:r>
              <a:rPr sz="2000">
                <a:solidFill>
                  <a:srgbClr val="262626"/>
                </a:solidFill>
                <a:latin typeface="Calibri"/>
                <a:ea typeface="Calibri"/>
                <a:cs typeface="Calibri"/>
              </a:rPr>
              <a:t> GPUs made large-scale parallel computation practical.</a:t>
            </a:r>
          </a:p>
          <a:p>
            <a:pPr marL="24" indent="-15">
              <a:spcAft>
                <a:spcPts val="9"/>
              </a:spcAft>
              <a:buChar char="•"/>
              <a:defRPr sz="1800"/>
            </a:pPr>
            <a:r>
              <a:rPr sz="2000">
                <a:solidFill>
                  <a:srgbClr val="262626"/>
                </a:solidFill>
                <a:latin typeface="Calibri"/>
                <a:ea typeface="Calibri"/>
                <a:cs typeface="Calibri"/>
              </a:rPr>
              <a:t> Improved optimization and architectures stabilized training.</a:t>
            </a:r>
          </a:p>
        </p:txBody>
      </p:sp>
      <p:sp>
        <p:nvSpPr>
          <p:cNvPr id="20" name="Restored takeaway background">
            <a:extLst>
              <a:ext uri="{FF2B5EF4-FFF2-40B4-BE49-F238E27FC236}">
                <a16:creationId xmlns:a16="http://schemas.microsoft.com/office/drawing/2014/main" id="{8BB1A877-0C49-49A8-8797-1FD05FC830CD}"/>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18FFE74D-9F8E-4076-A584-A3F5AB090C6B}"/>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Deep learning reduced the need for explicit feature engineering, but increased dependence on data and compute.</a:t>
            </a:r>
          </a:p>
        </p:txBody>
      </p:sp>
    </p:spTree>
    <p:extLst>
      <p:ext uri="{BB962C8B-B14F-4D97-AF65-F5344CB8AC3E}">
        <p14:creationId xmlns:p14="http://schemas.microsoft.com/office/powerpoint/2010/main" val="4055612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Deep Learning Made Representation Learning Practical</a:t>
            </a:r>
          </a:p>
        </p:txBody>
      </p:sp>
      <p:sp>
        <p:nvSpPr>
          <p:cNvPr id="13" name="Restored content rail">
            <a:extLst>
              <a:ext uri="{FF2B5EF4-FFF2-40B4-BE49-F238E27FC236}">
                <a16:creationId xmlns:a16="http://schemas.microsoft.com/office/drawing/2014/main" id="{5B65B5A2-325B-4760-A68B-7C42E53FEC68}"/>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5D7734AF-72C4-455C-89C4-E9C771667179}"/>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Multi-layer networks learned features directly from large datasets, reducing manual feature engineering.</a:t>
            </a:r>
          </a:p>
        </p:txBody>
      </p:sp>
      <p:sp>
        <p:nvSpPr>
          <p:cNvPr id="15" name="Two-column divider">
            <a:extLst>
              <a:ext uri="{FF2B5EF4-FFF2-40B4-BE49-F238E27FC236}">
                <a16:creationId xmlns:a16="http://schemas.microsoft.com/office/drawing/2014/main" id="{422373EB-88FE-47AD-B350-C9139D5438FA}"/>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8C3D8B49-EBE2-46C9-8E97-F5BAF1106DE6}"/>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Where it excelled</a:t>
            </a:r>
          </a:p>
        </p:txBody>
      </p:sp>
      <p:sp>
        <p:nvSpPr>
          <p:cNvPr id="17" name="Restored right heading">
            <a:extLst>
              <a:ext uri="{FF2B5EF4-FFF2-40B4-BE49-F238E27FC236}">
                <a16:creationId xmlns:a16="http://schemas.microsoft.com/office/drawing/2014/main" id="{BB7C000F-E1FE-4BD6-8145-DFCC37CA1822}"/>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What made it possible</a:t>
            </a:r>
          </a:p>
        </p:txBody>
      </p:sp>
      <p:sp>
        <p:nvSpPr>
          <p:cNvPr id="18" name="Restored left bullets">
            <a:extLst>
              <a:ext uri="{FF2B5EF4-FFF2-40B4-BE49-F238E27FC236}">
                <a16:creationId xmlns:a16="http://schemas.microsoft.com/office/drawing/2014/main" id="{86AD4F94-E58F-4FD8-ADD1-801E15E10213}"/>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Vision, speech, and language</a:t>
            </a:r>
          </a:p>
          <a:p>
            <a:pPr marL="24" indent="-15">
              <a:spcAft>
                <a:spcPts val="9"/>
              </a:spcAft>
              <a:buChar char="•"/>
              <a:defRPr sz="1800"/>
            </a:pPr>
            <a:r>
              <a:rPr sz="2000">
                <a:solidFill>
                  <a:srgbClr val="262626"/>
                </a:solidFill>
                <a:latin typeface="Calibri"/>
                <a:ea typeface="Calibri"/>
                <a:cs typeface="Calibri"/>
              </a:rPr>
              <a:t> Classification and prediction at scale</a:t>
            </a:r>
          </a:p>
          <a:p>
            <a:pPr marL="24" indent="-15">
              <a:spcAft>
                <a:spcPts val="9"/>
              </a:spcAft>
              <a:buChar char="•"/>
              <a:defRPr sz="1800"/>
            </a:pPr>
            <a:r>
              <a:rPr sz="2000">
                <a:solidFill>
                  <a:srgbClr val="262626"/>
                </a:solidFill>
                <a:latin typeface="Calibri"/>
                <a:ea typeface="Calibri"/>
                <a:cs typeface="Calibri"/>
              </a:rPr>
              <a:t> Unstructured data with complex patterns</a:t>
            </a:r>
          </a:p>
        </p:txBody>
      </p:sp>
      <p:sp>
        <p:nvSpPr>
          <p:cNvPr id="19" name="Restored right bullets">
            <a:extLst>
              <a:ext uri="{FF2B5EF4-FFF2-40B4-BE49-F238E27FC236}">
                <a16:creationId xmlns:a16="http://schemas.microsoft.com/office/drawing/2014/main" id="{02724A28-E0C0-43C1-9A48-7BAFE7625561}"/>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GPUs and distributed compute</a:t>
            </a:r>
          </a:p>
          <a:p>
            <a:pPr marL="24" indent="-15">
              <a:spcAft>
                <a:spcPts val="9"/>
              </a:spcAft>
              <a:buChar char="•"/>
              <a:defRPr sz="1800"/>
            </a:pPr>
            <a:r>
              <a:rPr sz="2000">
                <a:solidFill>
                  <a:srgbClr val="262626"/>
                </a:solidFill>
                <a:latin typeface="Calibri"/>
                <a:ea typeface="Calibri"/>
                <a:cs typeface="Calibri"/>
              </a:rPr>
              <a:t> Large labeled and unlabeled datasets</a:t>
            </a:r>
          </a:p>
          <a:p>
            <a:pPr marL="24" indent="-15">
              <a:spcAft>
                <a:spcPts val="9"/>
              </a:spcAft>
              <a:buChar char="•"/>
              <a:defRPr sz="1800"/>
            </a:pPr>
            <a:r>
              <a:rPr sz="2000">
                <a:solidFill>
                  <a:srgbClr val="262626"/>
                </a:solidFill>
                <a:latin typeface="Calibri"/>
                <a:ea typeface="Calibri"/>
                <a:cs typeface="Calibri"/>
              </a:rPr>
              <a:t> Better activations, regularization, and architectures</a:t>
            </a:r>
          </a:p>
        </p:txBody>
      </p:sp>
      <p:sp>
        <p:nvSpPr>
          <p:cNvPr id="20" name="Restored takeaway background">
            <a:extLst>
              <a:ext uri="{FF2B5EF4-FFF2-40B4-BE49-F238E27FC236}">
                <a16:creationId xmlns:a16="http://schemas.microsoft.com/office/drawing/2014/main" id="{8BB1A877-0C49-49A8-8797-1FD05FC830CD}"/>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18FFE74D-9F8E-4076-A584-A3F5AB090C6B}"/>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Deep learning scaled perception by learning representations and task behavior together.</a:t>
            </a:r>
          </a:p>
        </p:txBody>
      </p:sp>
    </p:spTree>
    <p:extLst>
      <p:ext uri="{BB962C8B-B14F-4D97-AF65-F5344CB8AC3E}">
        <p14:creationId xmlns:p14="http://schemas.microsoft.com/office/powerpoint/2010/main" val="4036423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AlexNet Proved Deep Learning at Scale</a:t>
            </a:r>
          </a:p>
        </p:txBody>
      </p:sp>
      <p:sp>
        <p:nvSpPr>
          <p:cNvPr id="5" name="Editable content rail">
            <a:extLst>
              <a:ext uri="{FF2B5EF4-FFF2-40B4-BE49-F238E27FC236}">
                <a16:creationId xmlns:a16="http://schemas.microsoft.com/office/drawing/2014/main" id="{07320439-F78C-4B22-97A7-A2FDDF2D130B}"/>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277A80BF-F410-4D66-9C8D-D425ACACEEAF}"/>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AlexNet combined scale, GPU training, and a deeper convolutional architecture.</a:t>
            </a:r>
          </a:p>
        </p:txBody>
      </p:sp>
      <p:sp>
        <p:nvSpPr>
          <p:cNvPr id="7" name="Editable box: Image&#10;224×224">
            <a:extLst>
              <a:ext uri="{FF2B5EF4-FFF2-40B4-BE49-F238E27FC236}">
                <a16:creationId xmlns:a16="http://schemas.microsoft.com/office/drawing/2014/main" id="{6135F6DF-7E98-4EF5-8DE4-555AD8837133}"/>
              </a:ext>
            </a:extLst>
          </p:cNvPr>
          <p:cNvSpPr>
            <a:spLocks noGrp="1"/>
          </p:cNvSpPr>
          <p:nvPr/>
        </p:nvSpPr>
        <p:spPr>
          <a:xfrm>
            <a:off x="952500" y="2762250"/>
            <a:ext cx="146050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Image</a:t>
            </a:r>
          </a:p>
          <a:p>
            <a:pPr algn="ctr">
              <a:defRPr sz="1500" b="1">
                <a:solidFill>
                  <a:srgbClr val="262626"/>
                </a:solidFill>
              </a:defRPr>
            </a:pPr>
            <a:r>
              <a:rPr sz="1500" b="1">
                <a:solidFill>
                  <a:srgbClr val="262626"/>
                </a:solidFill>
              </a:rPr>
              <a:t>224×224</a:t>
            </a:r>
          </a:p>
        </p:txBody>
      </p:sp>
      <p:sp>
        <p:nvSpPr>
          <p:cNvPr id="8" name="Editable box: Conv + ReLU">
            <a:extLst>
              <a:ext uri="{FF2B5EF4-FFF2-40B4-BE49-F238E27FC236}">
                <a16:creationId xmlns:a16="http://schemas.microsoft.com/office/drawing/2014/main" id="{CE1A1FE8-24CD-4E84-8467-3A8991A98EEA}"/>
              </a:ext>
            </a:extLst>
          </p:cNvPr>
          <p:cNvSpPr>
            <a:spLocks noGrp="1"/>
          </p:cNvSpPr>
          <p:nvPr/>
        </p:nvSpPr>
        <p:spPr>
          <a:xfrm>
            <a:off x="2717800" y="2762250"/>
            <a:ext cx="146050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Conv + ReLU</a:t>
            </a:r>
          </a:p>
        </p:txBody>
      </p:sp>
      <p:sp>
        <p:nvSpPr>
          <p:cNvPr id="9" name="Editable box: Pooling">
            <a:extLst>
              <a:ext uri="{FF2B5EF4-FFF2-40B4-BE49-F238E27FC236}">
                <a16:creationId xmlns:a16="http://schemas.microsoft.com/office/drawing/2014/main" id="{93DCD666-CB3C-4C71-B4D1-A76F28927311}"/>
              </a:ext>
            </a:extLst>
          </p:cNvPr>
          <p:cNvSpPr>
            <a:spLocks noGrp="1"/>
          </p:cNvSpPr>
          <p:nvPr/>
        </p:nvSpPr>
        <p:spPr>
          <a:xfrm>
            <a:off x="4483100" y="2762250"/>
            <a:ext cx="146050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Pooling</a:t>
            </a:r>
          </a:p>
        </p:txBody>
      </p:sp>
      <p:sp>
        <p:nvSpPr>
          <p:cNvPr id="10" name="Editable box: Conv blocks">
            <a:extLst>
              <a:ext uri="{FF2B5EF4-FFF2-40B4-BE49-F238E27FC236}">
                <a16:creationId xmlns:a16="http://schemas.microsoft.com/office/drawing/2014/main" id="{C46C5929-2F06-4216-A8A8-4EF80ED059AF}"/>
              </a:ext>
            </a:extLst>
          </p:cNvPr>
          <p:cNvSpPr>
            <a:spLocks noGrp="1"/>
          </p:cNvSpPr>
          <p:nvPr/>
        </p:nvSpPr>
        <p:spPr>
          <a:xfrm>
            <a:off x="6248400" y="2762250"/>
            <a:ext cx="146050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Conv blocks</a:t>
            </a:r>
          </a:p>
        </p:txBody>
      </p:sp>
      <p:sp>
        <p:nvSpPr>
          <p:cNvPr id="11" name="Editable box: Fully connected">
            <a:extLst>
              <a:ext uri="{FF2B5EF4-FFF2-40B4-BE49-F238E27FC236}">
                <a16:creationId xmlns:a16="http://schemas.microsoft.com/office/drawing/2014/main" id="{289C07D8-443E-4BF9-990A-CC1868C8C3DB}"/>
              </a:ext>
            </a:extLst>
          </p:cNvPr>
          <p:cNvSpPr>
            <a:spLocks noGrp="1"/>
          </p:cNvSpPr>
          <p:nvPr/>
        </p:nvSpPr>
        <p:spPr>
          <a:xfrm>
            <a:off x="8013700" y="2762250"/>
            <a:ext cx="146050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Fully connected</a:t>
            </a:r>
          </a:p>
        </p:txBody>
      </p:sp>
      <p:sp>
        <p:nvSpPr>
          <p:cNvPr id="12" name="Editable box: 1,000 classes">
            <a:extLst>
              <a:ext uri="{FF2B5EF4-FFF2-40B4-BE49-F238E27FC236}">
                <a16:creationId xmlns:a16="http://schemas.microsoft.com/office/drawing/2014/main" id="{179B1BA3-B53E-4809-B130-D0BB98359759}"/>
              </a:ext>
            </a:extLst>
          </p:cNvPr>
          <p:cNvSpPr>
            <a:spLocks noGrp="1"/>
          </p:cNvSpPr>
          <p:nvPr/>
        </p:nvSpPr>
        <p:spPr>
          <a:xfrm>
            <a:off x="9779000" y="2762250"/>
            <a:ext cx="146050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1,000 classes</a:t>
            </a:r>
          </a:p>
        </p:txBody>
      </p:sp>
      <p:cxnSp>
        <p:nvCxnSpPr>
          <p:cNvPr id="30" name="Straight Arrow Connector 29"/>
          <p:cNvCxnSpPr>
            <a:stCxn id="7" idx="3"/>
            <a:endCxn id="8" idx="1"/>
          </p:cNvCxnSpPr>
          <p:nvPr/>
        </p:nvCxnSpPr>
        <p:spPr>
          <a:xfrm>
            <a:off x="2413000" y="3238500"/>
            <a:ext cx="304800" cy="0"/>
          </a:xfrm>
          <a:prstGeom prst="straightConnector1">
            <a:avLst/>
          </a:prstGeom>
          <a:ln w="19050">
            <a:solidFill>
              <a:srgbClr val="5E6875"/>
            </a:solidFill>
            <a:prstDash val="solid"/>
            <a:headEnd type="none" w="med" len="med"/>
            <a:tailEnd type="arrow" w="med" len="med"/>
          </a:ln>
        </p:spPr>
      </p:cxnSp>
      <p:cxnSp>
        <p:nvCxnSpPr>
          <p:cNvPr id="31" name="Straight Arrow Connector 30"/>
          <p:cNvCxnSpPr>
            <a:stCxn id="8" idx="3"/>
            <a:endCxn id="9" idx="1"/>
          </p:cNvCxnSpPr>
          <p:nvPr/>
        </p:nvCxnSpPr>
        <p:spPr>
          <a:xfrm>
            <a:off x="4178300" y="3238500"/>
            <a:ext cx="304800" cy="0"/>
          </a:xfrm>
          <a:prstGeom prst="straightConnector1">
            <a:avLst/>
          </a:prstGeom>
          <a:ln w="19050">
            <a:solidFill>
              <a:srgbClr val="5E6875"/>
            </a:solidFill>
            <a:prstDash val="solid"/>
            <a:headEnd type="none" w="med" len="med"/>
            <a:tailEnd type="arrow" w="med" len="med"/>
          </a:ln>
        </p:spPr>
      </p:cxnSp>
      <p:cxnSp>
        <p:nvCxnSpPr>
          <p:cNvPr id="32" name="Straight Arrow Connector 31"/>
          <p:cNvCxnSpPr>
            <a:stCxn id="9" idx="3"/>
            <a:endCxn id="10" idx="1"/>
          </p:cNvCxnSpPr>
          <p:nvPr/>
        </p:nvCxnSpPr>
        <p:spPr>
          <a:xfrm>
            <a:off x="5943600" y="3238500"/>
            <a:ext cx="304800" cy="0"/>
          </a:xfrm>
          <a:prstGeom prst="straightConnector1">
            <a:avLst/>
          </a:prstGeom>
          <a:ln w="19050">
            <a:solidFill>
              <a:srgbClr val="5E6875"/>
            </a:solidFill>
            <a:prstDash val="solid"/>
            <a:headEnd type="none" w="med" len="med"/>
            <a:tailEnd type="arrow" w="med" len="med"/>
          </a:ln>
        </p:spPr>
      </p:cxnSp>
      <p:cxnSp>
        <p:nvCxnSpPr>
          <p:cNvPr id="33" name="Straight Arrow Connector 32"/>
          <p:cNvCxnSpPr>
            <a:stCxn id="10" idx="3"/>
            <a:endCxn id="11" idx="1"/>
          </p:cNvCxnSpPr>
          <p:nvPr/>
        </p:nvCxnSpPr>
        <p:spPr>
          <a:xfrm>
            <a:off x="7708900" y="3238500"/>
            <a:ext cx="304800" cy="0"/>
          </a:xfrm>
          <a:prstGeom prst="straightConnector1">
            <a:avLst/>
          </a:prstGeom>
          <a:ln w="19050">
            <a:solidFill>
              <a:srgbClr val="5E6875"/>
            </a:solidFill>
            <a:prstDash val="solid"/>
            <a:headEnd type="none" w="med" len="med"/>
            <a:tailEnd type="arrow" w="med" len="med"/>
          </a:ln>
        </p:spPr>
      </p:cxnSp>
      <p:cxnSp>
        <p:nvCxnSpPr>
          <p:cNvPr id="34" name="Straight Arrow Connector 33"/>
          <p:cNvCxnSpPr>
            <a:stCxn id="11" idx="3"/>
            <a:endCxn id="12" idx="1"/>
          </p:cNvCxnSpPr>
          <p:nvPr/>
        </p:nvCxnSpPr>
        <p:spPr>
          <a:xfrm>
            <a:off x="9474200" y="3238500"/>
            <a:ext cx="304800" cy="0"/>
          </a:xfrm>
          <a:prstGeom prst="straightConnector1">
            <a:avLst/>
          </a:prstGeom>
          <a:ln w="19050">
            <a:solidFill>
              <a:srgbClr val="5E6875"/>
            </a:solidFill>
            <a:prstDash val="solid"/>
            <a:headEnd type="none" w="med" len="med"/>
            <a:tailEnd type="arrow" w="med" len="med"/>
          </a:ln>
        </p:spPr>
      </p:cxnSp>
      <p:sp>
        <p:nvSpPr>
          <p:cNvPr id="18" name="Editable text">
            <a:extLst>
              <a:ext uri="{FF2B5EF4-FFF2-40B4-BE49-F238E27FC236}">
                <a16:creationId xmlns:a16="http://schemas.microsoft.com/office/drawing/2014/main" id="{F7279232-39A1-4D0E-AE1E-CBB99EA19BE5}"/>
              </a:ext>
            </a:extLst>
          </p:cNvPr>
          <p:cNvSpPr>
            <a:spLocks noGrp="1"/>
          </p:cNvSpPr>
          <p:nvPr/>
        </p:nvSpPr>
        <p:spPr>
          <a:xfrm>
            <a:off x="3429000" y="4191000"/>
            <a:ext cx="5334000" cy="476250"/>
          </a:xfrm>
          <a:prstGeom prst="rect">
            <a:avLst/>
          </a:prstGeom>
          <a:noFill/>
          <a:ln w="0">
            <a:noFill/>
          </a:ln>
        </p:spPr>
        <p:txBody>
          <a:bodyPr anchor="ctr"/>
          <a:lstStyle/>
          <a:p>
            <a:pPr algn="ctr">
              <a:defRPr sz="1800" b="1">
                <a:solidFill>
                  <a:srgbClr val="E85A33"/>
                </a:solidFill>
              </a:defRPr>
            </a:pPr>
            <a:r>
              <a:rPr sz="1800" b="1">
                <a:solidFill>
                  <a:srgbClr val="E85A33"/>
                </a:solidFill>
              </a:rPr>
              <a:t>GPU-accelerated training</a:t>
            </a:r>
          </a:p>
        </p:txBody>
      </p:sp>
      <p:sp>
        <p:nvSpPr>
          <p:cNvPr id="19" name="Editable text">
            <a:extLst>
              <a:ext uri="{FF2B5EF4-FFF2-40B4-BE49-F238E27FC236}">
                <a16:creationId xmlns:a16="http://schemas.microsoft.com/office/drawing/2014/main" id="{66652C6D-7BEE-4C66-8F0A-11BB095CF029}"/>
              </a:ext>
            </a:extLst>
          </p:cNvPr>
          <p:cNvSpPr>
            <a:spLocks noGrp="1"/>
          </p:cNvSpPr>
          <p:nvPr/>
        </p:nvSpPr>
        <p:spPr>
          <a:xfrm>
            <a:off x="3429000" y="4762500"/>
            <a:ext cx="5334000" cy="400050"/>
          </a:xfrm>
          <a:prstGeom prst="rect">
            <a:avLst/>
          </a:prstGeom>
          <a:noFill/>
          <a:ln w="0">
            <a:noFill/>
          </a:ln>
        </p:spPr>
        <p:txBody>
          <a:bodyPr anchor="ctr"/>
          <a:lstStyle/>
          <a:p>
            <a:pPr algn="ctr">
              <a:defRPr sz="1500" b="0">
                <a:solidFill>
                  <a:srgbClr val="5E6875"/>
                </a:solidFill>
              </a:defRPr>
            </a:pPr>
            <a:r>
              <a:rPr sz="1500" b="0">
                <a:solidFill>
                  <a:srgbClr val="5E6875"/>
                </a:solidFill>
              </a:rPr>
              <a:t>ImageNet 2012: top-5 error 15.3%</a:t>
            </a:r>
          </a:p>
        </p:txBody>
      </p:sp>
      <p:sp>
        <p:nvSpPr>
          <p:cNvPr id="20" name="Editable box: The breakthrough came from architecture + compute + data—not from one ingredient alone.">
            <a:extLst>
              <a:ext uri="{FF2B5EF4-FFF2-40B4-BE49-F238E27FC236}">
                <a16:creationId xmlns:a16="http://schemas.microsoft.com/office/drawing/2014/main" id="{F16CBDCB-85B4-400B-86E1-2A8A028B2A3A}"/>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The breakthrough came from architecture + compute + data—not from one ingredient alone.</a:t>
            </a:r>
          </a:p>
        </p:txBody>
      </p:sp>
    </p:spTree>
    <p:extLst>
      <p:ext uri="{BB962C8B-B14F-4D97-AF65-F5344CB8AC3E}">
        <p14:creationId xmlns:p14="http://schemas.microsoft.com/office/powerpoint/2010/main" val="230808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AlexNet Proved Deep Learning at Scale</a:t>
            </a:r>
          </a:p>
        </p:txBody>
      </p:sp>
      <p:sp>
        <p:nvSpPr>
          <p:cNvPr id="5" name="Editable content rail">
            <a:extLst>
              <a:ext uri="{FF2B5EF4-FFF2-40B4-BE49-F238E27FC236}">
                <a16:creationId xmlns:a16="http://schemas.microsoft.com/office/drawing/2014/main" id="{07320439-F78C-4B22-97A7-A2FDDF2D130B}"/>
              </a:ext>
            </a:extLst>
          </p:cNvPr>
          <p:cNvSpPr>
            <a:spLocks noGrp="1"/>
          </p:cNvSpPr>
          <p:nvPr/>
        </p:nvSpPr>
        <p:spPr>
          <a:xfrm>
            <a:off x="628650" y="1619250"/>
            <a:ext cx="38100" cy="4429125"/>
          </a:xfrm>
          <a:prstGeom prst="rect">
            <a:avLst/>
          </a:prstGeom>
          <a:solidFill>
            <a:srgbClr val="2F73E8"/>
          </a:solidFill>
          <a:ln w="0">
            <a:noFill/>
          </a:ln>
        </p:spPr>
        <p:txBody>
          <a:bodyPr/>
          <a:lstStyle/>
          <a:p>
            <a:endParaRPr/>
          </a:p>
        </p:txBody>
      </p:sp>
      <p:sp>
        <p:nvSpPr>
          <p:cNvPr id="6" name="Editable text">
            <a:extLst>
              <a:ext uri="{FF2B5EF4-FFF2-40B4-BE49-F238E27FC236}">
                <a16:creationId xmlns:a16="http://schemas.microsoft.com/office/drawing/2014/main" id="{277A80BF-F410-4D66-9C8D-D425ACACEEAF}"/>
              </a:ext>
            </a:extLst>
          </p:cNvPr>
          <p:cNvSpPr>
            <a:spLocks noGrp="1"/>
          </p:cNvSpPr>
          <p:nvPr/>
        </p:nvSpPr>
        <p:spPr>
          <a:xfrm>
            <a:off x="933450" y="1504950"/>
            <a:ext cx="10287000" cy="533400"/>
          </a:xfrm>
          <a:prstGeom prst="rect">
            <a:avLst/>
          </a:prstGeom>
          <a:noFill/>
          <a:ln w="0">
            <a:noFill/>
          </a:ln>
        </p:spPr>
        <p:txBody>
          <a:bodyPr lIns="0" tIns="0" rIns="0" bIns="0" anchor="ctr">
            <a:normAutofit/>
          </a:bodyPr>
          <a:lstStyle/>
          <a:p>
            <a:pPr algn="l">
              <a:buNone/>
              <a:defRPr sz="1500" b="0">
                <a:solidFill>
                  <a:srgbClr val="5E6875"/>
                </a:solidFill>
              </a:defRPr>
            </a:pPr>
            <a:r>
              <a:rPr sz="1500" b="0">
                <a:solidFill>
                  <a:srgbClr val="5E6875"/>
                </a:solidFill>
              </a:rPr>
              <a:t>ImageNet task: rank the most likely labels for an unseen 224 × 224 image drawn from 1,000 object categories.</a:t>
            </a:r>
          </a:p>
        </p:txBody>
      </p:sp>
      <p:sp>
        <p:nvSpPr>
          <p:cNvPr id="8" name="Editable box: Conv + ReLU">
            <a:extLst>
              <a:ext uri="{FF2B5EF4-FFF2-40B4-BE49-F238E27FC236}">
                <a16:creationId xmlns:a16="http://schemas.microsoft.com/office/drawing/2014/main" id="{CE1A1FE8-24CD-4E84-8467-3A8991A98EEA}"/>
              </a:ext>
            </a:extLst>
          </p:cNvPr>
          <p:cNvSpPr>
            <a:spLocks noGrp="1"/>
          </p:cNvSpPr>
          <p:nvPr/>
        </p:nvSpPr>
        <p:spPr>
          <a:xfrm>
            <a:off x="4476750" y="2238375"/>
            <a:ext cx="1381125" cy="609600"/>
          </a:xfrm>
          <a:prstGeom prst="roundRect">
            <a:avLst>
              <a:gd name="adj" fmla="val 14000"/>
            </a:avLst>
          </a:prstGeom>
          <a:solidFill>
            <a:srgbClr val="FFF4E8"/>
          </a:solidFill>
          <a:ln w="14288">
            <a:solidFill>
              <a:srgbClr val="E85A33"/>
            </a:solidFill>
            <a:prstDash val="solid"/>
          </a:ln>
        </p:spPr>
        <p:txBody>
          <a:bodyPr lIns="66675" tIns="47625" rIns="66675" bIns="47625" anchor="ctr">
            <a:normAutofit/>
          </a:bodyPr>
          <a:lstStyle/>
          <a:p>
            <a:pPr algn="ctr">
              <a:buNone/>
              <a:defRPr sz="1350" b="1">
                <a:solidFill>
                  <a:srgbClr val="262626"/>
                </a:solidFill>
              </a:defRPr>
            </a:pPr>
            <a:r>
              <a:rPr sz="1350" b="1">
                <a:solidFill>
                  <a:srgbClr val="262626"/>
                </a:solidFill>
              </a:rPr>
              <a:t>Conv + ReLU</a:t>
            </a:r>
          </a:p>
        </p:txBody>
      </p:sp>
      <p:sp>
        <p:nvSpPr>
          <p:cNvPr id="9" name="Editable box: Pooling">
            <a:extLst>
              <a:ext uri="{FF2B5EF4-FFF2-40B4-BE49-F238E27FC236}">
                <a16:creationId xmlns:a16="http://schemas.microsoft.com/office/drawing/2014/main" id="{93DCD666-CB3C-4C71-B4D1-A76F28927311}"/>
              </a:ext>
            </a:extLst>
          </p:cNvPr>
          <p:cNvSpPr>
            <a:spLocks noGrp="1"/>
          </p:cNvSpPr>
          <p:nvPr/>
        </p:nvSpPr>
        <p:spPr>
          <a:xfrm>
            <a:off x="6048375" y="2238375"/>
            <a:ext cx="1143000" cy="609600"/>
          </a:xfrm>
          <a:prstGeom prst="roundRect">
            <a:avLst>
              <a:gd name="adj" fmla="val 14000"/>
            </a:avLst>
          </a:prstGeom>
          <a:solidFill>
            <a:srgbClr val="ECF8F1"/>
          </a:solidFill>
          <a:ln w="14288">
            <a:solidFill>
              <a:srgbClr val="2E9B63"/>
            </a:solidFill>
            <a:prstDash val="solid"/>
          </a:ln>
        </p:spPr>
        <p:txBody>
          <a:bodyPr lIns="66675" tIns="47625" rIns="66675" bIns="47625" anchor="ctr">
            <a:normAutofit/>
          </a:bodyPr>
          <a:lstStyle/>
          <a:p>
            <a:pPr algn="ctr">
              <a:buNone/>
              <a:defRPr sz="1350" b="1">
                <a:solidFill>
                  <a:srgbClr val="262626"/>
                </a:solidFill>
              </a:defRPr>
            </a:pPr>
            <a:r>
              <a:rPr sz="1350" b="1">
                <a:solidFill>
                  <a:srgbClr val="262626"/>
                </a:solidFill>
              </a:rPr>
              <a:t>Pooling</a:t>
            </a:r>
          </a:p>
        </p:txBody>
      </p:sp>
      <p:sp>
        <p:nvSpPr>
          <p:cNvPr id="10" name="Editable box: Conv blocks">
            <a:extLst>
              <a:ext uri="{FF2B5EF4-FFF2-40B4-BE49-F238E27FC236}">
                <a16:creationId xmlns:a16="http://schemas.microsoft.com/office/drawing/2014/main" id="{C46C5929-2F06-4216-A8A8-4EF80ED059AF}"/>
              </a:ext>
            </a:extLst>
          </p:cNvPr>
          <p:cNvSpPr>
            <a:spLocks noGrp="1"/>
          </p:cNvSpPr>
          <p:nvPr/>
        </p:nvSpPr>
        <p:spPr>
          <a:xfrm>
            <a:off x="7381875" y="2238375"/>
            <a:ext cx="1428750" cy="609600"/>
          </a:xfrm>
          <a:prstGeom prst="roundRect">
            <a:avLst>
              <a:gd name="adj" fmla="val 14000"/>
            </a:avLst>
          </a:prstGeom>
          <a:solidFill>
            <a:srgbClr val="F4F0FF"/>
          </a:solidFill>
          <a:ln w="14288">
            <a:solidFill>
              <a:srgbClr val="7457C8"/>
            </a:solidFill>
            <a:prstDash val="solid"/>
          </a:ln>
        </p:spPr>
        <p:txBody>
          <a:bodyPr lIns="66675" tIns="47625" rIns="66675" bIns="47625" anchor="ctr">
            <a:normAutofit/>
          </a:bodyPr>
          <a:lstStyle/>
          <a:p>
            <a:pPr algn="ctr">
              <a:buNone/>
              <a:defRPr sz="1350" b="1">
                <a:solidFill>
                  <a:srgbClr val="262626"/>
                </a:solidFill>
              </a:defRPr>
            </a:pPr>
            <a:r>
              <a:rPr sz="1350" b="1">
                <a:solidFill>
                  <a:srgbClr val="262626"/>
                </a:solidFill>
              </a:rPr>
              <a:t>Conv blocks</a:t>
            </a:r>
          </a:p>
        </p:txBody>
      </p:sp>
      <p:sp>
        <p:nvSpPr>
          <p:cNvPr id="11" name="Editable box: Fully connected">
            <a:extLst>
              <a:ext uri="{FF2B5EF4-FFF2-40B4-BE49-F238E27FC236}">
                <a16:creationId xmlns:a16="http://schemas.microsoft.com/office/drawing/2014/main" id="{289C07D8-443E-4BF9-990A-CC1868C8C3DB}"/>
              </a:ext>
            </a:extLst>
          </p:cNvPr>
          <p:cNvSpPr>
            <a:spLocks noGrp="1"/>
          </p:cNvSpPr>
          <p:nvPr/>
        </p:nvSpPr>
        <p:spPr>
          <a:xfrm>
            <a:off x="9001125" y="2238375"/>
            <a:ext cx="1428750" cy="609600"/>
          </a:xfrm>
          <a:prstGeom prst="roundRect">
            <a:avLst>
              <a:gd name="adj" fmla="val 14000"/>
            </a:avLst>
          </a:prstGeom>
          <a:solidFill>
            <a:srgbClr val="EFF5FF"/>
          </a:solidFill>
          <a:ln w="14288">
            <a:solidFill>
              <a:srgbClr val="2F73E8"/>
            </a:solidFill>
            <a:prstDash val="solid"/>
          </a:ln>
        </p:spPr>
        <p:txBody>
          <a:bodyPr lIns="66675" tIns="47625" rIns="66675" bIns="47625" anchor="ctr">
            <a:normAutofit/>
          </a:bodyPr>
          <a:lstStyle/>
          <a:p>
            <a:pPr algn="ctr">
              <a:buNone/>
              <a:defRPr sz="1350" b="1">
                <a:solidFill>
                  <a:srgbClr val="262626"/>
                </a:solidFill>
              </a:defRPr>
            </a:pPr>
            <a:r>
              <a:rPr sz="1350" b="1">
                <a:solidFill>
                  <a:srgbClr val="262626"/>
                </a:solidFill>
              </a:rPr>
              <a:t>Fully connected</a:t>
            </a:r>
          </a:p>
        </p:txBody>
      </p:sp>
      <p:sp>
        <p:nvSpPr>
          <p:cNvPr id="12" name="Editable box: 1,000 classes">
            <a:extLst>
              <a:ext uri="{FF2B5EF4-FFF2-40B4-BE49-F238E27FC236}">
                <a16:creationId xmlns:a16="http://schemas.microsoft.com/office/drawing/2014/main" id="{179B1BA3-B53E-4809-B130-D0BB98359759}"/>
              </a:ext>
            </a:extLst>
          </p:cNvPr>
          <p:cNvSpPr>
            <a:spLocks noGrp="1"/>
          </p:cNvSpPr>
          <p:nvPr/>
        </p:nvSpPr>
        <p:spPr>
          <a:xfrm>
            <a:off x="4476750" y="3333750"/>
            <a:ext cx="5953125" cy="1809750"/>
          </a:xfrm>
          <a:prstGeom prst="roundRect">
            <a:avLst>
              <a:gd name="adj" fmla="val 14000"/>
            </a:avLst>
          </a:prstGeom>
          <a:solidFill>
            <a:srgbClr val="FFF4E8"/>
          </a:solidFill>
          <a:ln w="14288">
            <a:solidFill>
              <a:srgbClr val="E85A33"/>
            </a:solidFill>
            <a:prstDash val="solid"/>
          </a:ln>
        </p:spPr>
        <p:txBody>
          <a:bodyPr lIns="171450" tIns="114300" rIns="171450" bIns="114300" anchor="ctr">
            <a:normAutofit/>
          </a:bodyPr>
          <a:lstStyle/>
          <a:p>
            <a:pPr algn="l">
              <a:buNone/>
              <a:defRPr sz="1350" b="1">
                <a:solidFill>
                  <a:srgbClr val="262626"/>
                </a:solidFill>
              </a:defRPr>
            </a:pPr>
            <a:r>
              <a:rPr sz="1350" b="1">
                <a:solidFill>
                  <a:srgbClr val="262626"/>
                </a:solidFill>
              </a:rPr>
              <a:t>TOP-5 PREDICTIONS (illustrative)</a:t>
            </a:r>
          </a:p>
          <a:p>
            <a:pPr algn="l">
              <a:buNone/>
              <a:defRPr sz="1350" b="1">
                <a:solidFill>
                  <a:srgbClr val="262626"/>
                </a:solidFill>
              </a:defRPr>
            </a:pPr>
            <a:r>
              <a:rPr sz="1350" b="1">
                <a:solidFill>
                  <a:srgbClr val="262626"/>
                </a:solidFill>
              </a:rPr>
              <a:t>1   Golden retriever          72%</a:t>
            </a:r>
          </a:p>
          <a:p>
            <a:pPr algn="l">
              <a:buNone/>
              <a:defRPr sz="1350" b="1">
                <a:solidFill>
                  <a:srgbClr val="262626"/>
                </a:solidFill>
              </a:defRPr>
            </a:pPr>
            <a:r>
              <a:rPr sz="1350" b="1">
                <a:solidFill>
                  <a:srgbClr val="262626"/>
                </a:solidFill>
              </a:rPr>
              <a:t>2   Labrador retriever       18%</a:t>
            </a:r>
          </a:p>
          <a:p>
            <a:pPr algn="l">
              <a:buNone/>
              <a:defRPr sz="1350" b="1">
                <a:solidFill>
                  <a:srgbClr val="262626"/>
                </a:solidFill>
              </a:defRPr>
            </a:pPr>
            <a:r>
              <a:rPr sz="1350" b="1">
                <a:solidFill>
                  <a:srgbClr val="262626"/>
                </a:solidFill>
              </a:rPr>
              <a:t>3   Kuvasz                         4%</a:t>
            </a:r>
          </a:p>
          <a:p>
            <a:pPr algn="l">
              <a:buNone/>
              <a:defRPr sz="1350" b="1">
                <a:solidFill>
                  <a:srgbClr val="262626"/>
                </a:solidFill>
              </a:defRPr>
            </a:pPr>
            <a:r>
              <a:rPr sz="1350" b="1">
                <a:solidFill>
                  <a:srgbClr val="262626"/>
                </a:solidFill>
              </a:rPr>
              <a:t>4   Tennis ball                   2%</a:t>
            </a:r>
          </a:p>
          <a:p>
            <a:pPr algn="l">
              <a:buNone/>
              <a:defRPr sz="1350" b="1">
                <a:solidFill>
                  <a:srgbClr val="262626"/>
                </a:solidFill>
              </a:defRPr>
            </a:pPr>
            <a:r>
              <a:rPr sz="1350" b="1">
                <a:solidFill>
                  <a:srgbClr val="262626"/>
                </a:solidFill>
              </a:rPr>
              <a:t>5   Other dog breed           1%</a:t>
            </a:r>
          </a:p>
        </p:txBody>
      </p:sp>
      <p:cxnSp>
        <p:nvCxnSpPr>
          <p:cNvPr id="58" name="Straight Arrow Connector 29"/>
          <p:cNvCxnSpPr>
            <a:stCxn id="7" idx="3"/>
            <a:endCxn id="8" idx="1"/>
          </p:cNvCxnSpPr>
          <p:nvPr/>
        </p:nvCxnSpPr>
        <p:spPr>
          <a:xfrm>
            <a:off x="4000500" y="2543175"/>
            <a:ext cx="476250" cy="0"/>
          </a:xfrm>
          <a:prstGeom prst="straightConnector1">
            <a:avLst/>
          </a:prstGeom>
          <a:ln w="19050">
            <a:solidFill>
              <a:srgbClr val="5E6875"/>
            </a:solidFill>
            <a:prstDash val="solid"/>
            <a:headEnd type="none" w="med" len="med"/>
            <a:tailEnd type="arrow" w="med" len="med"/>
          </a:ln>
        </p:spPr>
      </p:cxnSp>
      <p:cxnSp>
        <p:nvCxnSpPr>
          <p:cNvPr id="59" name="Straight Arrow Connector 30"/>
          <p:cNvCxnSpPr>
            <a:stCxn id="8" idx="3"/>
            <a:endCxn id="9" idx="1"/>
          </p:cNvCxnSpPr>
          <p:nvPr/>
        </p:nvCxnSpPr>
        <p:spPr>
          <a:xfrm>
            <a:off x="5857875" y="2543175"/>
            <a:ext cx="190500" cy="0"/>
          </a:xfrm>
          <a:prstGeom prst="straightConnector1">
            <a:avLst/>
          </a:prstGeom>
          <a:ln w="19050">
            <a:solidFill>
              <a:srgbClr val="5E6875"/>
            </a:solidFill>
            <a:prstDash val="solid"/>
            <a:headEnd type="none" w="med" len="med"/>
            <a:tailEnd type="arrow" w="med" len="med"/>
          </a:ln>
        </p:spPr>
      </p:cxnSp>
      <p:cxnSp>
        <p:nvCxnSpPr>
          <p:cNvPr id="60" name="Straight Arrow Connector 31"/>
          <p:cNvCxnSpPr>
            <a:stCxn id="9" idx="3"/>
            <a:endCxn id="10" idx="1"/>
          </p:cNvCxnSpPr>
          <p:nvPr/>
        </p:nvCxnSpPr>
        <p:spPr>
          <a:xfrm>
            <a:off x="7191375" y="2543175"/>
            <a:ext cx="190500" cy="0"/>
          </a:xfrm>
          <a:prstGeom prst="straightConnector1">
            <a:avLst/>
          </a:prstGeom>
          <a:ln w="19050">
            <a:solidFill>
              <a:srgbClr val="5E6875"/>
            </a:solidFill>
            <a:prstDash val="solid"/>
            <a:headEnd type="none" w="med" len="med"/>
            <a:tailEnd type="arrow" w="med" len="med"/>
          </a:ln>
        </p:spPr>
      </p:cxnSp>
      <p:cxnSp>
        <p:nvCxnSpPr>
          <p:cNvPr id="61" name="Straight Arrow Connector 32"/>
          <p:cNvCxnSpPr>
            <a:stCxn id="10" idx="3"/>
            <a:endCxn id="11" idx="1"/>
          </p:cNvCxnSpPr>
          <p:nvPr/>
        </p:nvCxnSpPr>
        <p:spPr>
          <a:xfrm>
            <a:off x="8810625" y="2543175"/>
            <a:ext cx="190500" cy="0"/>
          </a:xfrm>
          <a:prstGeom prst="straightConnector1">
            <a:avLst/>
          </a:prstGeom>
          <a:ln w="19050">
            <a:solidFill>
              <a:srgbClr val="5E6875"/>
            </a:solidFill>
            <a:prstDash val="solid"/>
            <a:headEnd type="none" w="med" len="med"/>
            <a:tailEnd type="arrow" w="med" len="med"/>
          </a:ln>
        </p:spPr>
      </p:cxnSp>
      <p:sp>
        <p:nvSpPr>
          <p:cNvPr id="18" name="Editable text">
            <a:extLst>
              <a:ext uri="{FF2B5EF4-FFF2-40B4-BE49-F238E27FC236}">
                <a16:creationId xmlns:a16="http://schemas.microsoft.com/office/drawing/2014/main" id="{F7279232-39A1-4D0E-AE1E-CBB99EA19BE5}"/>
              </a:ext>
            </a:extLst>
          </p:cNvPr>
          <p:cNvSpPr>
            <a:spLocks noGrp="1"/>
          </p:cNvSpPr>
          <p:nvPr/>
        </p:nvSpPr>
        <p:spPr>
          <a:xfrm>
            <a:off x="4476750" y="2905125"/>
            <a:ext cx="5953125" cy="323850"/>
          </a:xfrm>
          <a:prstGeom prst="rect">
            <a:avLst/>
          </a:prstGeom>
          <a:noFill/>
          <a:ln w="0">
            <a:noFill/>
          </a:ln>
        </p:spPr>
        <p:txBody>
          <a:bodyPr lIns="0" tIns="0" rIns="0" bIns="0" anchor="ctr">
            <a:normAutofit fontScale="94391"/>
          </a:bodyPr>
          <a:lstStyle/>
          <a:p>
            <a:pPr algn="ctr">
              <a:buNone/>
              <a:defRPr sz="1275" b="1">
                <a:solidFill>
                  <a:srgbClr val="E85A33"/>
                </a:solidFill>
              </a:defRPr>
            </a:pPr>
            <a:r>
              <a:rPr sz="1275" b="1">
                <a:solidFill>
                  <a:srgbClr val="E85A33"/>
                </a:solidFill>
              </a:rPr>
              <a:t>5 convolutional layers • 3 fully connected layers • ≈60M parameters • GPU training</a:t>
            </a:r>
          </a:p>
        </p:txBody>
      </p:sp>
      <p:sp>
        <p:nvSpPr>
          <p:cNvPr id="19" name="Editable text">
            <a:extLst>
              <a:ext uri="{FF2B5EF4-FFF2-40B4-BE49-F238E27FC236}">
                <a16:creationId xmlns:a16="http://schemas.microsoft.com/office/drawing/2014/main" id="{66652C6D-7BEE-4C66-8F0A-11BB095CF029}"/>
              </a:ext>
            </a:extLst>
          </p:cNvPr>
          <p:cNvSpPr>
            <a:spLocks noGrp="1"/>
          </p:cNvSpPr>
          <p:nvPr/>
        </p:nvSpPr>
        <p:spPr>
          <a:xfrm>
            <a:off x="952500" y="4810125"/>
            <a:ext cx="3048000" cy="323850"/>
          </a:xfrm>
          <a:prstGeom prst="rect">
            <a:avLst/>
          </a:prstGeom>
          <a:noFill/>
          <a:ln w="0">
            <a:noFill/>
          </a:ln>
        </p:spPr>
        <p:txBody>
          <a:bodyPr lIns="0" tIns="0" rIns="0" bIns="0" anchor="ctr">
            <a:normAutofit/>
          </a:bodyPr>
          <a:lstStyle/>
          <a:p>
            <a:pPr algn="ctr">
              <a:buNone/>
              <a:defRPr sz="1275" b="0">
                <a:solidFill>
                  <a:srgbClr val="5E6875"/>
                </a:solidFill>
              </a:defRPr>
            </a:pPr>
            <a:r>
              <a:rPr sz="1275" b="0">
                <a:solidFill>
                  <a:srgbClr val="5E6875"/>
                </a:solidFill>
              </a:rPr>
              <a:t>INPUT IMAGE • 224 × 224 RGB</a:t>
            </a:r>
          </a:p>
        </p:txBody>
      </p:sp>
      <p:sp>
        <p:nvSpPr>
          <p:cNvPr id="20" name="Editable box: The breakthrough came from architecture + compute + data—not from one ingredient alone.">
            <a:extLst>
              <a:ext uri="{FF2B5EF4-FFF2-40B4-BE49-F238E27FC236}">
                <a16:creationId xmlns:a16="http://schemas.microsoft.com/office/drawing/2014/main" id="{F16CBDCB-85B4-400B-86E1-2A8A028B2A3A}"/>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lIns="114300" tIns="57150" rIns="114300" bIns="57150" anchor="ctr">
            <a:normAutofit/>
          </a:bodyPr>
          <a:lstStyle/>
          <a:p>
            <a:pPr algn="l">
              <a:buNone/>
              <a:defRPr sz="1275" b="1">
                <a:solidFill>
                  <a:srgbClr val="184E8A"/>
                </a:solidFill>
              </a:defRPr>
            </a:pPr>
            <a:r>
              <a:rPr sz="1275" b="1">
                <a:solidFill>
                  <a:srgbClr val="184E8A"/>
                </a:solidFill>
              </a:rPr>
              <a:t>ImageNet 2012: top-5 error 15.3% — an error occurs only when the true label is missing from all five predictions.</a:t>
            </a:r>
          </a:p>
        </p:txBody>
      </p:sp>
      <p:pic>
        <p:nvPicPr>
          <p:cNvPr id="65" name="AlexNet illustrative input image"/>
          <p:cNvPicPr>
            <a:picLocks noChangeAspect="1"/>
          </p:cNvPicPr>
          <p:nvPr/>
        </p:nvPicPr>
        <p:blipFill>
          <a:blip r:embed="rId3"/>
          <a:srcRect l="3846" r="3846"/>
          <a:stretch>
            <a:fillRect/>
          </a:stretch>
        </p:blipFill>
        <p:spPr>
          <a:xfrm>
            <a:off x="952500" y="2238375"/>
            <a:ext cx="3048000" cy="2476500"/>
          </a:xfrm>
          <a:prstGeom prst="roundRect">
            <a:avLst>
              <a:gd name="adj" fmla="val 4615"/>
            </a:avLst>
          </a:prstGeom>
        </p:spPr>
      </p:pic>
    </p:spTree>
    <p:extLst>
      <p:ext uri="{BB962C8B-B14F-4D97-AF65-F5344CB8AC3E}">
        <p14:creationId xmlns:p14="http://schemas.microsoft.com/office/powerpoint/2010/main" val="1042965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Inception and Residual Connections Enabled Deeper Networks</a:t>
            </a:r>
          </a:p>
        </p:txBody>
      </p:sp>
      <p:sp>
        <p:nvSpPr>
          <p:cNvPr id="5" name="Editable content rail">
            <a:extLst>
              <a:ext uri="{FF2B5EF4-FFF2-40B4-BE49-F238E27FC236}">
                <a16:creationId xmlns:a16="http://schemas.microsoft.com/office/drawing/2014/main" id="{E09070FB-9429-4B50-B69F-AA5C1E869D21}"/>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F0DCE15B-8266-4205-A82A-893EB8E4FB8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shortcut lets a block learn the residual change instead of rebuilding the full signal.</a:t>
            </a:r>
          </a:p>
        </p:txBody>
      </p:sp>
      <p:sp>
        <p:nvSpPr>
          <p:cNvPr id="7" name="Editable box: x">
            <a:extLst>
              <a:ext uri="{FF2B5EF4-FFF2-40B4-BE49-F238E27FC236}">
                <a16:creationId xmlns:a16="http://schemas.microsoft.com/office/drawing/2014/main" id="{46CD056C-43BD-42C1-8C75-EA5FFAA205DE}"/>
              </a:ext>
            </a:extLst>
          </p:cNvPr>
          <p:cNvSpPr>
            <a:spLocks noGrp="1"/>
          </p:cNvSpPr>
          <p:nvPr/>
        </p:nvSpPr>
        <p:spPr>
          <a:xfrm>
            <a:off x="1143000" y="3333750"/>
            <a:ext cx="1047750" cy="762000"/>
          </a:xfrm>
          <a:prstGeom prst="roundRect">
            <a:avLst>
              <a:gd name="adj" fmla="val 17500"/>
            </a:avLst>
          </a:prstGeom>
          <a:solidFill>
            <a:srgbClr val="EFF5FF"/>
          </a:solidFill>
          <a:ln w="14288">
            <a:solidFill>
              <a:srgbClr val="2F73E8"/>
            </a:solidFill>
            <a:prstDash val="solid"/>
          </a:ln>
        </p:spPr>
        <p:txBody>
          <a:bodyPr anchor="ctr"/>
          <a:lstStyle/>
          <a:p>
            <a:pPr algn="ctr">
              <a:defRPr sz="2250" b="1">
                <a:solidFill>
                  <a:srgbClr val="262626"/>
                </a:solidFill>
              </a:defRPr>
            </a:pPr>
            <a:r>
              <a:rPr sz="2250" b="1">
                <a:solidFill>
                  <a:srgbClr val="262626"/>
                </a:solidFill>
              </a:rPr>
              <a:t>x</a:t>
            </a:r>
          </a:p>
        </p:txBody>
      </p:sp>
      <p:sp>
        <p:nvSpPr>
          <p:cNvPr id="8" name="Editable box: Conv&#10;+ ReLU">
            <a:extLst>
              <a:ext uri="{FF2B5EF4-FFF2-40B4-BE49-F238E27FC236}">
                <a16:creationId xmlns:a16="http://schemas.microsoft.com/office/drawing/2014/main" id="{BA89746C-8F14-4568-BE8E-6472034C4DAD}"/>
              </a:ext>
            </a:extLst>
          </p:cNvPr>
          <p:cNvSpPr>
            <a:spLocks noGrp="1"/>
          </p:cNvSpPr>
          <p:nvPr/>
        </p:nvSpPr>
        <p:spPr>
          <a:xfrm>
            <a:off x="3238500" y="3333750"/>
            <a:ext cx="1524000" cy="762000"/>
          </a:xfrm>
          <a:prstGeom prst="roundRect">
            <a:avLst>
              <a:gd name="adj" fmla="val 175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Conv</a:t>
            </a:r>
          </a:p>
          <a:p>
            <a:pPr algn="ctr">
              <a:defRPr sz="1500" b="1">
                <a:solidFill>
                  <a:srgbClr val="262626"/>
                </a:solidFill>
              </a:defRPr>
            </a:pPr>
            <a:r>
              <a:rPr sz="1500" b="1">
                <a:solidFill>
                  <a:srgbClr val="262626"/>
                </a:solidFill>
              </a:rPr>
              <a:t>+ ReLU</a:t>
            </a:r>
          </a:p>
        </p:txBody>
      </p:sp>
      <p:sp>
        <p:nvSpPr>
          <p:cNvPr id="9" name="Editable box: Conv">
            <a:extLst>
              <a:ext uri="{FF2B5EF4-FFF2-40B4-BE49-F238E27FC236}">
                <a16:creationId xmlns:a16="http://schemas.microsoft.com/office/drawing/2014/main" id="{DD4DAFDD-99CF-4CB4-A0C9-CCD8E7F3C364}"/>
              </a:ext>
            </a:extLst>
          </p:cNvPr>
          <p:cNvSpPr>
            <a:spLocks noGrp="1"/>
          </p:cNvSpPr>
          <p:nvPr/>
        </p:nvSpPr>
        <p:spPr>
          <a:xfrm>
            <a:off x="5810250" y="3333750"/>
            <a:ext cx="1428750" cy="762000"/>
          </a:xfrm>
          <a:prstGeom prst="roundRect">
            <a:avLst>
              <a:gd name="adj" fmla="val 175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Conv</a:t>
            </a:r>
          </a:p>
        </p:txBody>
      </p:sp>
      <p:sp>
        <p:nvSpPr>
          <p:cNvPr id="10" name="Editable box: +">
            <a:extLst>
              <a:ext uri="{FF2B5EF4-FFF2-40B4-BE49-F238E27FC236}">
                <a16:creationId xmlns:a16="http://schemas.microsoft.com/office/drawing/2014/main" id="{FB5888CC-A11C-4F32-A1F0-CFADE73D70E2}"/>
              </a:ext>
            </a:extLst>
          </p:cNvPr>
          <p:cNvSpPr>
            <a:spLocks noGrp="1"/>
          </p:cNvSpPr>
          <p:nvPr/>
        </p:nvSpPr>
        <p:spPr>
          <a:xfrm>
            <a:off x="8286750" y="3333750"/>
            <a:ext cx="762000" cy="762000"/>
          </a:xfrm>
          <a:prstGeom prst="ellipse">
            <a:avLst/>
          </a:prstGeom>
          <a:solidFill>
            <a:srgbClr val="ECF8F1"/>
          </a:solidFill>
          <a:ln w="14288">
            <a:solidFill>
              <a:srgbClr val="2E9B63"/>
            </a:solidFill>
            <a:prstDash val="solid"/>
          </a:ln>
        </p:spPr>
        <p:txBody>
          <a:bodyPr anchor="ctr"/>
          <a:lstStyle/>
          <a:p>
            <a:pPr algn="ctr">
              <a:defRPr sz="2400" b="1">
                <a:solidFill>
                  <a:srgbClr val="262626"/>
                </a:solidFill>
              </a:defRPr>
            </a:pPr>
            <a:r>
              <a:rPr sz="2400" b="1">
                <a:solidFill>
                  <a:srgbClr val="262626"/>
                </a:solidFill>
              </a:rPr>
              <a:t>+</a:t>
            </a:r>
          </a:p>
        </p:txBody>
      </p:sp>
      <p:sp>
        <p:nvSpPr>
          <p:cNvPr id="11" name="Editable box: F(x) + x">
            <a:extLst>
              <a:ext uri="{FF2B5EF4-FFF2-40B4-BE49-F238E27FC236}">
                <a16:creationId xmlns:a16="http://schemas.microsoft.com/office/drawing/2014/main" id="{7AF54F79-9D19-4C93-B10B-4E08318F0B95}"/>
              </a:ext>
            </a:extLst>
          </p:cNvPr>
          <p:cNvSpPr>
            <a:spLocks noGrp="1"/>
          </p:cNvSpPr>
          <p:nvPr/>
        </p:nvSpPr>
        <p:spPr>
          <a:xfrm>
            <a:off x="10001250" y="3333750"/>
            <a:ext cx="1238250" cy="762000"/>
          </a:xfrm>
          <a:prstGeom prst="roundRect">
            <a:avLst>
              <a:gd name="adj" fmla="val 175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F(x) + x</a:t>
            </a:r>
          </a:p>
        </p:txBody>
      </p:sp>
      <p:cxnSp>
        <p:nvCxnSpPr>
          <p:cNvPr id="27" name="Straight Arrow Connector 26"/>
          <p:cNvCxnSpPr>
            <a:stCxn id="7" idx="3"/>
            <a:endCxn id="8" idx="1"/>
          </p:cNvCxnSpPr>
          <p:nvPr/>
        </p:nvCxnSpPr>
        <p:spPr>
          <a:xfrm>
            <a:off x="2190750" y="3714750"/>
            <a:ext cx="1047750" cy="0"/>
          </a:xfrm>
          <a:prstGeom prst="straightConnector1">
            <a:avLst/>
          </a:prstGeom>
          <a:ln w="19050">
            <a:solidFill>
              <a:srgbClr val="5E6875"/>
            </a:solidFill>
            <a:prstDash val="solid"/>
            <a:headEnd type="none" w="med" len="med"/>
            <a:tailEnd type="arrow" w="med" len="med"/>
          </a:ln>
        </p:spPr>
      </p:cxnSp>
      <p:cxnSp>
        <p:nvCxnSpPr>
          <p:cNvPr id="28" name="Straight Arrow Connector 27"/>
          <p:cNvCxnSpPr>
            <a:stCxn id="8" idx="3"/>
            <a:endCxn id="9" idx="1"/>
          </p:cNvCxnSpPr>
          <p:nvPr/>
        </p:nvCxnSpPr>
        <p:spPr>
          <a:xfrm>
            <a:off x="4762500" y="3714750"/>
            <a:ext cx="1047750" cy="0"/>
          </a:xfrm>
          <a:prstGeom prst="straightConnector1">
            <a:avLst/>
          </a:prstGeom>
          <a:ln w="19050">
            <a:solidFill>
              <a:srgbClr val="5E6875"/>
            </a:solidFill>
            <a:prstDash val="solid"/>
            <a:headEnd type="none" w="med" len="med"/>
            <a:tailEnd type="arrow" w="med" len="med"/>
          </a:ln>
        </p:spPr>
      </p:cxnSp>
      <p:cxnSp>
        <p:nvCxnSpPr>
          <p:cNvPr id="29" name="Straight Arrow Connector 28"/>
          <p:cNvCxnSpPr>
            <a:stCxn id="9" idx="3"/>
            <a:endCxn id="10" idx="2"/>
          </p:cNvCxnSpPr>
          <p:nvPr/>
        </p:nvCxnSpPr>
        <p:spPr>
          <a:xfrm>
            <a:off x="7239000" y="3714750"/>
            <a:ext cx="1047750" cy="0"/>
          </a:xfrm>
          <a:prstGeom prst="straightConnector1">
            <a:avLst/>
          </a:prstGeom>
          <a:ln w="19050">
            <a:solidFill>
              <a:srgbClr val="5E6875"/>
            </a:solidFill>
            <a:prstDash val="solid"/>
            <a:headEnd type="none" w="med" len="med"/>
            <a:tailEnd type="arrow" w="med" len="med"/>
          </a:ln>
        </p:spPr>
      </p:cxnSp>
      <p:cxnSp>
        <p:nvCxnSpPr>
          <p:cNvPr id="30" name="Straight Arrow Connector 29"/>
          <p:cNvCxnSpPr>
            <a:stCxn id="10" idx="6"/>
            <a:endCxn id="11" idx="1"/>
          </p:cNvCxnSpPr>
          <p:nvPr/>
        </p:nvCxnSpPr>
        <p:spPr>
          <a:xfrm>
            <a:off x="9048750" y="3714750"/>
            <a:ext cx="952500" cy="0"/>
          </a:xfrm>
          <a:prstGeom prst="straightConnector1">
            <a:avLst/>
          </a:prstGeom>
          <a:ln w="19050">
            <a:solidFill>
              <a:srgbClr val="5E6875"/>
            </a:solidFill>
            <a:prstDash val="solid"/>
            <a:headEnd type="none" w="med" len="med"/>
            <a:tailEnd type="arrow" w="med" len="med"/>
          </a:ln>
        </p:spPr>
      </p:cxnSp>
      <p:cxnSp>
        <p:nvCxnSpPr>
          <p:cNvPr id="31" name="Elbow Connector 30"/>
          <p:cNvCxnSpPr>
            <a:stCxn id="7" idx="0"/>
            <a:endCxn id="10" idx="0"/>
          </p:cNvCxnSpPr>
          <p:nvPr/>
        </p:nvCxnSpPr>
        <p:spPr>
          <a:xfrm>
            <a:off x="1173185" y="2584629"/>
            <a:ext cx="7510663" cy="749121"/>
          </a:xfrm>
          <a:prstGeom prst="bentConnector4">
            <a:avLst/>
          </a:prstGeom>
          <a:ln w="28575">
            <a:solidFill>
              <a:srgbClr val="2E9B63"/>
            </a:solidFill>
            <a:prstDash val="solid"/>
            <a:headEnd type="none" w="med" len="med"/>
            <a:tailEnd type="arrow" w="med" len="med"/>
          </a:ln>
        </p:spPr>
      </p:cxnSp>
      <p:sp>
        <p:nvSpPr>
          <p:cNvPr id="17" name="Editable text">
            <a:extLst>
              <a:ext uri="{FF2B5EF4-FFF2-40B4-BE49-F238E27FC236}">
                <a16:creationId xmlns:a16="http://schemas.microsoft.com/office/drawing/2014/main" id="{DA3917A5-9E1B-46FA-AA49-6CABCEB278D3}"/>
              </a:ext>
            </a:extLst>
          </p:cNvPr>
          <p:cNvSpPr>
            <a:spLocks noGrp="1"/>
          </p:cNvSpPr>
          <p:nvPr/>
        </p:nvSpPr>
        <p:spPr>
          <a:xfrm>
            <a:off x="4095750" y="2428875"/>
            <a:ext cx="3333750" cy="361950"/>
          </a:xfrm>
          <a:prstGeom prst="rect">
            <a:avLst/>
          </a:prstGeom>
          <a:noFill/>
          <a:ln w="0">
            <a:noFill/>
          </a:ln>
        </p:spPr>
        <p:txBody>
          <a:bodyPr anchor="ctr"/>
          <a:lstStyle/>
          <a:p>
            <a:pPr algn="ctr">
              <a:defRPr sz="1500" b="1">
                <a:solidFill>
                  <a:srgbClr val="2E9B63"/>
                </a:solidFill>
              </a:defRPr>
            </a:pPr>
            <a:r>
              <a:rPr sz="1500" b="1">
                <a:solidFill>
                  <a:srgbClr val="2E9B63"/>
                </a:solidFill>
              </a:rPr>
              <a:t>identity shortcut</a:t>
            </a:r>
          </a:p>
        </p:txBody>
      </p:sp>
      <p:sp>
        <p:nvSpPr>
          <p:cNvPr id="18" name="Editable box: Residual connections preserve information and make much deeper networks trainable.">
            <a:extLst>
              <a:ext uri="{FF2B5EF4-FFF2-40B4-BE49-F238E27FC236}">
                <a16:creationId xmlns:a16="http://schemas.microsoft.com/office/drawing/2014/main" id="{03D0556F-A4A2-45EA-BF6C-1E14190FC79F}"/>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Residual connections preserve information and make much deeper networks trainable.</a:t>
            </a:r>
          </a:p>
        </p:txBody>
      </p:sp>
    </p:spTree>
    <p:extLst>
      <p:ext uri="{BB962C8B-B14F-4D97-AF65-F5344CB8AC3E}">
        <p14:creationId xmlns:p14="http://schemas.microsoft.com/office/powerpoint/2010/main" val="1513591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Compute, Data, and Architecture Reinforced One Another</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The 2012 deep-learning inflection came from three mutually reinforcing resources—not one invention.</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GPUs</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Parallel hardware made large neural-network training dramatically faster.</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Large datasets</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ImageNet-scale labeled data made comparison and generalization measurable.</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Architectures</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Convolutions, ReLU, dropout, and later residual connections improved optimization.</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AlexNet made the combined effect visible; later architectures extended it.</a:t>
            </a:r>
          </a:p>
        </p:txBody>
      </p:sp>
      <p:pic>
        <p:nvPicPr>
          <p:cNvPr id="40" name="Data-center infrastructure photo"/>
          <p:cNvPicPr>
            <a:picLocks noChangeAspect="1"/>
          </p:cNvPicPr>
          <p:nvPr/>
        </p:nvPicPr>
        <p:blipFill>
          <a:blip r:embed="rId3"/>
          <a:srcRect t="41513" b="41513"/>
          <a:stretch>
            <a:fillRect/>
          </a:stretch>
        </p:blipFill>
        <p:spPr>
          <a:xfrm>
            <a:off x="1095375" y="4476750"/>
            <a:ext cx="10001250" cy="952500"/>
          </a:xfrm>
          <a:prstGeom prst="roundRect">
            <a:avLst>
              <a:gd name="adj" fmla="val 12000"/>
            </a:avLst>
          </a:prstGeom>
        </p:spPr>
      </p:pic>
      <p:sp>
        <p:nvSpPr>
          <p:cNvPr id="26" name="Editable compute data architecture caption">
            <a:extLst>
              <a:ext uri="{FF2B5EF4-FFF2-40B4-BE49-F238E27FC236}">
                <a16:creationId xmlns:a16="http://schemas.microsoft.com/office/drawing/2014/main" id="{B814CBF5-F0C4-40D6-8369-9BB223782F73}"/>
              </a:ext>
            </a:extLst>
          </p:cNvPr>
          <p:cNvSpPr>
            <a:spLocks noGrp="1"/>
          </p:cNvSpPr>
          <p:nvPr/>
        </p:nvSpPr>
        <p:spPr>
          <a:xfrm>
            <a:off x="3524250" y="5029200"/>
            <a:ext cx="5143500" cy="304800"/>
          </a:xfrm>
          <a:prstGeom prst="roundRect">
            <a:avLst>
              <a:gd name="adj" fmla="val 25000"/>
            </a:avLst>
          </a:prstGeom>
          <a:solidFill>
            <a:srgbClr val="1F5592"/>
          </a:solidFill>
          <a:ln w="0">
            <a:solidFill>
              <a:srgbClr val="1F5592"/>
            </a:solidFill>
            <a:prstDash val="solid"/>
          </a:ln>
        </p:spPr>
        <p:txBody>
          <a:bodyPr lIns="66675" tIns="28575" rIns="66675" bIns="28575" anchor="ctr">
            <a:normAutofit/>
          </a:bodyPr>
          <a:lstStyle/>
          <a:p>
            <a:pPr algn="ctr">
              <a:defRPr sz="1125" b="1">
                <a:solidFill>
                  <a:srgbClr val="FFFFFF"/>
                </a:solidFill>
              </a:defRPr>
            </a:pPr>
            <a:r>
              <a:rPr sz="1125" b="1">
                <a:solidFill>
                  <a:srgbClr val="FFFFFF"/>
                </a:solidFill>
              </a:rPr>
              <a:t>GPU PARALLELISM  •  DATA SCALE  •  ARCHITECTURE</a:t>
            </a:r>
          </a:p>
        </p:txBody>
      </p:sp>
    </p:spTree>
    <p:extLst>
      <p:ext uri="{BB962C8B-B14F-4D97-AF65-F5344CB8AC3E}">
        <p14:creationId xmlns:p14="http://schemas.microsoft.com/office/powerpoint/2010/main" val="2139342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Geoffrey Hinton Helped Make Deep Learning Practical</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Hinton’s work connected brain-inspired computation with trainable neural networks; he shared the 2024 Nobel Prize in Physics with John Hopfield.</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Foundational contributions</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Career and recognition</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Distributed representations and backpropagation research</a:t>
            </a:r>
          </a:p>
          <a:p>
            <a:pPr marL="24" indent="-15">
              <a:spcAft>
                <a:spcPts val="9"/>
              </a:spcAft>
              <a:buChar char="•"/>
              <a:defRPr sz="1800"/>
            </a:pPr>
            <a:r>
              <a:rPr sz="2000">
                <a:solidFill>
                  <a:srgbClr val="262626"/>
                </a:solidFill>
                <a:latin typeface="Calibri"/>
                <a:ea typeface="Calibri"/>
                <a:cs typeface="Calibri"/>
              </a:rPr>
              <a:t>Boltzmann machines, deep belief networks, and mixtures of experts</a:t>
            </a:r>
          </a:p>
          <a:p>
            <a:pPr marL="24" indent="-15">
              <a:spcAft>
                <a:spcPts val="9"/>
              </a:spcAft>
              <a:buChar char="•"/>
              <a:defRPr sz="1800"/>
            </a:pPr>
            <a:r>
              <a:rPr sz="2000">
                <a:solidFill>
                  <a:srgbClr val="262626"/>
                </a:solidFill>
                <a:latin typeface="Calibri"/>
                <a:ea typeface="Calibri"/>
                <a:cs typeface="Calibri"/>
              </a:rPr>
              <a:t>The Toronto team whose work led to AlexNet’s 2012 breakthrough</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Cambridge and Edinburgh training; long career at the University of Toronto</a:t>
            </a:r>
          </a:p>
          <a:p>
            <a:pPr marL="24" indent="-15">
              <a:spcAft>
                <a:spcPts val="9"/>
              </a:spcAft>
              <a:buChar char="•"/>
              <a:defRPr sz="1800"/>
            </a:pPr>
            <a:r>
              <a:rPr sz="2000">
                <a:solidFill>
                  <a:srgbClr val="262626"/>
                </a:solidFill>
                <a:latin typeface="Calibri"/>
                <a:ea typeface="Calibri"/>
                <a:cs typeface="Calibri"/>
              </a:rPr>
              <a:t>CIFAR leadership and Google/DNNresearch from 2013 to 2023</a:t>
            </a:r>
          </a:p>
          <a:p>
            <a:pPr marL="24" indent="-15">
              <a:spcAft>
                <a:spcPts val="9"/>
              </a:spcAft>
              <a:buChar char="•"/>
              <a:defRPr sz="1800"/>
            </a:pPr>
            <a:r>
              <a:rPr sz="2000">
                <a:solidFill>
                  <a:srgbClr val="262626"/>
                </a:solidFill>
                <a:latin typeface="Calibri"/>
                <a:ea typeface="Calibri"/>
                <a:cs typeface="Calibri"/>
              </a:rPr>
              <a:t>2018 Turing Award and 2024 Nobel Prize in Physics</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Hinton helped turn neural networks from a long-term research program into a practical foundation for modern AI.</a:t>
            </a:r>
          </a:p>
        </p:txBody>
      </p:sp>
    </p:spTree>
    <p:extLst>
      <p:ext uri="{BB962C8B-B14F-4D97-AF65-F5344CB8AC3E}">
        <p14:creationId xmlns:p14="http://schemas.microsoft.com/office/powerpoint/2010/main" val="1305730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B074-D4E9-8CCD-2A3C-4071AFC562E3}"/>
              </a:ext>
            </a:extLst>
          </p:cNvPr>
          <p:cNvSpPr>
            <a:spLocks noGrp="1"/>
          </p:cNvSpPr>
          <p:nvPr>
            <p:ph type="title"/>
          </p:nvPr>
        </p:nvSpPr>
        <p:spPr>
          <a:xfrm>
            <a:off x="415600" y="298727"/>
            <a:ext cx="11360800" cy="763600"/>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HK"/>
              <a:t>Who is Geoffrey Hinton?</a:t>
            </a:r>
          </a:p>
        </p:txBody>
      </p:sp>
      <p:pic>
        <p:nvPicPr>
          <p:cNvPr id="5" name="Picture 4" descr="A person with glasses and a circle with text">
            <a:extLst>
              <a:ext uri="{FF2B5EF4-FFF2-40B4-BE49-F238E27FC236}">
                <a16:creationId xmlns:a16="http://schemas.microsoft.com/office/drawing/2014/main" id="{FA6A21E0-F0FE-ADC5-8A38-79F767A57DD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2000" y="1062327"/>
            <a:ext cx="10220960" cy="5575069"/>
          </a:xfrm>
          <a:prstGeom prst="rect">
            <a:avLst/>
          </a:prstGeom>
        </p:spPr>
      </p:pic>
    </p:spTree>
    <p:extLst>
      <p:ext uri="{BB962C8B-B14F-4D97-AF65-F5344CB8AC3E}">
        <p14:creationId xmlns:p14="http://schemas.microsoft.com/office/powerpoint/2010/main" val="803518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F2CA-820E-6DEE-BEAB-62DF4BF21DD9}"/>
              </a:ext>
            </a:extLst>
          </p:cNvPr>
          <p:cNvSpPr>
            <a:spLocks noGrp="1"/>
          </p:cNvSpPr>
          <p:nvPr>
            <p:ph type="title"/>
          </p:nvPr>
        </p:nvSpPr>
        <p:spPr>
          <a:xfrm>
            <a:off x="614744" y="428816"/>
            <a:ext cx="9366123" cy="935069"/>
          </a:xfrm>
        </p:spPr>
        <p:txBody>
          <a:bodyPr wrap="square">
            <a:noAutofit/>
          </a:bodyPr>
          <a:lstStyle/>
          <a:p>
            <a:r>
              <a:t>Watch: Geoffrey Hinton’s Nobel Lecture</a:t>
            </a:r>
          </a:p>
        </p:txBody>
      </p:sp>
      <p:sp>
        <p:nvSpPr>
          <p:cNvPr id="6" name="TextBox 5">
            <a:extLst>
              <a:ext uri="{FF2B5EF4-FFF2-40B4-BE49-F238E27FC236}">
                <a16:creationId xmlns:a16="http://schemas.microsoft.com/office/drawing/2014/main" id="{1B70F7FF-DFA7-4E6F-52AE-4028F5E7EE4B}"/>
              </a:ext>
            </a:extLst>
          </p:cNvPr>
          <p:cNvSpPr>
            <a:spLocks noGrp="1"/>
          </p:cNvSpPr>
          <p:nvPr/>
        </p:nvSpPr>
        <p:spPr>
          <a:xfrm>
            <a:off x="613759" y="1716512"/>
            <a:ext cx="4333875" cy="3524250"/>
          </a:xfrm>
          <a:prstGeom prst="rect">
            <a:avLst/>
          </a:prstGeom>
          <a:noFill/>
        </p:spPr>
        <p:txBody>
          <a:bodyPr wrap="square">
            <a:noAutofit/>
          </a:bodyPr>
          <a:lstStyle/>
          <a:p>
            <a:pPr>
              <a:buNone/>
              <a:defRPr sz="1800"/>
            </a:pPr>
            <a:r>
              <a:rPr sz="2000"/>
              <a:t>DEEP-LEARNING MILESTONE</a:t>
            </a:r>
          </a:p>
          <a:p>
            <a:pPr>
              <a:buNone/>
              <a:defRPr sz="1800"/>
            </a:pPr>
            <a:endParaRPr sz="1800"/>
          </a:p>
          <a:p>
            <a:pPr>
              <a:buNone/>
              <a:defRPr sz="1800"/>
            </a:pPr>
            <a:r>
              <a:rPr sz="2000"/>
              <a:t>Use this segment to connect the history of neural networks with the methods that made modern foundation models practical.</a:t>
            </a:r>
          </a:p>
          <a:p>
            <a:pPr>
              <a:buNone/>
              <a:defRPr sz="1800"/>
            </a:pPr>
            <a:endParaRPr sz="1800"/>
          </a:p>
          <a:p>
            <a:pPr>
              <a:buNone/>
              <a:defRPr sz="1800"/>
            </a:pPr>
            <a:r>
              <a:rPr sz="2000"/>
              <a:t>Listen for how research ideas became scalable learning systems.</a:t>
            </a:r>
          </a:p>
          <a:p>
            <a:pPr>
              <a:buNone/>
              <a:defRPr sz="1800"/>
            </a:pPr>
            <a:endParaRPr sz="1800"/>
          </a:p>
          <a:p>
            <a:pPr>
              <a:buNone/>
              <a:defRPr sz="1800"/>
            </a:pPr>
            <a:r>
              <a:rPr sz="2000"/>
              <a:t>youtube.com/watch?v=-f5WQAk3dYo&amp;t=23s</a:t>
            </a:r>
          </a:p>
        </p:txBody>
      </p:sp>
      <p:pic>
        <p:nvPicPr>
          <p:cNvPr id="3" name="联机媒体 2" title="Geoffrey Hinton, Nobel Prize in Physics 2024: Banquet speech">
            <a:hlinkClick r:id="" action="ppaction://noaction"/>
            <a:extLst>
              <a:ext uri="{FF2B5EF4-FFF2-40B4-BE49-F238E27FC236}">
                <a16:creationId xmlns:a16="http://schemas.microsoft.com/office/drawing/2014/main" id="{77E454A3-821D-95E4-B56B-03FE6D9EDA28}"/>
              </a:ext>
            </a:extLst>
          </p:cNvPr>
          <p:cNvPicPr>
            <a:picLocks noRot="1" noChangeAspect="1"/>
          </p:cNvPicPr>
          <p:nvPr>
            <a:videoFile r:link="rId1"/>
          </p:nvPr>
        </p:nvPicPr>
        <p:blipFill>
          <a:blip r:embed="rId4"/>
          <a:stretch>
            <a:fillRect/>
          </a:stretch>
        </p:blipFill>
        <p:spPr>
          <a:xfrm>
            <a:off x="5048639" y="1722656"/>
            <a:ext cx="6939363" cy="3926148"/>
          </a:xfrm>
          <a:prstGeom prst="rect">
            <a:avLst/>
          </a:prstGeom>
        </p:spPr>
      </p:pic>
    </p:spTree>
    <p:extLst>
      <p:ext uri="{BB962C8B-B14F-4D97-AF65-F5344CB8AC3E}">
        <p14:creationId xmlns:p14="http://schemas.microsoft.com/office/powerpoint/2010/main" val="3345646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Language Meaning Depends on Context</a:t>
            </a:r>
          </a:p>
        </p:txBody>
      </p:sp>
      <p:sp>
        <p:nvSpPr>
          <p:cNvPr id="13" name="Restored content rail">
            <a:extLst>
              <a:ext uri="{FF2B5EF4-FFF2-40B4-BE49-F238E27FC236}">
                <a16:creationId xmlns:a16="http://schemas.microsoft.com/office/drawing/2014/main" id="{7D3F75A1-E580-49C6-BDC3-350437B90D6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0A0D8E-B68F-4A16-A985-55794DECF99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Unlike a fixed numeric feature vector, language combines ambiguity, sequence, syntax, and world knowledge.</a:t>
            </a:r>
          </a:p>
        </p:txBody>
      </p:sp>
      <p:sp>
        <p:nvSpPr>
          <p:cNvPr id="15" name="Two-column divider">
            <a:extLst>
              <a:ext uri="{FF2B5EF4-FFF2-40B4-BE49-F238E27FC236}">
                <a16:creationId xmlns:a16="http://schemas.microsoft.com/office/drawing/2014/main" id="{AFB9F91A-1E5B-4AD9-900A-17E687486222}"/>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B1518248-2239-4EA1-8918-00717C81E6D1}"/>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Same form, different meaning</a:t>
            </a:r>
          </a:p>
        </p:txBody>
      </p:sp>
      <p:sp>
        <p:nvSpPr>
          <p:cNvPr id="17" name="Restored right heading">
            <a:extLst>
              <a:ext uri="{FF2B5EF4-FFF2-40B4-BE49-F238E27FC236}">
                <a16:creationId xmlns:a16="http://schemas.microsoft.com/office/drawing/2014/main" id="{D3493E9E-4281-4081-A1CE-C88F4EF41020}"/>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Why sequence matters</a:t>
            </a:r>
          </a:p>
        </p:txBody>
      </p:sp>
      <p:sp>
        <p:nvSpPr>
          <p:cNvPr id="18" name="Restored left bullets">
            <a:extLst>
              <a:ext uri="{FF2B5EF4-FFF2-40B4-BE49-F238E27FC236}">
                <a16:creationId xmlns:a16="http://schemas.microsoft.com/office/drawing/2014/main" id="{D81162F4-AF6B-4846-9800-B7EB8FBAA047}"/>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Words can have multiple senses</a:t>
            </a:r>
          </a:p>
          <a:p>
            <a:pPr marL="24" indent="-15">
              <a:spcAft>
                <a:spcPts val="9"/>
              </a:spcAft>
              <a:buChar char="•"/>
              <a:defRPr sz="1800"/>
            </a:pPr>
            <a:r>
              <a:rPr sz="2000">
                <a:solidFill>
                  <a:srgbClr val="262626"/>
                </a:solidFill>
                <a:latin typeface="Calibri"/>
                <a:ea typeface="Calibri"/>
                <a:cs typeface="Calibri"/>
              </a:rPr>
              <a:t>Pronouns and references depend on earlier text</a:t>
            </a:r>
          </a:p>
          <a:p>
            <a:pPr marL="24" indent="-15">
              <a:spcAft>
                <a:spcPts val="9"/>
              </a:spcAft>
              <a:buChar char="•"/>
              <a:defRPr sz="1800"/>
            </a:pPr>
            <a:r>
              <a:rPr sz="2000">
                <a:solidFill>
                  <a:srgbClr val="262626"/>
                </a:solidFill>
                <a:latin typeface="Calibri"/>
                <a:ea typeface="Calibri"/>
                <a:cs typeface="Calibri"/>
              </a:rPr>
              <a:t>Tone and intent may be implicit</a:t>
            </a:r>
          </a:p>
        </p:txBody>
      </p:sp>
      <p:sp>
        <p:nvSpPr>
          <p:cNvPr id="19" name="Restored right bullets">
            <a:extLst>
              <a:ext uri="{FF2B5EF4-FFF2-40B4-BE49-F238E27FC236}">
                <a16:creationId xmlns:a16="http://schemas.microsoft.com/office/drawing/2014/main" id="{14FB8BCE-04D8-4ADF-9D9F-F0F1A91285E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Word order changes meaning</a:t>
            </a:r>
          </a:p>
          <a:p>
            <a:pPr marL="24" indent="-15">
              <a:spcAft>
                <a:spcPts val="9"/>
              </a:spcAft>
              <a:buChar char="•"/>
              <a:defRPr sz="1800"/>
            </a:pPr>
            <a:r>
              <a:rPr sz="2000">
                <a:solidFill>
                  <a:srgbClr val="262626"/>
                </a:solidFill>
                <a:latin typeface="Calibri"/>
                <a:ea typeface="Calibri"/>
                <a:cs typeface="Calibri"/>
              </a:rPr>
              <a:t>Long-range dependencies connect distant phrases</a:t>
            </a:r>
          </a:p>
          <a:p>
            <a:pPr marL="24" indent="-15">
              <a:spcAft>
                <a:spcPts val="9"/>
              </a:spcAft>
              <a:buChar char="•"/>
              <a:defRPr sz="1800"/>
            </a:pPr>
            <a:r>
              <a:rPr sz="2000">
                <a:solidFill>
                  <a:srgbClr val="262626"/>
                </a:solidFill>
                <a:latin typeface="Calibri"/>
                <a:ea typeface="Calibri"/>
                <a:cs typeface="Calibri"/>
              </a:rPr>
              <a:t>Small interpretation errors can compound across a document</a:t>
            </a:r>
          </a:p>
        </p:txBody>
      </p:sp>
      <p:sp>
        <p:nvSpPr>
          <p:cNvPr id="20" name="Restored takeaway background">
            <a:extLst>
              <a:ext uri="{FF2B5EF4-FFF2-40B4-BE49-F238E27FC236}">
                <a16:creationId xmlns:a16="http://schemas.microsoft.com/office/drawing/2014/main" id="{E019FEAB-161E-417F-B3F8-4C584B494E5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D2ADFD1-07E8-45A5-9024-0BAEFD840DC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Language models need representations that capture both token identity and surrounding context.</a:t>
            </a:r>
          </a:p>
        </p:txBody>
      </p:sp>
    </p:spTree>
    <p:extLst>
      <p:ext uri="{BB962C8B-B14F-4D97-AF65-F5344CB8AC3E}">
        <p14:creationId xmlns:p14="http://schemas.microsoft.com/office/powerpoint/2010/main" val="1397607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One-Hot Encoding Made Words Sparse and Isolated</a:t>
            </a:r>
          </a:p>
        </p:txBody>
      </p:sp>
      <p:sp>
        <p:nvSpPr>
          <p:cNvPr id="5" name="Editable content rail">
            <a:extLst>
              <a:ext uri="{FF2B5EF4-FFF2-40B4-BE49-F238E27FC236}">
                <a16:creationId xmlns:a16="http://schemas.microsoft.com/office/drawing/2014/main" id="{203BD3E3-1E22-4A77-A305-242402D9B330}"/>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F39671FA-C2B3-4E5F-8F5F-46953C548C17}"/>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one-hot vector identifies a token but says nothing about similarity or context.</a:t>
            </a:r>
          </a:p>
        </p:txBody>
      </p:sp>
      <p:sp>
        <p:nvSpPr>
          <p:cNvPr id="7" name="Editable text">
            <a:extLst>
              <a:ext uri="{FF2B5EF4-FFF2-40B4-BE49-F238E27FC236}">
                <a16:creationId xmlns:a16="http://schemas.microsoft.com/office/drawing/2014/main" id="{D21AF55E-797D-4A54-ABE7-CFEBB5DEE032}"/>
              </a:ext>
            </a:extLst>
          </p:cNvPr>
          <p:cNvSpPr>
            <a:spLocks noGrp="1"/>
          </p:cNvSpPr>
          <p:nvPr/>
        </p:nvSpPr>
        <p:spPr>
          <a:xfrm>
            <a:off x="1047750" y="2428875"/>
            <a:ext cx="1524000" cy="552450"/>
          </a:xfrm>
          <a:prstGeom prst="rect">
            <a:avLst/>
          </a:prstGeom>
          <a:noFill/>
          <a:ln w="0">
            <a:noFill/>
          </a:ln>
        </p:spPr>
        <p:txBody>
          <a:bodyPr anchor="ctr"/>
          <a:lstStyle/>
          <a:p>
            <a:pPr algn="r">
              <a:defRPr sz="1425" b="1">
                <a:solidFill>
                  <a:srgbClr val="2F73E8"/>
                </a:solidFill>
              </a:defRPr>
            </a:pPr>
            <a:r>
              <a:rPr sz="1425" b="1">
                <a:solidFill>
                  <a:srgbClr val="2F73E8"/>
                </a:solidFill>
              </a:rPr>
              <a:t>bank</a:t>
            </a:r>
          </a:p>
        </p:txBody>
      </p:sp>
      <p:sp>
        <p:nvSpPr>
          <p:cNvPr id="8" name="Editable text">
            <a:extLst>
              <a:ext uri="{FF2B5EF4-FFF2-40B4-BE49-F238E27FC236}">
                <a16:creationId xmlns:a16="http://schemas.microsoft.com/office/drawing/2014/main" id="{3F9F563C-A06F-4E45-A51A-18E769AE9DAE}"/>
              </a:ext>
            </a:extLst>
          </p:cNvPr>
          <p:cNvSpPr>
            <a:spLocks noGrp="1"/>
          </p:cNvSpPr>
          <p:nvPr/>
        </p:nvSpPr>
        <p:spPr>
          <a:xfrm>
            <a:off x="2952750" y="1933575"/>
            <a:ext cx="552450" cy="428625"/>
          </a:xfrm>
          <a:prstGeom prst="rect">
            <a:avLst/>
          </a:prstGeom>
          <a:noFill/>
          <a:ln w="0">
            <a:noFill/>
          </a:ln>
        </p:spPr>
        <p:txBody>
          <a:bodyPr anchor="ctr"/>
          <a:lstStyle/>
          <a:p>
            <a:pPr algn="ctr">
              <a:defRPr sz="1275" b="0">
                <a:solidFill>
                  <a:srgbClr val="5E6875"/>
                </a:solidFill>
              </a:defRPr>
            </a:pPr>
            <a:r>
              <a:rPr sz="1275" b="0">
                <a:solidFill>
                  <a:srgbClr val="5E6875"/>
                </a:solidFill>
              </a:rPr>
              <a:t>bank</a:t>
            </a:r>
          </a:p>
        </p:txBody>
      </p:sp>
      <p:sp>
        <p:nvSpPr>
          <p:cNvPr id="9" name="Editable box: 1">
            <a:extLst>
              <a:ext uri="{FF2B5EF4-FFF2-40B4-BE49-F238E27FC236}">
                <a16:creationId xmlns:a16="http://schemas.microsoft.com/office/drawing/2014/main" id="{E759AD5F-3A79-4F6E-B0EB-2BE2D6846970}"/>
              </a:ext>
            </a:extLst>
          </p:cNvPr>
          <p:cNvSpPr>
            <a:spLocks noGrp="1"/>
          </p:cNvSpPr>
          <p:nvPr/>
        </p:nvSpPr>
        <p:spPr>
          <a:xfrm>
            <a:off x="2952750" y="2428875"/>
            <a:ext cx="514350" cy="514350"/>
          </a:xfrm>
          <a:prstGeom prst="roundRect">
            <a:avLst>
              <a:gd name="adj" fmla="val 7407"/>
            </a:avLst>
          </a:prstGeom>
          <a:solidFill>
            <a:srgbClr val="2F73E8"/>
          </a:solidFill>
          <a:ln w="14288">
            <a:solidFill>
              <a:srgbClr val="FFFFFF"/>
            </a:solidFill>
            <a:prstDash val="solid"/>
          </a:ln>
        </p:spPr>
        <p:txBody>
          <a:bodyPr anchor="ctr"/>
          <a:lstStyle/>
          <a:p>
            <a:pPr algn="ctr">
              <a:defRPr sz="1500" b="1">
                <a:solidFill>
                  <a:srgbClr val="FFFFFF"/>
                </a:solidFill>
              </a:defRPr>
            </a:pPr>
            <a:r>
              <a:rPr sz="1500" b="1">
                <a:solidFill>
                  <a:srgbClr val="FFFFFF"/>
                </a:solidFill>
              </a:rPr>
              <a:t>1</a:t>
            </a:r>
          </a:p>
        </p:txBody>
      </p:sp>
      <p:sp>
        <p:nvSpPr>
          <p:cNvPr id="10" name="Editable box: 0">
            <a:extLst>
              <a:ext uri="{FF2B5EF4-FFF2-40B4-BE49-F238E27FC236}">
                <a16:creationId xmlns:a16="http://schemas.microsoft.com/office/drawing/2014/main" id="{66727EFC-3093-49A1-8610-8C1B3B9494D6}"/>
              </a:ext>
            </a:extLst>
          </p:cNvPr>
          <p:cNvSpPr>
            <a:spLocks noGrp="1"/>
          </p:cNvSpPr>
          <p:nvPr/>
        </p:nvSpPr>
        <p:spPr>
          <a:xfrm>
            <a:off x="3505200" y="24288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11" name="Editable box: 0">
            <a:extLst>
              <a:ext uri="{FF2B5EF4-FFF2-40B4-BE49-F238E27FC236}">
                <a16:creationId xmlns:a16="http://schemas.microsoft.com/office/drawing/2014/main" id="{6187891C-AFFE-4F2D-84B0-557539E733E8}"/>
              </a:ext>
            </a:extLst>
          </p:cNvPr>
          <p:cNvSpPr>
            <a:spLocks noGrp="1"/>
          </p:cNvSpPr>
          <p:nvPr/>
        </p:nvSpPr>
        <p:spPr>
          <a:xfrm>
            <a:off x="4057650" y="24288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12" name="Editable box: 0">
            <a:extLst>
              <a:ext uri="{FF2B5EF4-FFF2-40B4-BE49-F238E27FC236}">
                <a16:creationId xmlns:a16="http://schemas.microsoft.com/office/drawing/2014/main" id="{DD46D862-8EBF-4F97-A202-472A385BB2B1}"/>
              </a:ext>
            </a:extLst>
          </p:cNvPr>
          <p:cNvSpPr>
            <a:spLocks noGrp="1"/>
          </p:cNvSpPr>
          <p:nvPr/>
        </p:nvSpPr>
        <p:spPr>
          <a:xfrm>
            <a:off x="4610100" y="24288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13" name="Editable box: 0">
            <a:extLst>
              <a:ext uri="{FF2B5EF4-FFF2-40B4-BE49-F238E27FC236}">
                <a16:creationId xmlns:a16="http://schemas.microsoft.com/office/drawing/2014/main" id="{F44D2972-43C7-4D02-A735-2D6E57AEAC0C}"/>
              </a:ext>
            </a:extLst>
          </p:cNvPr>
          <p:cNvSpPr>
            <a:spLocks noGrp="1"/>
          </p:cNvSpPr>
          <p:nvPr/>
        </p:nvSpPr>
        <p:spPr>
          <a:xfrm>
            <a:off x="5162550" y="24288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14" name="Editable text">
            <a:extLst>
              <a:ext uri="{FF2B5EF4-FFF2-40B4-BE49-F238E27FC236}">
                <a16:creationId xmlns:a16="http://schemas.microsoft.com/office/drawing/2014/main" id="{0AA95DA9-070E-4778-B82E-C55839B98A80}"/>
              </a:ext>
            </a:extLst>
          </p:cNvPr>
          <p:cNvSpPr>
            <a:spLocks noGrp="1"/>
          </p:cNvSpPr>
          <p:nvPr/>
        </p:nvSpPr>
        <p:spPr>
          <a:xfrm>
            <a:off x="1047750" y="2981325"/>
            <a:ext cx="1524000" cy="552450"/>
          </a:xfrm>
          <a:prstGeom prst="rect">
            <a:avLst/>
          </a:prstGeom>
          <a:noFill/>
          <a:ln w="0">
            <a:noFill/>
          </a:ln>
        </p:spPr>
        <p:txBody>
          <a:bodyPr anchor="ctr"/>
          <a:lstStyle/>
          <a:p>
            <a:pPr algn="r">
              <a:defRPr sz="1425" b="0">
                <a:solidFill>
                  <a:srgbClr val="5E6875"/>
                </a:solidFill>
              </a:defRPr>
            </a:pPr>
            <a:r>
              <a:rPr sz="1425" b="0">
                <a:solidFill>
                  <a:srgbClr val="5E6875"/>
                </a:solidFill>
              </a:rPr>
              <a:t>river</a:t>
            </a:r>
          </a:p>
        </p:txBody>
      </p:sp>
      <p:sp>
        <p:nvSpPr>
          <p:cNvPr id="15" name="Editable text">
            <a:extLst>
              <a:ext uri="{FF2B5EF4-FFF2-40B4-BE49-F238E27FC236}">
                <a16:creationId xmlns:a16="http://schemas.microsoft.com/office/drawing/2014/main" id="{B124DC73-0CEC-44C5-906B-3411DA13D005}"/>
              </a:ext>
            </a:extLst>
          </p:cNvPr>
          <p:cNvSpPr>
            <a:spLocks noGrp="1"/>
          </p:cNvSpPr>
          <p:nvPr/>
        </p:nvSpPr>
        <p:spPr>
          <a:xfrm>
            <a:off x="3505200" y="1933575"/>
            <a:ext cx="552450" cy="428625"/>
          </a:xfrm>
          <a:prstGeom prst="rect">
            <a:avLst/>
          </a:prstGeom>
          <a:noFill/>
          <a:ln w="0">
            <a:noFill/>
          </a:ln>
        </p:spPr>
        <p:txBody>
          <a:bodyPr anchor="ctr"/>
          <a:lstStyle/>
          <a:p>
            <a:pPr algn="ctr">
              <a:defRPr sz="1275" b="0">
                <a:solidFill>
                  <a:srgbClr val="5E6875"/>
                </a:solidFill>
              </a:defRPr>
            </a:pPr>
            <a:r>
              <a:rPr sz="1275" b="0">
                <a:solidFill>
                  <a:srgbClr val="5E6875"/>
                </a:solidFill>
              </a:rPr>
              <a:t>river</a:t>
            </a:r>
          </a:p>
        </p:txBody>
      </p:sp>
      <p:sp>
        <p:nvSpPr>
          <p:cNvPr id="16" name="Editable box: 0">
            <a:extLst>
              <a:ext uri="{FF2B5EF4-FFF2-40B4-BE49-F238E27FC236}">
                <a16:creationId xmlns:a16="http://schemas.microsoft.com/office/drawing/2014/main" id="{B4207930-4559-468B-AF03-D877A1877F42}"/>
              </a:ext>
            </a:extLst>
          </p:cNvPr>
          <p:cNvSpPr>
            <a:spLocks noGrp="1"/>
          </p:cNvSpPr>
          <p:nvPr/>
        </p:nvSpPr>
        <p:spPr>
          <a:xfrm>
            <a:off x="2952750" y="29813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17" name="Editable box: 1">
            <a:extLst>
              <a:ext uri="{FF2B5EF4-FFF2-40B4-BE49-F238E27FC236}">
                <a16:creationId xmlns:a16="http://schemas.microsoft.com/office/drawing/2014/main" id="{042E5C32-0E31-4F13-89B8-54F53F2613D6}"/>
              </a:ext>
            </a:extLst>
          </p:cNvPr>
          <p:cNvSpPr>
            <a:spLocks noGrp="1"/>
          </p:cNvSpPr>
          <p:nvPr/>
        </p:nvSpPr>
        <p:spPr>
          <a:xfrm>
            <a:off x="3505200" y="2981325"/>
            <a:ext cx="514350" cy="514350"/>
          </a:xfrm>
          <a:prstGeom prst="roundRect">
            <a:avLst>
              <a:gd name="adj" fmla="val 7407"/>
            </a:avLst>
          </a:prstGeom>
          <a:solidFill>
            <a:srgbClr val="2F73E8"/>
          </a:solidFill>
          <a:ln w="14288">
            <a:solidFill>
              <a:srgbClr val="FFFFFF"/>
            </a:solidFill>
            <a:prstDash val="solid"/>
          </a:ln>
        </p:spPr>
        <p:txBody>
          <a:bodyPr anchor="ctr"/>
          <a:lstStyle/>
          <a:p>
            <a:pPr algn="ctr">
              <a:defRPr sz="1500" b="1">
                <a:solidFill>
                  <a:srgbClr val="FFFFFF"/>
                </a:solidFill>
              </a:defRPr>
            </a:pPr>
            <a:r>
              <a:rPr sz="1500" b="1">
                <a:solidFill>
                  <a:srgbClr val="FFFFFF"/>
                </a:solidFill>
              </a:rPr>
              <a:t>1</a:t>
            </a:r>
          </a:p>
        </p:txBody>
      </p:sp>
      <p:sp>
        <p:nvSpPr>
          <p:cNvPr id="18" name="Editable box: 0">
            <a:extLst>
              <a:ext uri="{FF2B5EF4-FFF2-40B4-BE49-F238E27FC236}">
                <a16:creationId xmlns:a16="http://schemas.microsoft.com/office/drawing/2014/main" id="{27D7B363-CCB1-4C69-BCA3-D6A7056BAB9B}"/>
              </a:ext>
            </a:extLst>
          </p:cNvPr>
          <p:cNvSpPr>
            <a:spLocks noGrp="1"/>
          </p:cNvSpPr>
          <p:nvPr/>
        </p:nvSpPr>
        <p:spPr>
          <a:xfrm>
            <a:off x="4057650" y="29813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19" name="Editable box: 0">
            <a:extLst>
              <a:ext uri="{FF2B5EF4-FFF2-40B4-BE49-F238E27FC236}">
                <a16:creationId xmlns:a16="http://schemas.microsoft.com/office/drawing/2014/main" id="{365E673B-F62F-4A99-BE37-9B98F01DB571}"/>
              </a:ext>
            </a:extLst>
          </p:cNvPr>
          <p:cNvSpPr>
            <a:spLocks noGrp="1"/>
          </p:cNvSpPr>
          <p:nvPr/>
        </p:nvSpPr>
        <p:spPr>
          <a:xfrm>
            <a:off x="4610100" y="29813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20" name="Editable box: 0">
            <a:extLst>
              <a:ext uri="{FF2B5EF4-FFF2-40B4-BE49-F238E27FC236}">
                <a16:creationId xmlns:a16="http://schemas.microsoft.com/office/drawing/2014/main" id="{615E7F64-8995-4B24-B8AA-BDB990FE87BE}"/>
              </a:ext>
            </a:extLst>
          </p:cNvPr>
          <p:cNvSpPr>
            <a:spLocks noGrp="1"/>
          </p:cNvSpPr>
          <p:nvPr/>
        </p:nvSpPr>
        <p:spPr>
          <a:xfrm>
            <a:off x="5162550" y="29813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21" name="Editable text">
            <a:extLst>
              <a:ext uri="{FF2B5EF4-FFF2-40B4-BE49-F238E27FC236}">
                <a16:creationId xmlns:a16="http://schemas.microsoft.com/office/drawing/2014/main" id="{F93688C5-2BB7-4BE1-B7B5-7D803ADC590A}"/>
              </a:ext>
            </a:extLst>
          </p:cNvPr>
          <p:cNvSpPr>
            <a:spLocks noGrp="1"/>
          </p:cNvSpPr>
          <p:nvPr/>
        </p:nvSpPr>
        <p:spPr>
          <a:xfrm>
            <a:off x="1047750" y="3533775"/>
            <a:ext cx="1524000" cy="552450"/>
          </a:xfrm>
          <a:prstGeom prst="rect">
            <a:avLst/>
          </a:prstGeom>
          <a:noFill/>
          <a:ln w="0">
            <a:noFill/>
          </a:ln>
        </p:spPr>
        <p:txBody>
          <a:bodyPr anchor="ctr"/>
          <a:lstStyle/>
          <a:p>
            <a:pPr algn="r">
              <a:defRPr sz="1425" b="0">
                <a:solidFill>
                  <a:srgbClr val="5E6875"/>
                </a:solidFill>
              </a:defRPr>
            </a:pPr>
            <a:r>
              <a:rPr sz="1425" b="0">
                <a:solidFill>
                  <a:srgbClr val="5E6875"/>
                </a:solidFill>
              </a:rPr>
              <a:t>money</a:t>
            </a:r>
          </a:p>
        </p:txBody>
      </p:sp>
      <p:sp>
        <p:nvSpPr>
          <p:cNvPr id="22" name="Editable text">
            <a:extLst>
              <a:ext uri="{FF2B5EF4-FFF2-40B4-BE49-F238E27FC236}">
                <a16:creationId xmlns:a16="http://schemas.microsoft.com/office/drawing/2014/main" id="{8236B896-97A9-47D6-BA48-4C32DED95BE7}"/>
              </a:ext>
            </a:extLst>
          </p:cNvPr>
          <p:cNvSpPr>
            <a:spLocks noGrp="1"/>
          </p:cNvSpPr>
          <p:nvPr/>
        </p:nvSpPr>
        <p:spPr>
          <a:xfrm>
            <a:off x="4057650" y="1933575"/>
            <a:ext cx="552450" cy="428625"/>
          </a:xfrm>
          <a:prstGeom prst="rect">
            <a:avLst/>
          </a:prstGeom>
          <a:noFill/>
          <a:ln w="0">
            <a:noFill/>
          </a:ln>
        </p:spPr>
        <p:txBody>
          <a:bodyPr anchor="ctr"/>
          <a:lstStyle/>
          <a:p>
            <a:pPr algn="ctr">
              <a:defRPr sz="1275" b="0">
                <a:solidFill>
                  <a:srgbClr val="5E6875"/>
                </a:solidFill>
              </a:defRPr>
            </a:pPr>
            <a:r>
              <a:rPr sz="1275" b="0">
                <a:solidFill>
                  <a:srgbClr val="5E6875"/>
                </a:solidFill>
              </a:rPr>
              <a:t>money</a:t>
            </a:r>
          </a:p>
        </p:txBody>
      </p:sp>
      <p:sp>
        <p:nvSpPr>
          <p:cNvPr id="23" name="Editable box: 0">
            <a:extLst>
              <a:ext uri="{FF2B5EF4-FFF2-40B4-BE49-F238E27FC236}">
                <a16:creationId xmlns:a16="http://schemas.microsoft.com/office/drawing/2014/main" id="{258F0180-7927-49DC-AFC6-DE1DBEC9F0CE}"/>
              </a:ext>
            </a:extLst>
          </p:cNvPr>
          <p:cNvSpPr>
            <a:spLocks noGrp="1"/>
          </p:cNvSpPr>
          <p:nvPr/>
        </p:nvSpPr>
        <p:spPr>
          <a:xfrm>
            <a:off x="2952750" y="35337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24" name="Editable box: 0">
            <a:extLst>
              <a:ext uri="{FF2B5EF4-FFF2-40B4-BE49-F238E27FC236}">
                <a16:creationId xmlns:a16="http://schemas.microsoft.com/office/drawing/2014/main" id="{6520EE0F-4090-451D-B5B9-A44E1B8BA815}"/>
              </a:ext>
            </a:extLst>
          </p:cNvPr>
          <p:cNvSpPr>
            <a:spLocks noGrp="1"/>
          </p:cNvSpPr>
          <p:nvPr/>
        </p:nvSpPr>
        <p:spPr>
          <a:xfrm>
            <a:off x="3505200" y="35337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25" name="Editable box: 1">
            <a:extLst>
              <a:ext uri="{FF2B5EF4-FFF2-40B4-BE49-F238E27FC236}">
                <a16:creationId xmlns:a16="http://schemas.microsoft.com/office/drawing/2014/main" id="{17077002-0BA7-47C1-90C4-CE6529579FE0}"/>
              </a:ext>
            </a:extLst>
          </p:cNvPr>
          <p:cNvSpPr>
            <a:spLocks noGrp="1"/>
          </p:cNvSpPr>
          <p:nvPr/>
        </p:nvSpPr>
        <p:spPr>
          <a:xfrm>
            <a:off x="4057650" y="3533775"/>
            <a:ext cx="514350" cy="514350"/>
          </a:xfrm>
          <a:prstGeom prst="roundRect">
            <a:avLst>
              <a:gd name="adj" fmla="val 7407"/>
            </a:avLst>
          </a:prstGeom>
          <a:solidFill>
            <a:srgbClr val="2F73E8"/>
          </a:solidFill>
          <a:ln w="14288">
            <a:solidFill>
              <a:srgbClr val="FFFFFF"/>
            </a:solidFill>
            <a:prstDash val="solid"/>
          </a:ln>
        </p:spPr>
        <p:txBody>
          <a:bodyPr anchor="ctr"/>
          <a:lstStyle/>
          <a:p>
            <a:pPr algn="ctr">
              <a:defRPr sz="1500" b="1">
                <a:solidFill>
                  <a:srgbClr val="FFFFFF"/>
                </a:solidFill>
              </a:defRPr>
            </a:pPr>
            <a:r>
              <a:rPr sz="1500" b="1">
                <a:solidFill>
                  <a:srgbClr val="FFFFFF"/>
                </a:solidFill>
              </a:rPr>
              <a:t>1</a:t>
            </a:r>
          </a:p>
        </p:txBody>
      </p:sp>
      <p:sp>
        <p:nvSpPr>
          <p:cNvPr id="26" name="Editable box: 0">
            <a:extLst>
              <a:ext uri="{FF2B5EF4-FFF2-40B4-BE49-F238E27FC236}">
                <a16:creationId xmlns:a16="http://schemas.microsoft.com/office/drawing/2014/main" id="{0F1D7504-0671-4F3A-A57D-712BFDE32C26}"/>
              </a:ext>
            </a:extLst>
          </p:cNvPr>
          <p:cNvSpPr>
            <a:spLocks noGrp="1"/>
          </p:cNvSpPr>
          <p:nvPr/>
        </p:nvSpPr>
        <p:spPr>
          <a:xfrm>
            <a:off x="4610100" y="35337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27" name="Editable box: 0">
            <a:extLst>
              <a:ext uri="{FF2B5EF4-FFF2-40B4-BE49-F238E27FC236}">
                <a16:creationId xmlns:a16="http://schemas.microsoft.com/office/drawing/2014/main" id="{6A0D7AAD-2FDF-48FF-8D32-FA6C75399275}"/>
              </a:ext>
            </a:extLst>
          </p:cNvPr>
          <p:cNvSpPr>
            <a:spLocks noGrp="1"/>
          </p:cNvSpPr>
          <p:nvPr/>
        </p:nvSpPr>
        <p:spPr>
          <a:xfrm>
            <a:off x="5162550" y="35337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28" name="Editable text">
            <a:extLst>
              <a:ext uri="{FF2B5EF4-FFF2-40B4-BE49-F238E27FC236}">
                <a16:creationId xmlns:a16="http://schemas.microsoft.com/office/drawing/2014/main" id="{BF4EFFE0-B8C4-4AB0-8020-A066C5D4EF96}"/>
              </a:ext>
            </a:extLst>
          </p:cNvPr>
          <p:cNvSpPr>
            <a:spLocks noGrp="1"/>
          </p:cNvSpPr>
          <p:nvPr/>
        </p:nvSpPr>
        <p:spPr>
          <a:xfrm>
            <a:off x="1047750" y="4086225"/>
            <a:ext cx="1524000" cy="552450"/>
          </a:xfrm>
          <a:prstGeom prst="rect">
            <a:avLst/>
          </a:prstGeom>
          <a:noFill/>
          <a:ln w="0">
            <a:noFill/>
          </a:ln>
        </p:spPr>
        <p:txBody>
          <a:bodyPr anchor="ctr"/>
          <a:lstStyle/>
          <a:p>
            <a:pPr algn="r">
              <a:defRPr sz="1425" b="0">
                <a:solidFill>
                  <a:srgbClr val="5E6875"/>
                </a:solidFill>
              </a:defRPr>
            </a:pPr>
            <a:r>
              <a:rPr sz="1425" b="0">
                <a:solidFill>
                  <a:srgbClr val="5E6875"/>
                </a:solidFill>
              </a:rPr>
              <a:t>loan</a:t>
            </a:r>
          </a:p>
        </p:txBody>
      </p:sp>
      <p:sp>
        <p:nvSpPr>
          <p:cNvPr id="29" name="Editable text">
            <a:extLst>
              <a:ext uri="{FF2B5EF4-FFF2-40B4-BE49-F238E27FC236}">
                <a16:creationId xmlns:a16="http://schemas.microsoft.com/office/drawing/2014/main" id="{21978CDB-93FB-4EA4-B690-55E82F05D707}"/>
              </a:ext>
            </a:extLst>
          </p:cNvPr>
          <p:cNvSpPr>
            <a:spLocks noGrp="1"/>
          </p:cNvSpPr>
          <p:nvPr/>
        </p:nvSpPr>
        <p:spPr>
          <a:xfrm>
            <a:off x="4610100" y="1933575"/>
            <a:ext cx="552450" cy="428625"/>
          </a:xfrm>
          <a:prstGeom prst="rect">
            <a:avLst/>
          </a:prstGeom>
          <a:noFill/>
          <a:ln w="0">
            <a:noFill/>
          </a:ln>
        </p:spPr>
        <p:txBody>
          <a:bodyPr anchor="ctr"/>
          <a:lstStyle/>
          <a:p>
            <a:pPr algn="ctr">
              <a:defRPr sz="1275" b="0">
                <a:solidFill>
                  <a:srgbClr val="5E6875"/>
                </a:solidFill>
              </a:defRPr>
            </a:pPr>
            <a:r>
              <a:rPr sz="1275" b="0">
                <a:solidFill>
                  <a:srgbClr val="5E6875"/>
                </a:solidFill>
              </a:rPr>
              <a:t>loan</a:t>
            </a:r>
          </a:p>
        </p:txBody>
      </p:sp>
      <p:sp>
        <p:nvSpPr>
          <p:cNvPr id="30" name="Editable box: 0">
            <a:extLst>
              <a:ext uri="{FF2B5EF4-FFF2-40B4-BE49-F238E27FC236}">
                <a16:creationId xmlns:a16="http://schemas.microsoft.com/office/drawing/2014/main" id="{CC29AE5E-46AB-4E9D-AAFA-CBD9F0B73860}"/>
              </a:ext>
            </a:extLst>
          </p:cNvPr>
          <p:cNvSpPr>
            <a:spLocks noGrp="1"/>
          </p:cNvSpPr>
          <p:nvPr/>
        </p:nvSpPr>
        <p:spPr>
          <a:xfrm>
            <a:off x="2952750" y="40862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31" name="Editable box: 0">
            <a:extLst>
              <a:ext uri="{FF2B5EF4-FFF2-40B4-BE49-F238E27FC236}">
                <a16:creationId xmlns:a16="http://schemas.microsoft.com/office/drawing/2014/main" id="{58E471AB-E5BA-4551-8316-6B45FF0DABDB}"/>
              </a:ext>
            </a:extLst>
          </p:cNvPr>
          <p:cNvSpPr>
            <a:spLocks noGrp="1"/>
          </p:cNvSpPr>
          <p:nvPr/>
        </p:nvSpPr>
        <p:spPr>
          <a:xfrm>
            <a:off x="3505200" y="40862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32" name="Editable box: 0">
            <a:extLst>
              <a:ext uri="{FF2B5EF4-FFF2-40B4-BE49-F238E27FC236}">
                <a16:creationId xmlns:a16="http://schemas.microsoft.com/office/drawing/2014/main" id="{9180FA0D-A91F-4556-BEB4-381613760DC2}"/>
              </a:ext>
            </a:extLst>
          </p:cNvPr>
          <p:cNvSpPr>
            <a:spLocks noGrp="1"/>
          </p:cNvSpPr>
          <p:nvPr/>
        </p:nvSpPr>
        <p:spPr>
          <a:xfrm>
            <a:off x="4057650" y="40862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33" name="Editable box: 1">
            <a:extLst>
              <a:ext uri="{FF2B5EF4-FFF2-40B4-BE49-F238E27FC236}">
                <a16:creationId xmlns:a16="http://schemas.microsoft.com/office/drawing/2014/main" id="{DC7463EC-62B7-4F06-8423-D27BE5F8240D}"/>
              </a:ext>
            </a:extLst>
          </p:cNvPr>
          <p:cNvSpPr>
            <a:spLocks noGrp="1"/>
          </p:cNvSpPr>
          <p:nvPr/>
        </p:nvSpPr>
        <p:spPr>
          <a:xfrm>
            <a:off x="4610100" y="4086225"/>
            <a:ext cx="514350" cy="514350"/>
          </a:xfrm>
          <a:prstGeom prst="roundRect">
            <a:avLst>
              <a:gd name="adj" fmla="val 7407"/>
            </a:avLst>
          </a:prstGeom>
          <a:solidFill>
            <a:srgbClr val="2F73E8"/>
          </a:solidFill>
          <a:ln w="14288">
            <a:solidFill>
              <a:srgbClr val="FFFFFF"/>
            </a:solidFill>
            <a:prstDash val="solid"/>
          </a:ln>
        </p:spPr>
        <p:txBody>
          <a:bodyPr anchor="ctr"/>
          <a:lstStyle/>
          <a:p>
            <a:pPr algn="ctr">
              <a:defRPr sz="1500" b="1">
                <a:solidFill>
                  <a:srgbClr val="FFFFFF"/>
                </a:solidFill>
              </a:defRPr>
            </a:pPr>
            <a:r>
              <a:rPr sz="1500" b="1">
                <a:solidFill>
                  <a:srgbClr val="FFFFFF"/>
                </a:solidFill>
              </a:rPr>
              <a:t>1</a:t>
            </a:r>
          </a:p>
        </p:txBody>
      </p:sp>
      <p:sp>
        <p:nvSpPr>
          <p:cNvPr id="34" name="Editable box: 0">
            <a:extLst>
              <a:ext uri="{FF2B5EF4-FFF2-40B4-BE49-F238E27FC236}">
                <a16:creationId xmlns:a16="http://schemas.microsoft.com/office/drawing/2014/main" id="{2FF7D0AC-37E0-44C8-B480-A78F82AAFD9F}"/>
              </a:ext>
            </a:extLst>
          </p:cNvPr>
          <p:cNvSpPr>
            <a:spLocks noGrp="1"/>
          </p:cNvSpPr>
          <p:nvPr/>
        </p:nvSpPr>
        <p:spPr>
          <a:xfrm>
            <a:off x="5162550" y="408622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35" name="Editable text">
            <a:extLst>
              <a:ext uri="{FF2B5EF4-FFF2-40B4-BE49-F238E27FC236}">
                <a16:creationId xmlns:a16="http://schemas.microsoft.com/office/drawing/2014/main" id="{D30B9857-ABF7-4234-A1DD-83E71F72306A}"/>
              </a:ext>
            </a:extLst>
          </p:cNvPr>
          <p:cNvSpPr>
            <a:spLocks noGrp="1"/>
          </p:cNvSpPr>
          <p:nvPr/>
        </p:nvSpPr>
        <p:spPr>
          <a:xfrm>
            <a:off x="1047750" y="4638675"/>
            <a:ext cx="1524000" cy="552450"/>
          </a:xfrm>
          <a:prstGeom prst="rect">
            <a:avLst/>
          </a:prstGeom>
          <a:noFill/>
          <a:ln w="0">
            <a:noFill/>
          </a:ln>
        </p:spPr>
        <p:txBody>
          <a:bodyPr anchor="ctr"/>
          <a:lstStyle/>
          <a:p>
            <a:pPr algn="r">
              <a:defRPr sz="1425" b="0">
                <a:solidFill>
                  <a:srgbClr val="5E6875"/>
                </a:solidFill>
              </a:defRPr>
            </a:pPr>
            <a:r>
              <a:rPr sz="1425" b="0">
                <a:solidFill>
                  <a:srgbClr val="5E6875"/>
                </a:solidFill>
              </a:rPr>
              <a:t>water</a:t>
            </a:r>
          </a:p>
        </p:txBody>
      </p:sp>
      <p:sp>
        <p:nvSpPr>
          <p:cNvPr id="36" name="Editable text">
            <a:extLst>
              <a:ext uri="{FF2B5EF4-FFF2-40B4-BE49-F238E27FC236}">
                <a16:creationId xmlns:a16="http://schemas.microsoft.com/office/drawing/2014/main" id="{80221F26-A744-46CF-A3AE-A2DC184CF3A2}"/>
              </a:ext>
            </a:extLst>
          </p:cNvPr>
          <p:cNvSpPr>
            <a:spLocks noGrp="1"/>
          </p:cNvSpPr>
          <p:nvPr/>
        </p:nvSpPr>
        <p:spPr>
          <a:xfrm>
            <a:off x="5162550" y="1933575"/>
            <a:ext cx="552450" cy="428625"/>
          </a:xfrm>
          <a:prstGeom prst="rect">
            <a:avLst/>
          </a:prstGeom>
          <a:noFill/>
          <a:ln w="0">
            <a:noFill/>
          </a:ln>
        </p:spPr>
        <p:txBody>
          <a:bodyPr anchor="ctr"/>
          <a:lstStyle/>
          <a:p>
            <a:pPr algn="ctr">
              <a:defRPr sz="1275" b="0">
                <a:solidFill>
                  <a:srgbClr val="5E6875"/>
                </a:solidFill>
              </a:defRPr>
            </a:pPr>
            <a:r>
              <a:rPr sz="1275" b="0">
                <a:solidFill>
                  <a:srgbClr val="5E6875"/>
                </a:solidFill>
              </a:rPr>
              <a:t>water</a:t>
            </a:r>
          </a:p>
        </p:txBody>
      </p:sp>
      <p:sp>
        <p:nvSpPr>
          <p:cNvPr id="37" name="Editable box: 0">
            <a:extLst>
              <a:ext uri="{FF2B5EF4-FFF2-40B4-BE49-F238E27FC236}">
                <a16:creationId xmlns:a16="http://schemas.microsoft.com/office/drawing/2014/main" id="{DC19995D-72DD-479C-B921-A2499490BFB9}"/>
              </a:ext>
            </a:extLst>
          </p:cNvPr>
          <p:cNvSpPr>
            <a:spLocks noGrp="1"/>
          </p:cNvSpPr>
          <p:nvPr/>
        </p:nvSpPr>
        <p:spPr>
          <a:xfrm>
            <a:off x="2952750" y="46386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38" name="Editable box: 0">
            <a:extLst>
              <a:ext uri="{FF2B5EF4-FFF2-40B4-BE49-F238E27FC236}">
                <a16:creationId xmlns:a16="http://schemas.microsoft.com/office/drawing/2014/main" id="{9CC4406C-71AA-47BD-8078-86ADC9838BF7}"/>
              </a:ext>
            </a:extLst>
          </p:cNvPr>
          <p:cNvSpPr>
            <a:spLocks noGrp="1"/>
          </p:cNvSpPr>
          <p:nvPr/>
        </p:nvSpPr>
        <p:spPr>
          <a:xfrm>
            <a:off x="3505200" y="46386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39" name="Editable box: 0">
            <a:extLst>
              <a:ext uri="{FF2B5EF4-FFF2-40B4-BE49-F238E27FC236}">
                <a16:creationId xmlns:a16="http://schemas.microsoft.com/office/drawing/2014/main" id="{1C1D617D-7034-4B29-8339-F97B04101E51}"/>
              </a:ext>
            </a:extLst>
          </p:cNvPr>
          <p:cNvSpPr>
            <a:spLocks noGrp="1"/>
          </p:cNvSpPr>
          <p:nvPr/>
        </p:nvSpPr>
        <p:spPr>
          <a:xfrm>
            <a:off x="4057650" y="46386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40" name="Editable box: 0">
            <a:extLst>
              <a:ext uri="{FF2B5EF4-FFF2-40B4-BE49-F238E27FC236}">
                <a16:creationId xmlns:a16="http://schemas.microsoft.com/office/drawing/2014/main" id="{9D3E9B1E-1256-470B-9826-AE15D18DD940}"/>
              </a:ext>
            </a:extLst>
          </p:cNvPr>
          <p:cNvSpPr>
            <a:spLocks noGrp="1"/>
          </p:cNvSpPr>
          <p:nvPr/>
        </p:nvSpPr>
        <p:spPr>
          <a:xfrm>
            <a:off x="4610100" y="4638675"/>
            <a:ext cx="514350" cy="514350"/>
          </a:xfrm>
          <a:prstGeom prst="roundRect">
            <a:avLst>
              <a:gd name="adj" fmla="val 7407"/>
            </a:avLst>
          </a:prstGeom>
          <a:solidFill>
            <a:srgbClr val="F6F8FB"/>
          </a:solidFill>
          <a:ln w="14288">
            <a:solidFill>
              <a:srgbClr val="FFFFFF"/>
            </a:solidFill>
            <a:prstDash val="solid"/>
          </a:ln>
        </p:spPr>
        <p:txBody>
          <a:bodyPr anchor="ctr"/>
          <a:lstStyle/>
          <a:p>
            <a:pPr algn="ctr">
              <a:defRPr sz="1500" b="0">
                <a:solidFill>
                  <a:srgbClr val="5E6875"/>
                </a:solidFill>
              </a:defRPr>
            </a:pPr>
            <a:r>
              <a:rPr sz="1500" b="0">
                <a:solidFill>
                  <a:srgbClr val="5E6875"/>
                </a:solidFill>
              </a:rPr>
              <a:t>0</a:t>
            </a:r>
          </a:p>
        </p:txBody>
      </p:sp>
      <p:sp>
        <p:nvSpPr>
          <p:cNvPr id="41" name="Editable box: 1">
            <a:extLst>
              <a:ext uri="{FF2B5EF4-FFF2-40B4-BE49-F238E27FC236}">
                <a16:creationId xmlns:a16="http://schemas.microsoft.com/office/drawing/2014/main" id="{6D4F148E-A9F3-4D97-A25B-BE3BF1875F74}"/>
              </a:ext>
            </a:extLst>
          </p:cNvPr>
          <p:cNvSpPr>
            <a:spLocks noGrp="1"/>
          </p:cNvSpPr>
          <p:nvPr/>
        </p:nvSpPr>
        <p:spPr>
          <a:xfrm>
            <a:off x="5162550" y="4638675"/>
            <a:ext cx="514350" cy="514350"/>
          </a:xfrm>
          <a:prstGeom prst="roundRect">
            <a:avLst>
              <a:gd name="adj" fmla="val 7407"/>
            </a:avLst>
          </a:prstGeom>
          <a:solidFill>
            <a:srgbClr val="2F73E8"/>
          </a:solidFill>
          <a:ln w="14288">
            <a:solidFill>
              <a:srgbClr val="FFFFFF"/>
            </a:solidFill>
            <a:prstDash val="solid"/>
          </a:ln>
        </p:spPr>
        <p:txBody>
          <a:bodyPr anchor="ctr"/>
          <a:lstStyle/>
          <a:p>
            <a:pPr algn="ctr">
              <a:defRPr sz="1500" b="1">
                <a:solidFill>
                  <a:srgbClr val="FFFFFF"/>
                </a:solidFill>
              </a:defRPr>
            </a:pPr>
            <a:r>
              <a:rPr sz="1500" b="1">
                <a:solidFill>
                  <a:srgbClr val="FFFFFF"/>
                </a:solidFill>
              </a:rPr>
              <a:t>1</a:t>
            </a:r>
          </a:p>
        </p:txBody>
      </p:sp>
      <p:sp>
        <p:nvSpPr>
          <p:cNvPr id="42" name="Editable box: Sparse&#10;105–107 dimensions">
            <a:extLst>
              <a:ext uri="{FF2B5EF4-FFF2-40B4-BE49-F238E27FC236}">
                <a16:creationId xmlns:a16="http://schemas.microsoft.com/office/drawing/2014/main" id="{9E9B236C-E70A-43D9-AF99-3612E3D413EC}"/>
              </a:ext>
            </a:extLst>
          </p:cNvPr>
          <p:cNvSpPr>
            <a:spLocks noGrp="1"/>
          </p:cNvSpPr>
          <p:nvPr/>
        </p:nvSpPr>
        <p:spPr>
          <a:xfrm>
            <a:off x="7239000" y="2762250"/>
            <a:ext cx="3048000" cy="952500"/>
          </a:xfrm>
          <a:prstGeom prst="roundRect">
            <a:avLst>
              <a:gd name="adj" fmla="val 14000"/>
            </a:avLst>
          </a:prstGeom>
          <a:solidFill>
            <a:srgbClr val="FFF4E8"/>
          </a:solidFill>
          <a:ln w="14288">
            <a:solidFill>
              <a:srgbClr val="E85A33"/>
            </a:solidFill>
            <a:prstDash val="solid"/>
          </a:ln>
        </p:spPr>
        <p:txBody>
          <a:bodyPr lIns="91440" tIns="45720" rIns="91440" bIns="45720" anchor="ctr"/>
          <a:lstStyle/>
          <a:p>
            <a:pPr algn="ctr">
              <a:defRPr sz="1650" b="1">
                <a:solidFill>
                  <a:srgbClr val="E85A33"/>
                </a:solidFill>
              </a:defRPr>
            </a:pPr>
            <a:r>
              <a:rPr lang="en-US" sz="1650" b="1">
                <a:solidFill>
                  <a:srgbClr val="E85A33"/>
                </a:solidFill>
                <a:ea typeface="+mn-lt"/>
                <a:cs typeface="+mn-lt"/>
              </a:rPr>
              <a:t>Sparse</a:t>
            </a:r>
            <a:br>
              <a:rPr lang="en-US" altLang="zh-CN" sz="1650" b="1">
                <a:solidFill>
                  <a:srgbClr val="E85A33"/>
                </a:solidFill>
                <a:ea typeface="+mn-lt"/>
                <a:cs typeface="+mn-lt"/>
              </a:rPr>
            </a:br>
            <a:r>
              <a:rPr lang="en-US" altLang="zh-CN" sz="1650" b="1">
                <a:solidFill>
                  <a:srgbClr val="E85A33"/>
                </a:solidFill>
                <a:ea typeface="+mn-lt"/>
                <a:cs typeface="+mn-lt"/>
              </a:rPr>
              <a:t> </a:t>
            </a:r>
            <a:r>
              <a:rPr lang="en-US" sz="1650" b="1">
                <a:solidFill>
                  <a:srgbClr val="E85A33"/>
                </a:solidFill>
                <a:ea typeface="+mn-lt"/>
                <a:cs typeface="+mn-lt"/>
              </a:rPr>
              <a:t>Vocabulary-size</a:t>
            </a:r>
            <a:r>
              <a:rPr lang="en-US" altLang="zh-CN" sz="1650" b="1">
                <a:solidFill>
                  <a:srgbClr val="E85A33"/>
                </a:solidFill>
                <a:ea typeface="+mn-lt"/>
                <a:cs typeface="+mn-lt"/>
              </a:rPr>
              <a:t> </a:t>
            </a:r>
            <a:r>
              <a:rPr lang="en-US" sz="1650" b="1">
                <a:solidFill>
                  <a:srgbClr val="E85A33"/>
                </a:solidFill>
                <a:ea typeface="+mn-lt"/>
                <a:cs typeface="+mn-lt"/>
              </a:rPr>
              <a:t>vector</a:t>
            </a:r>
            <a:br>
              <a:rPr lang="en-US" altLang="zh-CN" sz="1650" b="1">
                <a:solidFill>
                  <a:srgbClr val="E85A33"/>
                </a:solidFill>
                <a:ea typeface="+mn-lt"/>
                <a:cs typeface="+mn-lt"/>
              </a:rPr>
            </a:br>
            <a:r>
              <a:rPr lang="en-US" altLang="zh-CN" sz="1650" b="1">
                <a:solidFill>
                  <a:srgbClr val="E85A33"/>
                </a:solidFill>
                <a:ea typeface="+mn-lt"/>
                <a:cs typeface="+mn-lt"/>
              </a:rPr>
              <a:t> </a:t>
            </a:r>
            <a:r>
              <a:rPr lang="en-US" sz="1650" b="1">
                <a:solidFill>
                  <a:srgbClr val="E85A33"/>
                </a:solidFill>
                <a:ea typeface="+mn-lt"/>
                <a:cs typeface="+mn-lt"/>
              </a:rPr>
              <a:t>e</a:t>
            </a:r>
            <a:r>
              <a:rPr lang="en-US" sz="1650">
                <a:solidFill>
                  <a:srgbClr val="E85A33"/>
                </a:solidFill>
                <a:ea typeface="+mn-lt"/>
                <a:cs typeface="+mn-lt"/>
              </a:rPr>
              <a:t>.g.,</a:t>
            </a:r>
            <a:r>
              <a:rPr lang="en-US" altLang="zh-CN" sz="1650">
                <a:solidFill>
                  <a:srgbClr val="E85A33"/>
                </a:solidFill>
                <a:ea typeface="+mn-lt"/>
                <a:cs typeface="+mn-lt"/>
              </a:rPr>
              <a:t> </a:t>
            </a:r>
            <a:r>
              <a:rPr lang="en-US" sz="1650">
                <a:solidFill>
                  <a:srgbClr val="E85A33"/>
                </a:solidFill>
                <a:ea typeface="+mn-lt"/>
                <a:cs typeface="+mn-lt"/>
              </a:rPr>
              <a:t>100K dimensions</a:t>
            </a:r>
            <a:endParaRPr lang="zh-CN" altLang="en-US">
              <a:ea typeface="+mn-lt"/>
              <a:cs typeface="+mn-lt"/>
            </a:endParaRPr>
          </a:p>
        </p:txBody>
      </p:sp>
      <p:sp>
        <p:nvSpPr>
          <p:cNvPr id="43" name="Editable box: No semantic distance">
            <a:extLst>
              <a:ext uri="{FF2B5EF4-FFF2-40B4-BE49-F238E27FC236}">
                <a16:creationId xmlns:a16="http://schemas.microsoft.com/office/drawing/2014/main" id="{1E570A1E-D8FD-46BE-B994-F24D525586A6}"/>
              </a:ext>
            </a:extLst>
          </p:cNvPr>
          <p:cNvSpPr>
            <a:spLocks noGrp="1"/>
          </p:cNvSpPr>
          <p:nvPr/>
        </p:nvSpPr>
        <p:spPr>
          <a:xfrm>
            <a:off x="7239000" y="4095750"/>
            <a:ext cx="3048000" cy="762000"/>
          </a:xfrm>
          <a:prstGeom prst="roundRect">
            <a:avLst>
              <a:gd name="adj" fmla="val 17500"/>
            </a:avLst>
          </a:prstGeom>
          <a:solidFill>
            <a:srgbClr val="F4F0FF"/>
          </a:solidFill>
          <a:ln w="14288">
            <a:solidFill>
              <a:srgbClr val="7457C8"/>
            </a:solidFill>
            <a:prstDash val="solid"/>
          </a:ln>
        </p:spPr>
        <p:txBody>
          <a:bodyPr anchor="ctr"/>
          <a:lstStyle/>
          <a:p>
            <a:pPr algn="ctr">
              <a:defRPr sz="1650" b="1">
                <a:solidFill>
                  <a:srgbClr val="7457C8"/>
                </a:solidFill>
              </a:defRPr>
            </a:pPr>
            <a:r>
              <a:rPr sz="1650" b="1">
                <a:solidFill>
                  <a:srgbClr val="7457C8"/>
                </a:solidFill>
              </a:rPr>
              <a:t>No semantic distance</a:t>
            </a:r>
          </a:p>
        </p:txBody>
      </p:sp>
      <p:sp>
        <p:nvSpPr>
          <p:cNvPr id="44" name="Editable box: Embeddings replace isolated identity codes with dense, learned representations.">
            <a:extLst>
              <a:ext uri="{FF2B5EF4-FFF2-40B4-BE49-F238E27FC236}">
                <a16:creationId xmlns:a16="http://schemas.microsoft.com/office/drawing/2014/main" id="{08ABC12D-CE08-4BAC-A7E9-B3BC29FD4D59}"/>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Embeddings replace isolated identity codes with dense, learned representations.</a:t>
            </a:r>
          </a:p>
        </p:txBody>
      </p:sp>
    </p:spTree>
    <p:extLst>
      <p:ext uri="{BB962C8B-B14F-4D97-AF65-F5344CB8AC3E}">
        <p14:creationId xmlns:p14="http://schemas.microsoft.com/office/powerpoint/2010/main" val="1897269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Input Processing Turns Text into Contextual Vectors</a:t>
            </a:r>
          </a:p>
        </p:txBody>
      </p:sp>
      <p:sp>
        <p:nvSpPr>
          <p:cNvPr id="5" name="Editable content rail">
            <a:extLst>
              <a:ext uri="{FF2B5EF4-FFF2-40B4-BE49-F238E27FC236}">
                <a16:creationId xmlns:a16="http://schemas.microsoft.com/office/drawing/2014/main" id="{116B8886-97C9-4D04-B074-6855AD31C1B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92CCEAA9-529D-4E6A-9001-432EA563DE0E}"/>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Modern language models transform raw text through three linked representation steps.</a:t>
            </a:r>
          </a:p>
        </p:txBody>
      </p:sp>
      <p:sp>
        <p:nvSpPr>
          <p:cNvPr id="7" name="Editable box: TEXT&#10;Generative AI">
            <a:extLst>
              <a:ext uri="{FF2B5EF4-FFF2-40B4-BE49-F238E27FC236}">
                <a16:creationId xmlns:a16="http://schemas.microsoft.com/office/drawing/2014/main" id="{C54CD0D4-C6AA-40BC-8D89-D79DFEEF725D}"/>
              </a:ext>
            </a:extLst>
          </p:cNvPr>
          <p:cNvSpPr>
            <a:spLocks noGrp="1"/>
          </p:cNvSpPr>
          <p:nvPr/>
        </p:nvSpPr>
        <p:spPr>
          <a:xfrm>
            <a:off x="952500" y="2571750"/>
            <a:ext cx="234315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TEXT</a:t>
            </a:r>
          </a:p>
          <a:p>
            <a:pPr algn="ctr">
              <a:defRPr sz="1500" b="1">
                <a:solidFill>
                  <a:srgbClr val="262626"/>
                </a:solidFill>
              </a:defRPr>
            </a:pPr>
            <a:r>
              <a:rPr sz="1500" b="1">
                <a:solidFill>
                  <a:srgbClr val="262626"/>
                </a:solidFill>
              </a:rPr>
              <a:t>Generative AI</a:t>
            </a:r>
          </a:p>
        </p:txBody>
      </p:sp>
      <p:sp>
        <p:nvSpPr>
          <p:cNvPr id="8" name="Editable box: TOKENS&#10;Gener | ative | AI">
            <a:extLst>
              <a:ext uri="{FF2B5EF4-FFF2-40B4-BE49-F238E27FC236}">
                <a16:creationId xmlns:a16="http://schemas.microsoft.com/office/drawing/2014/main" id="{D598F326-C03C-4D77-8355-9D99413678DC}"/>
              </a:ext>
            </a:extLst>
          </p:cNvPr>
          <p:cNvSpPr>
            <a:spLocks noGrp="1"/>
          </p:cNvSpPr>
          <p:nvPr/>
        </p:nvSpPr>
        <p:spPr>
          <a:xfrm>
            <a:off x="3600450" y="2571750"/>
            <a:ext cx="234315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TOKENS</a:t>
            </a:r>
          </a:p>
          <a:p>
            <a:pPr algn="ctr">
              <a:defRPr sz="1500" b="1">
                <a:solidFill>
                  <a:srgbClr val="262626"/>
                </a:solidFill>
              </a:defRPr>
            </a:pPr>
            <a:r>
              <a:rPr sz="1500" b="1">
                <a:solidFill>
                  <a:srgbClr val="262626"/>
                </a:solidFill>
              </a:rPr>
              <a:t>Gener</a:t>
            </a:r>
            <a:r>
              <a:rPr lang="en-001" sz="1500" b="1">
                <a:solidFill>
                  <a:srgbClr val="262626"/>
                </a:solidFill>
              </a:rPr>
              <a:t> | </a:t>
            </a:r>
            <a:r>
              <a:rPr sz="1500" b="1" err="1">
                <a:solidFill>
                  <a:srgbClr val="262626"/>
                </a:solidFill>
              </a:rPr>
              <a:t>ative</a:t>
            </a:r>
            <a:r>
              <a:rPr sz="1500" b="1">
                <a:solidFill>
                  <a:srgbClr val="262626"/>
                </a:solidFill>
              </a:rPr>
              <a:t> | AI</a:t>
            </a:r>
          </a:p>
        </p:txBody>
      </p:sp>
      <p:sp>
        <p:nvSpPr>
          <p:cNvPr id="9" name="Editable box: EMBEDDINGS&#10;Dense vectors">
            <a:extLst>
              <a:ext uri="{FF2B5EF4-FFF2-40B4-BE49-F238E27FC236}">
                <a16:creationId xmlns:a16="http://schemas.microsoft.com/office/drawing/2014/main" id="{848972E4-729F-43EF-ABF2-C86C043FCB25}"/>
              </a:ext>
            </a:extLst>
          </p:cNvPr>
          <p:cNvSpPr>
            <a:spLocks noGrp="1"/>
          </p:cNvSpPr>
          <p:nvPr/>
        </p:nvSpPr>
        <p:spPr>
          <a:xfrm>
            <a:off x="6248400" y="2571750"/>
            <a:ext cx="234315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EMBEDDINGS</a:t>
            </a:r>
          </a:p>
          <a:p>
            <a:pPr algn="ctr">
              <a:defRPr sz="1500" b="1">
                <a:solidFill>
                  <a:srgbClr val="262626"/>
                </a:solidFill>
              </a:defRPr>
            </a:pPr>
            <a:r>
              <a:rPr sz="1500" b="1">
                <a:solidFill>
                  <a:srgbClr val="262626"/>
                </a:solidFill>
              </a:rPr>
              <a:t>Dense vectors</a:t>
            </a:r>
          </a:p>
        </p:txBody>
      </p:sp>
      <p:sp>
        <p:nvSpPr>
          <p:cNvPr id="10" name="Editable box: CONTEXT&#10;Position + attention">
            <a:extLst>
              <a:ext uri="{FF2B5EF4-FFF2-40B4-BE49-F238E27FC236}">
                <a16:creationId xmlns:a16="http://schemas.microsoft.com/office/drawing/2014/main" id="{3C79BCE3-3567-456B-95AE-8CFD2EBE1640}"/>
              </a:ext>
            </a:extLst>
          </p:cNvPr>
          <p:cNvSpPr>
            <a:spLocks noGrp="1"/>
          </p:cNvSpPr>
          <p:nvPr/>
        </p:nvSpPr>
        <p:spPr>
          <a:xfrm>
            <a:off x="8896350" y="2571750"/>
            <a:ext cx="234315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CONTEXT</a:t>
            </a:r>
          </a:p>
          <a:p>
            <a:pPr algn="ctr">
              <a:defRPr sz="1500" b="1">
                <a:solidFill>
                  <a:srgbClr val="262626"/>
                </a:solidFill>
              </a:defRPr>
            </a:pPr>
            <a:r>
              <a:rPr sz="1500" b="1">
                <a:solidFill>
                  <a:srgbClr val="262626"/>
                </a:solidFill>
              </a:rPr>
              <a:t>Position + attention</a:t>
            </a:r>
          </a:p>
        </p:txBody>
      </p:sp>
      <p:cxnSp>
        <p:nvCxnSpPr>
          <p:cNvPr id="23" name="Straight Arrow Connector 22"/>
          <p:cNvCxnSpPr>
            <a:stCxn id="7" idx="3"/>
            <a:endCxn id="8" idx="1"/>
          </p:cNvCxnSpPr>
          <p:nvPr/>
        </p:nvCxnSpPr>
        <p:spPr>
          <a:xfrm>
            <a:off x="3295650" y="3048000"/>
            <a:ext cx="304800" cy="0"/>
          </a:xfrm>
          <a:prstGeom prst="straightConnector1">
            <a:avLst/>
          </a:prstGeom>
          <a:ln w="19050">
            <a:solidFill>
              <a:srgbClr val="5E6875"/>
            </a:solidFill>
            <a:prstDash val="solid"/>
            <a:headEnd type="none" w="med" len="med"/>
            <a:tailEnd type="arrow" w="med" len="med"/>
          </a:ln>
        </p:spPr>
      </p:cxnSp>
      <p:cxnSp>
        <p:nvCxnSpPr>
          <p:cNvPr id="24" name="Straight Arrow Connector 23"/>
          <p:cNvCxnSpPr>
            <a:stCxn id="8" idx="3"/>
            <a:endCxn id="9" idx="1"/>
          </p:cNvCxnSpPr>
          <p:nvPr/>
        </p:nvCxnSpPr>
        <p:spPr>
          <a:xfrm>
            <a:off x="5943600" y="3048000"/>
            <a:ext cx="304800" cy="0"/>
          </a:xfrm>
          <a:prstGeom prst="straightConnector1">
            <a:avLst/>
          </a:prstGeom>
          <a:ln w="19050">
            <a:solidFill>
              <a:srgbClr val="5E6875"/>
            </a:solidFill>
            <a:prstDash val="solid"/>
            <a:headEnd type="none" w="med" len="med"/>
            <a:tailEnd type="arrow" w="med" len="med"/>
          </a:ln>
        </p:spPr>
      </p:cxnSp>
      <p:cxnSp>
        <p:nvCxnSpPr>
          <p:cNvPr id="25" name="Straight Arrow Connector 24"/>
          <p:cNvCxnSpPr>
            <a:stCxn id="9" idx="3"/>
            <a:endCxn id="10" idx="1"/>
          </p:cNvCxnSpPr>
          <p:nvPr/>
        </p:nvCxnSpPr>
        <p:spPr>
          <a:xfrm>
            <a:off x="8591550" y="3048000"/>
            <a:ext cx="304800" cy="0"/>
          </a:xfrm>
          <a:prstGeom prst="straightConnector1">
            <a:avLst/>
          </a:prstGeom>
          <a:ln w="19050">
            <a:solidFill>
              <a:srgbClr val="5E6875"/>
            </a:solidFill>
            <a:prstDash val="solid"/>
            <a:headEnd type="none" w="med" len="med"/>
            <a:tailEnd type="arrow" w="med" len="med"/>
          </a:ln>
        </p:spPr>
      </p:cxnSp>
      <p:sp>
        <p:nvSpPr>
          <p:cNvPr id="15" name="Editable box: Tokens are discrete units; embeddings encode features; context changes meaning.">
            <a:extLst>
              <a:ext uri="{FF2B5EF4-FFF2-40B4-BE49-F238E27FC236}">
                <a16:creationId xmlns:a16="http://schemas.microsoft.com/office/drawing/2014/main" id="{BB80FD82-D6A7-4B16-AC6D-C98C5DD05FFE}"/>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Tokens are discrete units; embeddings encode features; context changes meaning.</a:t>
            </a:r>
          </a:p>
        </p:txBody>
      </p:sp>
    </p:spTree>
    <p:extLst>
      <p:ext uri="{BB962C8B-B14F-4D97-AF65-F5344CB8AC3E}">
        <p14:creationId xmlns:p14="http://schemas.microsoft.com/office/powerpoint/2010/main" val="2258713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Why Recurrent Models Lose Long Context</a:t>
            </a:r>
          </a:p>
        </p:txBody>
      </p:sp>
      <p:sp>
        <p:nvSpPr>
          <p:cNvPr id="5" name="Editable content rail">
            <a:extLst>
              <a:ext uri="{FF2B5EF4-FFF2-40B4-BE49-F238E27FC236}">
                <a16:creationId xmlns:a16="http://schemas.microsoft.com/office/drawing/2014/main" id="{8A6FBA28-EAA7-43C7-90B1-1DAC72278818}"/>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B5B11615-5D83-4C02-B6B6-CD35ADCC0989}"/>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Recurrent models process tokens sequentially, creating a long path for distant information.</a:t>
            </a:r>
          </a:p>
        </p:txBody>
      </p:sp>
      <p:sp>
        <p:nvSpPr>
          <p:cNvPr id="7" name="Editable box: Token 1">
            <a:extLst>
              <a:ext uri="{FF2B5EF4-FFF2-40B4-BE49-F238E27FC236}">
                <a16:creationId xmlns:a16="http://schemas.microsoft.com/office/drawing/2014/main" id="{71F6C19F-3E8E-4193-9BB6-91A11165AA03}"/>
              </a:ext>
            </a:extLst>
          </p:cNvPr>
          <p:cNvSpPr>
            <a:spLocks noGrp="1"/>
          </p:cNvSpPr>
          <p:nvPr/>
        </p:nvSpPr>
        <p:spPr>
          <a:xfrm>
            <a:off x="952500" y="2857500"/>
            <a:ext cx="146050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Token 1</a:t>
            </a:r>
          </a:p>
        </p:txBody>
      </p:sp>
      <p:sp>
        <p:nvSpPr>
          <p:cNvPr id="8" name="Editable box: Hidden state">
            <a:extLst>
              <a:ext uri="{FF2B5EF4-FFF2-40B4-BE49-F238E27FC236}">
                <a16:creationId xmlns:a16="http://schemas.microsoft.com/office/drawing/2014/main" id="{0D222E89-BDD0-4102-B568-808724558CED}"/>
              </a:ext>
            </a:extLst>
          </p:cNvPr>
          <p:cNvSpPr>
            <a:spLocks noGrp="1"/>
          </p:cNvSpPr>
          <p:nvPr/>
        </p:nvSpPr>
        <p:spPr>
          <a:xfrm>
            <a:off x="2717800" y="2857500"/>
            <a:ext cx="146050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Hidden state</a:t>
            </a:r>
          </a:p>
        </p:txBody>
      </p:sp>
      <p:sp>
        <p:nvSpPr>
          <p:cNvPr id="9" name="Editable box: Token 2">
            <a:extLst>
              <a:ext uri="{FF2B5EF4-FFF2-40B4-BE49-F238E27FC236}">
                <a16:creationId xmlns:a16="http://schemas.microsoft.com/office/drawing/2014/main" id="{41647F2D-7AE8-49A2-96FB-E8EF1DB85FAE}"/>
              </a:ext>
            </a:extLst>
          </p:cNvPr>
          <p:cNvSpPr>
            <a:spLocks noGrp="1"/>
          </p:cNvSpPr>
          <p:nvPr/>
        </p:nvSpPr>
        <p:spPr>
          <a:xfrm>
            <a:off x="4483100" y="2857500"/>
            <a:ext cx="146050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Token 2</a:t>
            </a:r>
          </a:p>
        </p:txBody>
      </p:sp>
      <p:sp>
        <p:nvSpPr>
          <p:cNvPr id="10" name="Editable box: Hidden state">
            <a:extLst>
              <a:ext uri="{FF2B5EF4-FFF2-40B4-BE49-F238E27FC236}">
                <a16:creationId xmlns:a16="http://schemas.microsoft.com/office/drawing/2014/main" id="{733770AE-29DE-4087-9A3B-D6BCA5A713A6}"/>
              </a:ext>
            </a:extLst>
          </p:cNvPr>
          <p:cNvSpPr>
            <a:spLocks noGrp="1"/>
          </p:cNvSpPr>
          <p:nvPr/>
        </p:nvSpPr>
        <p:spPr>
          <a:xfrm>
            <a:off x="6248400" y="2857500"/>
            <a:ext cx="146050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Hidden state</a:t>
            </a:r>
          </a:p>
        </p:txBody>
      </p:sp>
      <p:sp>
        <p:nvSpPr>
          <p:cNvPr id="11" name="Editable box: …">
            <a:extLst>
              <a:ext uri="{FF2B5EF4-FFF2-40B4-BE49-F238E27FC236}">
                <a16:creationId xmlns:a16="http://schemas.microsoft.com/office/drawing/2014/main" id="{A05635F7-5A42-4963-BC55-CD58EABEAEB4}"/>
              </a:ext>
            </a:extLst>
          </p:cNvPr>
          <p:cNvSpPr>
            <a:spLocks noGrp="1"/>
          </p:cNvSpPr>
          <p:nvPr/>
        </p:nvSpPr>
        <p:spPr>
          <a:xfrm>
            <a:off x="8013700" y="2857500"/>
            <a:ext cx="146050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a:t>
            </a:r>
          </a:p>
        </p:txBody>
      </p:sp>
      <p:sp>
        <p:nvSpPr>
          <p:cNvPr id="12" name="Editable box: Token n">
            <a:extLst>
              <a:ext uri="{FF2B5EF4-FFF2-40B4-BE49-F238E27FC236}">
                <a16:creationId xmlns:a16="http://schemas.microsoft.com/office/drawing/2014/main" id="{4BA5BF15-FDE6-4441-8E81-7D6FC46E50A6}"/>
              </a:ext>
            </a:extLst>
          </p:cNvPr>
          <p:cNvSpPr>
            <a:spLocks noGrp="1"/>
          </p:cNvSpPr>
          <p:nvPr/>
        </p:nvSpPr>
        <p:spPr>
          <a:xfrm>
            <a:off x="9779000" y="2857500"/>
            <a:ext cx="146050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Token n</a:t>
            </a:r>
          </a:p>
        </p:txBody>
      </p:sp>
      <p:cxnSp>
        <p:nvCxnSpPr>
          <p:cNvPr id="29" name="Straight Arrow Connector 28"/>
          <p:cNvCxnSpPr>
            <a:stCxn id="7" idx="3"/>
            <a:endCxn id="8" idx="1"/>
          </p:cNvCxnSpPr>
          <p:nvPr/>
        </p:nvCxnSpPr>
        <p:spPr>
          <a:xfrm>
            <a:off x="2413000" y="3333750"/>
            <a:ext cx="304800" cy="0"/>
          </a:xfrm>
          <a:prstGeom prst="straightConnector1">
            <a:avLst/>
          </a:prstGeom>
          <a:ln w="19050">
            <a:solidFill>
              <a:srgbClr val="5E6875"/>
            </a:solidFill>
            <a:prstDash val="solid"/>
            <a:headEnd type="none" w="med" len="med"/>
            <a:tailEnd type="arrow" w="med" len="med"/>
          </a:ln>
        </p:spPr>
      </p:cxnSp>
      <p:cxnSp>
        <p:nvCxnSpPr>
          <p:cNvPr id="30" name="Straight Arrow Connector 29"/>
          <p:cNvCxnSpPr>
            <a:stCxn id="8" idx="3"/>
            <a:endCxn id="9" idx="1"/>
          </p:cNvCxnSpPr>
          <p:nvPr/>
        </p:nvCxnSpPr>
        <p:spPr>
          <a:xfrm>
            <a:off x="4178300" y="3333750"/>
            <a:ext cx="304800" cy="0"/>
          </a:xfrm>
          <a:prstGeom prst="straightConnector1">
            <a:avLst/>
          </a:prstGeom>
          <a:ln w="19050">
            <a:solidFill>
              <a:srgbClr val="5E6875"/>
            </a:solidFill>
            <a:prstDash val="solid"/>
            <a:headEnd type="none" w="med" len="med"/>
            <a:tailEnd type="arrow" w="med" len="med"/>
          </a:ln>
        </p:spPr>
      </p:cxnSp>
      <p:cxnSp>
        <p:nvCxnSpPr>
          <p:cNvPr id="31" name="Straight Arrow Connector 30"/>
          <p:cNvCxnSpPr>
            <a:stCxn id="9" idx="3"/>
            <a:endCxn id="10" idx="1"/>
          </p:cNvCxnSpPr>
          <p:nvPr/>
        </p:nvCxnSpPr>
        <p:spPr>
          <a:xfrm>
            <a:off x="5943600" y="3333750"/>
            <a:ext cx="304800" cy="0"/>
          </a:xfrm>
          <a:prstGeom prst="straightConnector1">
            <a:avLst/>
          </a:prstGeom>
          <a:ln w="19050">
            <a:solidFill>
              <a:srgbClr val="5E6875"/>
            </a:solidFill>
            <a:prstDash val="solid"/>
            <a:headEnd type="none" w="med" len="med"/>
            <a:tailEnd type="arrow" w="med" len="med"/>
          </a:ln>
        </p:spPr>
      </p:cxnSp>
      <p:cxnSp>
        <p:nvCxnSpPr>
          <p:cNvPr id="32" name="Straight Arrow Connector 31"/>
          <p:cNvCxnSpPr>
            <a:stCxn id="10" idx="3"/>
            <a:endCxn id="11" idx="1"/>
          </p:cNvCxnSpPr>
          <p:nvPr/>
        </p:nvCxnSpPr>
        <p:spPr>
          <a:xfrm>
            <a:off x="7708900" y="3333750"/>
            <a:ext cx="304800" cy="0"/>
          </a:xfrm>
          <a:prstGeom prst="straightConnector1">
            <a:avLst/>
          </a:prstGeom>
          <a:ln w="19050">
            <a:solidFill>
              <a:srgbClr val="5E6875"/>
            </a:solidFill>
            <a:prstDash val="solid"/>
            <a:headEnd type="none" w="med" len="med"/>
            <a:tailEnd type="arrow" w="med" len="med"/>
          </a:ln>
        </p:spPr>
      </p:cxnSp>
      <p:cxnSp>
        <p:nvCxnSpPr>
          <p:cNvPr id="33" name="Straight Arrow Connector 32"/>
          <p:cNvCxnSpPr>
            <a:stCxn id="11" idx="3"/>
            <a:endCxn id="12" idx="1"/>
          </p:cNvCxnSpPr>
          <p:nvPr/>
        </p:nvCxnSpPr>
        <p:spPr>
          <a:xfrm>
            <a:off x="9474200" y="3333750"/>
            <a:ext cx="304800" cy="0"/>
          </a:xfrm>
          <a:prstGeom prst="straightConnector1">
            <a:avLst/>
          </a:prstGeom>
          <a:ln w="19050">
            <a:solidFill>
              <a:srgbClr val="5E6875"/>
            </a:solidFill>
            <a:prstDash val="solid"/>
            <a:headEnd type="none" w="med" len="med"/>
            <a:tailEnd type="arrow" w="med" len="med"/>
          </a:ln>
        </p:spPr>
      </p:cxnSp>
      <p:sp>
        <p:nvSpPr>
          <p:cNvPr id="18" name="Editable text">
            <a:extLst>
              <a:ext uri="{FF2B5EF4-FFF2-40B4-BE49-F238E27FC236}">
                <a16:creationId xmlns:a16="http://schemas.microsoft.com/office/drawing/2014/main" id="{4F9CB22F-6FE5-4311-9435-CBA5B5B227D3}"/>
              </a:ext>
            </a:extLst>
          </p:cNvPr>
          <p:cNvSpPr>
            <a:spLocks noGrp="1"/>
          </p:cNvSpPr>
          <p:nvPr/>
        </p:nvSpPr>
        <p:spPr>
          <a:xfrm>
            <a:off x="3857625" y="4333875"/>
            <a:ext cx="4476750" cy="400050"/>
          </a:xfrm>
          <a:prstGeom prst="rect">
            <a:avLst/>
          </a:prstGeom>
          <a:noFill/>
          <a:ln w="0">
            <a:noFill/>
          </a:ln>
        </p:spPr>
        <p:txBody>
          <a:bodyPr anchor="ctr"/>
          <a:lstStyle/>
          <a:p>
            <a:pPr algn="ctr">
              <a:defRPr sz="1725" b="1">
                <a:solidFill>
                  <a:srgbClr val="D83B42"/>
                </a:solidFill>
              </a:defRPr>
            </a:pPr>
            <a:r>
              <a:rPr sz="1725" b="1">
                <a:solidFill>
                  <a:srgbClr val="D83B42"/>
                </a:solidFill>
              </a:rPr>
              <a:t>Long dependency path</a:t>
            </a:r>
          </a:p>
        </p:txBody>
      </p:sp>
      <p:sp>
        <p:nvSpPr>
          <p:cNvPr id="19" name="Editable box: The search for global context and parallel training set the stage for the Transformer.">
            <a:extLst>
              <a:ext uri="{FF2B5EF4-FFF2-40B4-BE49-F238E27FC236}">
                <a16:creationId xmlns:a16="http://schemas.microsoft.com/office/drawing/2014/main" id="{C2EE762D-8A7C-43CA-B6E5-C4AB49640B72}"/>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The search for global context and parallel training set the stage for the Transformer.</a:t>
            </a:r>
          </a:p>
        </p:txBody>
      </p:sp>
    </p:spTree>
    <p:extLst>
      <p:ext uri="{BB962C8B-B14F-4D97-AF65-F5344CB8AC3E}">
        <p14:creationId xmlns:p14="http://schemas.microsoft.com/office/powerpoint/2010/main" val="5450449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Transformers Shifted AI Toward Generation</a:t>
            </a:r>
          </a:p>
        </p:txBody>
      </p:sp>
      <p:sp>
        <p:nvSpPr>
          <p:cNvPr id="5" name="Editable content rail">
            <a:extLst>
              <a:ext uri="{FF2B5EF4-FFF2-40B4-BE49-F238E27FC236}">
                <a16:creationId xmlns:a16="http://schemas.microsoft.com/office/drawing/2014/main" id="{8EAE987C-43E0-461C-8C11-987D9F8CA7E8}"/>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F994DBC3-FAEA-42A0-BF33-F1E934369862}"/>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The Transformer replaces recurrent training with parallel attention over tokens.</a:t>
            </a:r>
          </a:p>
        </p:txBody>
      </p:sp>
      <p:sp>
        <p:nvSpPr>
          <p:cNvPr id="7" name="Editable box: The">
            <a:extLst>
              <a:ext uri="{FF2B5EF4-FFF2-40B4-BE49-F238E27FC236}">
                <a16:creationId xmlns:a16="http://schemas.microsoft.com/office/drawing/2014/main" id="{F8DCA52B-DEA6-402F-973E-F22CDA089685}"/>
              </a:ext>
            </a:extLst>
          </p:cNvPr>
          <p:cNvSpPr>
            <a:spLocks noGrp="1"/>
          </p:cNvSpPr>
          <p:nvPr/>
        </p:nvSpPr>
        <p:spPr>
          <a:xfrm>
            <a:off x="904875" y="2714625"/>
            <a:ext cx="1476375" cy="571500"/>
          </a:xfrm>
          <a:prstGeom prst="roundRect">
            <a:avLst>
              <a:gd name="adj" fmla="val 23333"/>
            </a:avLst>
          </a:prstGeom>
          <a:solidFill>
            <a:srgbClr val="EFF5FF"/>
          </a:solidFill>
          <a:ln w="14288">
            <a:solidFill>
              <a:srgbClr val="2F73E8"/>
            </a:solidFill>
            <a:prstDash val="solid"/>
          </a:ln>
        </p:spPr>
        <p:txBody>
          <a:bodyPr anchor="ctr"/>
          <a:lstStyle/>
          <a:p>
            <a:pPr algn="ctr">
              <a:defRPr sz="1575" b="1">
                <a:solidFill>
                  <a:srgbClr val="262626"/>
                </a:solidFill>
              </a:defRPr>
            </a:pPr>
            <a:r>
              <a:rPr sz="1575" b="1">
                <a:solidFill>
                  <a:srgbClr val="262626"/>
                </a:solidFill>
              </a:rPr>
              <a:t>The</a:t>
            </a:r>
          </a:p>
        </p:txBody>
      </p:sp>
      <p:sp>
        <p:nvSpPr>
          <p:cNvPr id="8" name="Editable box: bank">
            <a:extLst>
              <a:ext uri="{FF2B5EF4-FFF2-40B4-BE49-F238E27FC236}">
                <a16:creationId xmlns:a16="http://schemas.microsoft.com/office/drawing/2014/main" id="{90AE6861-2FA4-45E7-B167-88E83883E4AF}"/>
              </a:ext>
            </a:extLst>
          </p:cNvPr>
          <p:cNvSpPr>
            <a:spLocks noGrp="1"/>
          </p:cNvSpPr>
          <p:nvPr/>
        </p:nvSpPr>
        <p:spPr>
          <a:xfrm>
            <a:off x="2857500" y="2714625"/>
            <a:ext cx="1476375" cy="571500"/>
          </a:xfrm>
          <a:prstGeom prst="roundRect">
            <a:avLst>
              <a:gd name="adj" fmla="val 23333"/>
            </a:avLst>
          </a:prstGeom>
          <a:solidFill>
            <a:srgbClr val="EFF5FF"/>
          </a:solidFill>
          <a:ln w="14288">
            <a:solidFill>
              <a:srgbClr val="2F73E8"/>
            </a:solidFill>
            <a:prstDash val="solid"/>
          </a:ln>
        </p:spPr>
        <p:txBody>
          <a:bodyPr anchor="ctr"/>
          <a:lstStyle/>
          <a:p>
            <a:pPr algn="ctr">
              <a:defRPr sz="1575" b="1">
                <a:solidFill>
                  <a:srgbClr val="262626"/>
                </a:solidFill>
              </a:defRPr>
            </a:pPr>
            <a:r>
              <a:rPr sz="1575" b="1">
                <a:solidFill>
                  <a:srgbClr val="262626"/>
                </a:solidFill>
              </a:rPr>
              <a:t>bank</a:t>
            </a:r>
          </a:p>
        </p:txBody>
      </p:sp>
      <p:sp>
        <p:nvSpPr>
          <p:cNvPr id="9" name="Editable box: approved">
            <a:extLst>
              <a:ext uri="{FF2B5EF4-FFF2-40B4-BE49-F238E27FC236}">
                <a16:creationId xmlns:a16="http://schemas.microsoft.com/office/drawing/2014/main" id="{79B5323A-1322-43F0-A8D9-EDBAD694BAFD}"/>
              </a:ext>
            </a:extLst>
          </p:cNvPr>
          <p:cNvSpPr>
            <a:spLocks noGrp="1"/>
          </p:cNvSpPr>
          <p:nvPr/>
        </p:nvSpPr>
        <p:spPr>
          <a:xfrm>
            <a:off x="4810125" y="2714625"/>
            <a:ext cx="1476375" cy="571500"/>
          </a:xfrm>
          <a:prstGeom prst="roundRect">
            <a:avLst>
              <a:gd name="adj" fmla="val 23333"/>
            </a:avLst>
          </a:prstGeom>
          <a:solidFill>
            <a:srgbClr val="EFF5FF"/>
          </a:solidFill>
          <a:ln w="14288">
            <a:solidFill>
              <a:srgbClr val="2F73E8"/>
            </a:solidFill>
            <a:prstDash val="solid"/>
          </a:ln>
        </p:spPr>
        <p:txBody>
          <a:bodyPr anchor="ctr"/>
          <a:lstStyle/>
          <a:p>
            <a:pPr algn="ctr">
              <a:defRPr sz="1575" b="1">
                <a:solidFill>
                  <a:srgbClr val="262626"/>
                </a:solidFill>
              </a:defRPr>
            </a:pPr>
            <a:r>
              <a:rPr sz="1575" b="1">
                <a:solidFill>
                  <a:srgbClr val="262626"/>
                </a:solidFill>
              </a:rPr>
              <a:t>approved</a:t>
            </a:r>
          </a:p>
        </p:txBody>
      </p:sp>
      <p:sp>
        <p:nvSpPr>
          <p:cNvPr id="10" name="Editable box: the">
            <a:extLst>
              <a:ext uri="{FF2B5EF4-FFF2-40B4-BE49-F238E27FC236}">
                <a16:creationId xmlns:a16="http://schemas.microsoft.com/office/drawing/2014/main" id="{1B98BB8C-D06F-4C9F-8B1C-829FCFD4DB9B}"/>
              </a:ext>
            </a:extLst>
          </p:cNvPr>
          <p:cNvSpPr>
            <a:spLocks noGrp="1"/>
          </p:cNvSpPr>
          <p:nvPr/>
        </p:nvSpPr>
        <p:spPr>
          <a:xfrm>
            <a:off x="6762750" y="2714625"/>
            <a:ext cx="1476375" cy="571500"/>
          </a:xfrm>
          <a:prstGeom prst="roundRect">
            <a:avLst>
              <a:gd name="adj" fmla="val 23333"/>
            </a:avLst>
          </a:prstGeom>
          <a:solidFill>
            <a:srgbClr val="EFF5FF"/>
          </a:solidFill>
          <a:ln w="14288">
            <a:solidFill>
              <a:srgbClr val="2F73E8"/>
            </a:solidFill>
            <a:prstDash val="solid"/>
          </a:ln>
        </p:spPr>
        <p:txBody>
          <a:bodyPr anchor="ctr"/>
          <a:lstStyle/>
          <a:p>
            <a:pPr algn="ctr">
              <a:defRPr sz="1575" b="1">
                <a:solidFill>
                  <a:srgbClr val="262626"/>
                </a:solidFill>
              </a:defRPr>
            </a:pPr>
            <a:r>
              <a:rPr sz="1575" b="1">
                <a:solidFill>
                  <a:srgbClr val="262626"/>
                </a:solidFill>
              </a:rPr>
              <a:t>the</a:t>
            </a:r>
          </a:p>
        </p:txBody>
      </p:sp>
      <p:sp>
        <p:nvSpPr>
          <p:cNvPr id="11" name="Editable box: loan">
            <a:extLst>
              <a:ext uri="{FF2B5EF4-FFF2-40B4-BE49-F238E27FC236}">
                <a16:creationId xmlns:a16="http://schemas.microsoft.com/office/drawing/2014/main" id="{54295F59-0C79-4948-87D5-3817BD3097F1}"/>
              </a:ext>
            </a:extLst>
          </p:cNvPr>
          <p:cNvSpPr>
            <a:spLocks noGrp="1"/>
          </p:cNvSpPr>
          <p:nvPr/>
        </p:nvSpPr>
        <p:spPr>
          <a:xfrm>
            <a:off x="8715375" y="2714625"/>
            <a:ext cx="1476375" cy="571500"/>
          </a:xfrm>
          <a:prstGeom prst="roundRect">
            <a:avLst>
              <a:gd name="adj" fmla="val 23333"/>
            </a:avLst>
          </a:prstGeom>
          <a:solidFill>
            <a:srgbClr val="EFF5FF"/>
          </a:solidFill>
          <a:ln w="14288">
            <a:solidFill>
              <a:srgbClr val="2F73E8"/>
            </a:solidFill>
            <a:prstDash val="solid"/>
          </a:ln>
        </p:spPr>
        <p:txBody>
          <a:bodyPr anchor="ctr"/>
          <a:lstStyle/>
          <a:p>
            <a:pPr algn="ctr">
              <a:defRPr sz="1575" b="1">
                <a:solidFill>
                  <a:srgbClr val="262626"/>
                </a:solidFill>
              </a:defRPr>
            </a:pPr>
            <a:r>
              <a:rPr sz="1575" b="1">
                <a:solidFill>
                  <a:srgbClr val="262626"/>
                </a:solidFill>
              </a:rPr>
              <a:t>loan</a:t>
            </a:r>
          </a:p>
        </p:txBody>
      </p:sp>
      <p:sp>
        <p:nvSpPr>
          <p:cNvPr id="12" name="Editable box: MULTI-HEAD&#10;SELF-ATTENTION">
            <a:extLst>
              <a:ext uri="{FF2B5EF4-FFF2-40B4-BE49-F238E27FC236}">
                <a16:creationId xmlns:a16="http://schemas.microsoft.com/office/drawing/2014/main" id="{146DF5C4-51C9-42DB-B727-FA1AEE5F0728}"/>
              </a:ext>
            </a:extLst>
          </p:cNvPr>
          <p:cNvSpPr>
            <a:spLocks noGrp="1"/>
          </p:cNvSpPr>
          <p:nvPr/>
        </p:nvSpPr>
        <p:spPr>
          <a:xfrm>
            <a:off x="4048125" y="4000500"/>
            <a:ext cx="4095750" cy="952500"/>
          </a:xfrm>
          <a:prstGeom prst="roundRect">
            <a:avLst>
              <a:gd name="adj" fmla="val 14000"/>
            </a:avLst>
          </a:prstGeom>
          <a:solidFill>
            <a:srgbClr val="FFF4E8"/>
          </a:solidFill>
          <a:ln w="14288">
            <a:solidFill>
              <a:srgbClr val="E85A33"/>
            </a:solidFill>
            <a:prstDash val="solid"/>
          </a:ln>
        </p:spPr>
        <p:txBody>
          <a:bodyPr anchor="ctr"/>
          <a:lstStyle/>
          <a:p>
            <a:pPr algn="ctr">
              <a:defRPr sz="1800" b="1">
                <a:solidFill>
                  <a:srgbClr val="E85A33"/>
                </a:solidFill>
              </a:defRPr>
            </a:pPr>
            <a:r>
              <a:rPr sz="1800" b="1">
                <a:solidFill>
                  <a:srgbClr val="E85A33"/>
                </a:solidFill>
              </a:rPr>
              <a:t>MULTI-HEAD</a:t>
            </a:r>
          </a:p>
          <a:p>
            <a:pPr algn="ctr">
              <a:defRPr sz="1800" b="1">
                <a:solidFill>
                  <a:srgbClr val="E85A33"/>
                </a:solidFill>
              </a:defRPr>
            </a:pPr>
            <a:r>
              <a:rPr sz="1800" b="1">
                <a:solidFill>
                  <a:srgbClr val="E85A33"/>
                </a:solidFill>
              </a:rPr>
              <a:t>SELF-ATTENTION</a:t>
            </a:r>
          </a:p>
        </p:txBody>
      </p:sp>
      <p:cxnSp>
        <p:nvCxnSpPr>
          <p:cNvPr id="30" name="Straight Arrow Connector 29"/>
          <p:cNvCxnSpPr>
            <a:stCxn id="7" idx="2"/>
            <a:endCxn id="12" idx="0"/>
          </p:cNvCxnSpPr>
          <p:nvPr/>
        </p:nvCxnSpPr>
        <p:spPr>
          <a:xfrm>
            <a:off x="1643063" y="3286125"/>
            <a:ext cx="4452938" cy="714375"/>
          </a:xfrm>
          <a:prstGeom prst="straightConnector1">
            <a:avLst/>
          </a:prstGeom>
          <a:ln w="19050">
            <a:solidFill>
              <a:srgbClr val="7457C8"/>
            </a:solidFill>
            <a:prstDash val="solid"/>
            <a:headEnd type="none" w="med" len="med"/>
            <a:tailEnd type="arrow" w="med" len="med"/>
          </a:ln>
        </p:spPr>
      </p:cxnSp>
      <p:cxnSp>
        <p:nvCxnSpPr>
          <p:cNvPr id="31" name="Straight Arrow Connector 30"/>
          <p:cNvCxnSpPr>
            <a:stCxn id="8" idx="2"/>
            <a:endCxn id="12" idx="0"/>
          </p:cNvCxnSpPr>
          <p:nvPr/>
        </p:nvCxnSpPr>
        <p:spPr>
          <a:xfrm>
            <a:off x="3595688" y="3286125"/>
            <a:ext cx="2500313" cy="714375"/>
          </a:xfrm>
          <a:prstGeom prst="straightConnector1">
            <a:avLst/>
          </a:prstGeom>
          <a:ln w="19050">
            <a:solidFill>
              <a:srgbClr val="7457C8"/>
            </a:solidFill>
            <a:prstDash val="solid"/>
            <a:headEnd type="none" w="med" len="med"/>
            <a:tailEnd type="arrow" w="med" len="med"/>
          </a:ln>
        </p:spPr>
      </p:cxnSp>
      <p:cxnSp>
        <p:nvCxnSpPr>
          <p:cNvPr id="32" name="Straight Arrow Connector 31"/>
          <p:cNvCxnSpPr>
            <a:stCxn id="9" idx="2"/>
            <a:endCxn id="12" idx="0"/>
          </p:cNvCxnSpPr>
          <p:nvPr/>
        </p:nvCxnSpPr>
        <p:spPr>
          <a:xfrm>
            <a:off x="5548313" y="3286125"/>
            <a:ext cx="547688" cy="714375"/>
          </a:xfrm>
          <a:prstGeom prst="straightConnector1">
            <a:avLst/>
          </a:prstGeom>
          <a:ln w="19050">
            <a:solidFill>
              <a:srgbClr val="7457C8"/>
            </a:solidFill>
            <a:prstDash val="solid"/>
            <a:headEnd type="none" w="med" len="med"/>
            <a:tailEnd type="arrow" w="med" len="med"/>
          </a:ln>
        </p:spPr>
      </p:cxnSp>
      <p:cxnSp>
        <p:nvCxnSpPr>
          <p:cNvPr id="33" name="Straight Arrow Connector 32"/>
          <p:cNvCxnSpPr>
            <a:stCxn id="10" idx="2"/>
            <a:endCxn id="12" idx="0"/>
          </p:cNvCxnSpPr>
          <p:nvPr/>
        </p:nvCxnSpPr>
        <p:spPr>
          <a:xfrm flipH="1">
            <a:off x="6096000" y="3286125"/>
            <a:ext cx="1404938" cy="714375"/>
          </a:xfrm>
          <a:prstGeom prst="straightConnector1">
            <a:avLst/>
          </a:prstGeom>
          <a:ln w="19050">
            <a:solidFill>
              <a:srgbClr val="7457C8"/>
            </a:solidFill>
            <a:prstDash val="solid"/>
            <a:headEnd type="none" w="med" len="med"/>
            <a:tailEnd type="arrow" w="med" len="med"/>
          </a:ln>
        </p:spPr>
      </p:cxnSp>
      <p:cxnSp>
        <p:nvCxnSpPr>
          <p:cNvPr id="34" name="Straight Arrow Connector 33"/>
          <p:cNvCxnSpPr>
            <a:stCxn id="11" idx="2"/>
            <a:endCxn id="12" idx="0"/>
          </p:cNvCxnSpPr>
          <p:nvPr/>
        </p:nvCxnSpPr>
        <p:spPr>
          <a:xfrm flipH="1">
            <a:off x="6096000" y="3286125"/>
            <a:ext cx="3357563" cy="714375"/>
          </a:xfrm>
          <a:prstGeom prst="straightConnector1">
            <a:avLst/>
          </a:prstGeom>
          <a:ln w="19050">
            <a:solidFill>
              <a:srgbClr val="7457C8"/>
            </a:solidFill>
            <a:prstDash val="solid"/>
            <a:headEnd type="none" w="med" len="med"/>
            <a:tailEnd type="arrow" w="med" len="med"/>
          </a:ln>
        </p:spPr>
      </p:cxnSp>
      <p:sp>
        <p:nvSpPr>
          <p:cNvPr id="18" name="Editable box: Contextual token representations">
            <a:extLst>
              <a:ext uri="{FF2B5EF4-FFF2-40B4-BE49-F238E27FC236}">
                <a16:creationId xmlns:a16="http://schemas.microsoft.com/office/drawing/2014/main" id="{A9258C5B-148E-49C2-AF75-04384537A900}"/>
              </a:ext>
            </a:extLst>
          </p:cNvPr>
          <p:cNvSpPr>
            <a:spLocks noGrp="1"/>
          </p:cNvSpPr>
          <p:nvPr/>
        </p:nvSpPr>
        <p:spPr>
          <a:xfrm>
            <a:off x="4048125" y="5286375"/>
            <a:ext cx="4095750" cy="476250"/>
          </a:xfrm>
          <a:prstGeom prst="roundRect">
            <a:avLst>
              <a:gd name="adj" fmla="val 28000"/>
            </a:avLst>
          </a:prstGeom>
          <a:solidFill>
            <a:srgbClr val="ECF8F1"/>
          </a:solidFill>
          <a:ln w="14288">
            <a:solidFill>
              <a:srgbClr val="2E9B63"/>
            </a:solidFill>
            <a:prstDash val="solid"/>
          </a:ln>
        </p:spPr>
        <p:txBody>
          <a:bodyPr anchor="ctr"/>
          <a:lstStyle/>
          <a:p>
            <a:pPr algn="ctr">
              <a:defRPr sz="1500" b="1">
                <a:solidFill>
                  <a:srgbClr val="2E9B63"/>
                </a:solidFill>
              </a:defRPr>
            </a:pPr>
            <a:r>
              <a:rPr sz="1500" b="1">
                <a:solidFill>
                  <a:srgbClr val="2E9B63"/>
                </a:solidFill>
              </a:rPr>
              <a:t>Contextual token representations</a:t>
            </a:r>
          </a:p>
        </p:txBody>
      </p:sp>
      <p:cxnSp>
        <p:nvCxnSpPr>
          <p:cNvPr id="36" name="Straight Arrow Connector 35"/>
          <p:cNvCxnSpPr>
            <a:stCxn id="12" idx="2"/>
            <a:endCxn id="18" idx="0"/>
          </p:cNvCxnSpPr>
          <p:nvPr/>
        </p:nvCxnSpPr>
        <p:spPr>
          <a:xfrm>
            <a:off x="6096000" y="4953000"/>
            <a:ext cx="0" cy="333375"/>
          </a:xfrm>
          <a:prstGeom prst="straightConnector1">
            <a:avLst/>
          </a:prstGeom>
          <a:ln w="19050">
            <a:solidFill>
              <a:srgbClr val="2E9B63"/>
            </a:solidFill>
            <a:prstDash val="solid"/>
            <a:headEnd type="none" w="med" len="med"/>
            <a:tailEnd type="arrow" w="med" len="med"/>
          </a:ln>
        </p:spPr>
      </p:cxnSp>
      <p:sp>
        <p:nvSpPr>
          <p:cNvPr id="20" name="Editable box: Attention connects every token to relevant context during parallel training.">
            <a:extLst>
              <a:ext uri="{FF2B5EF4-FFF2-40B4-BE49-F238E27FC236}">
                <a16:creationId xmlns:a16="http://schemas.microsoft.com/office/drawing/2014/main" id="{68626B08-93C1-4228-9E76-07BA06645679}"/>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Attention connects every token to relevant context during parallel training.</a:t>
            </a:r>
          </a:p>
        </p:txBody>
      </p:sp>
    </p:spTree>
    <p:extLst>
      <p:ext uri="{BB962C8B-B14F-4D97-AF65-F5344CB8AC3E}">
        <p14:creationId xmlns:p14="http://schemas.microsoft.com/office/powerpoint/2010/main" val="2987696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Self-Attention Connects Tokens During Parallel Training</a:t>
            </a:r>
          </a:p>
        </p:txBody>
      </p:sp>
      <p:sp>
        <p:nvSpPr>
          <p:cNvPr id="5" name="Editable content rail">
            <a:extLst>
              <a:ext uri="{FF2B5EF4-FFF2-40B4-BE49-F238E27FC236}">
                <a16:creationId xmlns:a16="http://schemas.microsoft.com/office/drawing/2014/main" id="{51769EAC-E195-4DC8-8EAB-169E075BC9C8}"/>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442B8EB6-10B8-493C-981D-27C8B392FCC2}"/>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Each token can attend to different tokens with different strengths.</a:t>
            </a:r>
          </a:p>
        </p:txBody>
      </p:sp>
      <p:sp>
        <p:nvSpPr>
          <p:cNvPr id="7" name="Editable box: The">
            <a:extLst>
              <a:ext uri="{FF2B5EF4-FFF2-40B4-BE49-F238E27FC236}">
                <a16:creationId xmlns:a16="http://schemas.microsoft.com/office/drawing/2014/main" id="{785FFF17-7D51-426E-ABFA-2DF91205F454}"/>
              </a:ext>
            </a:extLst>
          </p:cNvPr>
          <p:cNvSpPr>
            <a:spLocks noGrp="1"/>
          </p:cNvSpPr>
          <p:nvPr/>
        </p:nvSpPr>
        <p:spPr>
          <a:xfrm>
            <a:off x="1143000" y="2238375"/>
            <a:ext cx="1381125" cy="523875"/>
          </a:xfrm>
          <a:prstGeom prst="roundRect">
            <a:avLst>
              <a:gd name="adj" fmla="val 25455"/>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The</a:t>
            </a:r>
          </a:p>
        </p:txBody>
      </p:sp>
      <p:sp>
        <p:nvSpPr>
          <p:cNvPr id="8" name="Editable box: bank">
            <a:extLst>
              <a:ext uri="{FF2B5EF4-FFF2-40B4-BE49-F238E27FC236}">
                <a16:creationId xmlns:a16="http://schemas.microsoft.com/office/drawing/2014/main" id="{896FA996-E66A-4DA1-B8F2-69B971F6B260}"/>
              </a:ext>
            </a:extLst>
          </p:cNvPr>
          <p:cNvSpPr>
            <a:spLocks noGrp="1"/>
          </p:cNvSpPr>
          <p:nvPr/>
        </p:nvSpPr>
        <p:spPr>
          <a:xfrm>
            <a:off x="3095625" y="2238375"/>
            <a:ext cx="1381125" cy="523875"/>
          </a:xfrm>
          <a:prstGeom prst="roundRect">
            <a:avLst>
              <a:gd name="adj" fmla="val 25455"/>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bank</a:t>
            </a:r>
          </a:p>
        </p:txBody>
      </p:sp>
      <p:sp>
        <p:nvSpPr>
          <p:cNvPr id="9" name="Editable box: approved">
            <a:extLst>
              <a:ext uri="{FF2B5EF4-FFF2-40B4-BE49-F238E27FC236}">
                <a16:creationId xmlns:a16="http://schemas.microsoft.com/office/drawing/2014/main" id="{BEF8218D-6D11-40CF-B715-61D0D13BA487}"/>
              </a:ext>
            </a:extLst>
          </p:cNvPr>
          <p:cNvSpPr>
            <a:spLocks noGrp="1"/>
          </p:cNvSpPr>
          <p:nvPr/>
        </p:nvSpPr>
        <p:spPr>
          <a:xfrm>
            <a:off x="5048250" y="2238375"/>
            <a:ext cx="1381125" cy="523875"/>
          </a:xfrm>
          <a:prstGeom prst="roundRect">
            <a:avLst>
              <a:gd name="adj" fmla="val 25455"/>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approved</a:t>
            </a:r>
          </a:p>
        </p:txBody>
      </p:sp>
      <p:sp>
        <p:nvSpPr>
          <p:cNvPr id="10" name="Editable box: the">
            <a:extLst>
              <a:ext uri="{FF2B5EF4-FFF2-40B4-BE49-F238E27FC236}">
                <a16:creationId xmlns:a16="http://schemas.microsoft.com/office/drawing/2014/main" id="{404800C9-658A-476D-91E6-E68F3C0AEFA3}"/>
              </a:ext>
            </a:extLst>
          </p:cNvPr>
          <p:cNvSpPr>
            <a:spLocks noGrp="1"/>
          </p:cNvSpPr>
          <p:nvPr/>
        </p:nvSpPr>
        <p:spPr>
          <a:xfrm>
            <a:off x="7000875" y="2238375"/>
            <a:ext cx="1381125" cy="523875"/>
          </a:xfrm>
          <a:prstGeom prst="roundRect">
            <a:avLst>
              <a:gd name="adj" fmla="val 25455"/>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the</a:t>
            </a:r>
          </a:p>
        </p:txBody>
      </p:sp>
      <p:sp>
        <p:nvSpPr>
          <p:cNvPr id="11" name="Editable box: loan">
            <a:extLst>
              <a:ext uri="{FF2B5EF4-FFF2-40B4-BE49-F238E27FC236}">
                <a16:creationId xmlns:a16="http://schemas.microsoft.com/office/drawing/2014/main" id="{0BF3A789-01D0-4A76-A9E1-B1BD4A4BCEBC}"/>
              </a:ext>
            </a:extLst>
          </p:cNvPr>
          <p:cNvSpPr>
            <a:spLocks noGrp="1"/>
          </p:cNvSpPr>
          <p:nvPr/>
        </p:nvSpPr>
        <p:spPr>
          <a:xfrm>
            <a:off x="8953500" y="2238375"/>
            <a:ext cx="1381125" cy="523875"/>
          </a:xfrm>
          <a:prstGeom prst="roundRect">
            <a:avLst>
              <a:gd name="adj" fmla="val 25455"/>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loan</a:t>
            </a:r>
          </a:p>
        </p:txBody>
      </p:sp>
      <p:sp>
        <p:nvSpPr>
          <p:cNvPr id="12" name="Editable box: The">
            <a:extLst>
              <a:ext uri="{FF2B5EF4-FFF2-40B4-BE49-F238E27FC236}">
                <a16:creationId xmlns:a16="http://schemas.microsoft.com/office/drawing/2014/main" id="{B7C9C1A5-6817-49D9-BD15-6F2784A01EA5}"/>
              </a:ext>
            </a:extLst>
          </p:cNvPr>
          <p:cNvSpPr>
            <a:spLocks noGrp="1"/>
          </p:cNvSpPr>
          <p:nvPr/>
        </p:nvSpPr>
        <p:spPr>
          <a:xfrm>
            <a:off x="1143000" y="4762500"/>
            <a:ext cx="1381125" cy="523875"/>
          </a:xfrm>
          <a:prstGeom prst="roundRect">
            <a:avLst>
              <a:gd name="adj" fmla="val 25455"/>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The</a:t>
            </a:r>
          </a:p>
        </p:txBody>
      </p:sp>
      <p:sp>
        <p:nvSpPr>
          <p:cNvPr id="13" name="Editable box: bank">
            <a:extLst>
              <a:ext uri="{FF2B5EF4-FFF2-40B4-BE49-F238E27FC236}">
                <a16:creationId xmlns:a16="http://schemas.microsoft.com/office/drawing/2014/main" id="{0CC3CB5F-CCC2-4A60-8B34-11B46A2CD3EB}"/>
              </a:ext>
            </a:extLst>
          </p:cNvPr>
          <p:cNvSpPr>
            <a:spLocks noGrp="1"/>
          </p:cNvSpPr>
          <p:nvPr/>
        </p:nvSpPr>
        <p:spPr>
          <a:xfrm>
            <a:off x="3095625" y="4762500"/>
            <a:ext cx="1381125" cy="523875"/>
          </a:xfrm>
          <a:prstGeom prst="roundRect">
            <a:avLst>
              <a:gd name="adj" fmla="val 25455"/>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bank</a:t>
            </a:r>
          </a:p>
        </p:txBody>
      </p:sp>
      <p:sp>
        <p:nvSpPr>
          <p:cNvPr id="14" name="Editable box: approved">
            <a:extLst>
              <a:ext uri="{FF2B5EF4-FFF2-40B4-BE49-F238E27FC236}">
                <a16:creationId xmlns:a16="http://schemas.microsoft.com/office/drawing/2014/main" id="{1A6BAA5F-A352-423E-B8E3-7760FD76583F}"/>
              </a:ext>
            </a:extLst>
          </p:cNvPr>
          <p:cNvSpPr>
            <a:spLocks noGrp="1"/>
          </p:cNvSpPr>
          <p:nvPr/>
        </p:nvSpPr>
        <p:spPr>
          <a:xfrm>
            <a:off x="5048250" y="4762500"/>
            <a:ext cx="1381125" cy="523875"/>
          </a:xfrm>
          <a:prstGeom prst="roundRect">
            <a:avLst>
              <a:gd name="adj" fmla="val 25455"/>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approved</a:t>
            </a:r>
          </a:p>
        </p:txBody>
      </p:sp>
      <p:sp>
        <p:nvSpPr>
          <p:cNvPr id="15" name="Editable box: the">
            <a:extLst>
              <a:ext uri="{FF2B5EF4-FFF2-40B4-BE49-F238E27FC236}">
                <a16:creationId xmlns:a16="http://schemas.microsoft.com/office/drawing/2014/main" id="{CD1F21E9-9269-4E23-B324-4FE01D4FC4F3}"/>
              </a:ext>
            </a:extLst>
          </p:cNvPr>
          <p:cNvSpPr>
            <a:spLocks noGrp="1"/>
          </p:cNvSpPr>
          <p:nvPr/>
        </p:nvSpPr>
        <p:spPr>
          <a:xfrm>
            <a:off x="7000875" y="4762500"/>
            <a:ext cx="1381125" cy="523875"/>
          </a:xfrm>
          <a:prstGeom prst="roundRect">
            <a:avLst>
              <a:gd name="adj" fmla="val 25455"/>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the</a:t>
            </a:r>
          </a:p>
        </p:txBody>
      </p:sp>
      <p:sp>
        <p:nvSpPr>
          <p:cNvPr id="16" name="Editable box: loan">
            <a:extLst>
              <a:ext uri="{FF2B5EF4-FFF2-40B4-BE49-F238E27FC236}">
                <a16:creationId xmlns:a16="http://schemas.microsoft.com/office/drawing/2014/main" id="{B2AEDAC4-CC09-4DC3-93B3-B4623346EB1E}"/>
              </a:ext>
            </a:extLst>
          </p:cNvPr>
          <p:cNvSpPr>
            <a:spLocks noGrp="1"/>
          </p:cNvSpPr>
          <p:nvPr/>
        </p:nvSpPr>
        <p:spPr>
          <a:xfrm>
            <a:off x="8953500" y="4762500"/>
            <a:ext cx="1381125" cy="523875"/>
          </a:xfrm>
          <a:prstGeom prst="roundRect">
            <a:avLst>
              <a:gd name="adj" fmla="val 25455"/>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loan</a:t>
            </a:r>
          </a:p>
        </p:txBody>
      </p:sp>
      <p:cxnSp>
        <p:nvCxnSpPr>
          <p:cNvPr id="39" name="Straight Arrow Connector 38"/>
          <p:cNvCxnSpPr>
            <a:stCxn id="7" idx="2"/>
            <a:endCxn id="12" idx="0"/>
          </p:cNvCxnSpPr>
          <p:nvPr/>
        </p:nvCxnSpPr>
        <p:spPr>
          <a:xfrm>
            <a:off x="1833563" y="2762250"/>
            <a:ext cx="0" cy="2000250"/>
          </a:xfrm>
          <a:prstGeom prst="straightConnector1">
            <a:avLst/>
          </a:prstGeom>
          <a:ln w="14288">
            <a:solidFill>
              <a:srgbClr val="DCE4ED"/>
            </a:solidFill>
            <a:prstDash val="solid"/>
            <a:headEnd type="none" w="med" len="med"/>
            <a:tailEnd type="none" w="med" len="med"/>
          </a:ln>
        </p:spPr>
      </p:cxnSp>
      <p:cxnSp>
        <p:nvCxnSpPr>
          <p:cNvPr id="40" name="Straight Arrow Connector 39"/>
          <p:cNvCxnSpPr>
            <a:stCxn id="8" idx="2"/>
            <a:endCxn id="13" idx="0"/>
          </p:cNvCxnSpPr>
          <p:nvPr/>
        </p:nvCxnSpPr>
        <p:spPr>
          <a:xfrm>
            <a:off x="3786188" y="2762250"/>
            <a:ext cx="0" cy="2000250"/>
          </a:xfrm>
          <a:prstGeom prst="straightConnector1">
            <a:avLst/>
          </a:prstGeom>
          <a:ln w="14288">
            <a:solidFill>
              <a:srgbClr val="DCE4ED"/>
            </a:solidFill>
            <a:prstDash val="solid"/>
            <a:headEnd type="none" w="med" len="med"/>
            <a:tailEnd type="none" w="med" len="med"/>
          </a:ln>
        </p:spPr>
      </p:cxnSp>
      <p:cxnSp>
        <p:nvCxnSpPr>
          <p:cNvPr id="41" name="Straight Arrow Connector 40"/>
          <p:cNvCxnSpPr>
            <a:stCxn id="9" idx="2"/>
            <a:endCxn id="14" idx="0"/>
          </p:cNvCxnSpPr>
          <p:nvPr/>
        </p:nvCxnSpPr>
        <p:spPr>
          <a:xfrm>
            <a:off x="5738813" y="2762250"/>
            <a:ext cx="0" cy="2000250"/>
          </a:xfrm>
          <a:prstGeom prst="straightConnector1">
            <a:avLst/>
          </a:prstGeom>
          <a:ln w="14288">
            <a:solidFill>
              <a:srgbClr val="DCE4ED"/>
            </a:solidFill>
            <a:prstDash val="solid"/>
            <a:headEnd type="none" w="med" len="med"/>
            <a:tailEnd type="none" w="med" len="med"/>
          </a:ln>
        </p:spPr>
      </p:cxnSp>
      <p:cxnSp>
        <p:nvCxnSpPr>
          <p:cNvPr id="42" name="Straight Arrow Connector 41"/>
          <p:cNvCxnSpPr>
            <a:stCxn id="10" idx="2"/>
            <a:endCxn id="15" idx="0"/>
          </p:cNvCxnSpPr>
          <p:nvPr/>
        </p:nvCxnSpPr>
        <p:spPr>
          <a:xfrm>
            <a:off x="7691438" y="2762250"/>
            <a:ext cx="0" cy="2000250"/>
          </a:xfrm>
          <a:prstGeom prst="straightConnector1">
            <a:avLst/>
          </a:prstGeom>
          <a:ln w="14288">
            <a:solidFill>
              <a:srgbClr val="DCE4ED"/>
            </a:solidFill>
            <a:prstDash val="solid"/>
            <a:headEnd type="none" w="med" len="med"/>
            <a:tailEnd type="none" w="med" len="med"/>
          </a:ln>
        </p:spPr>
      </p:cxnSp>
      <p:cxnSp>
        <p:nvCxnSpPr>
          <p:cNvPr id="43" name="Straight Arrow Connector 42"/>
          <p:cNvCxnSpPr>
            <a:stCxn id="11" idx="2"/>
            <a:endCxn id="16" idx="0"/>
          </p:cNvCxnSpPr>
          <p:nvPr/>
        </p:nvCxnSpPr>
        <p:spPr>
          <a:xfrm>
            <a:off x="9644063" y="2762250"/>
            <a:ext cx="0" cy="2000250"/>
          </a:xfrm>
          <a:prstGeom prst="straightConnector1">
            <a:avLst/>
          </a:prstGeom>
          <a:ln w="14288">
            <a:solidFill>
              <a:srgbClr val="DCE4ED"/>
            </a:solidFill>
            <a:prstDash val="solid"/>
            <a:headEnd type="none" w="med" len="med"/>
            <a:tailEnd type="none" w="med" len="med"/>
          </a:ln>
        </p:spPr>
      </p:cxnSp>
      <p:cxnSp>
        <p:nvCxnSpPr>
          <p:cNvPr id="44" name="Straight Arrow Connector 43"/>
          <p:cNvCxnSpPr>
            <a:stCxn id="8" idx="2"/>
            <a:endCxn id="16" idx="0"/>
          </p:cNvCxnSpPr>
          <p:nvPr/>
        </p:nvCxnSpPr>
        <p:spPr>
          <a:xfrm>
            <a:off x="3786188" y="2762250"/>
            <a:ext cx="5857875" cy="2000250"/>
          </a:xfrm>
          <a:prstGeom prst="straightConnector1">
            <a:avLst/>
          </a:prstGeom>
          <a:ln w="38100">
            <a:solidFill>
              <a:srgbClr val="E85A33"/>
            </a:solidFill>
            <a:prstDash val="solid"/>
            <a:headEnd type="none" w="med" len="med"/>
            <a:tailEnd type="arrow" w="med" len="med"/>
          </a:ln>
        </p:spPr>
      </p:cxnSp>
      <p:cxnSp>
        <p:nvCxnSpPr>
          <p:cNvPr id="45" name="Straight Arrow Connector 44"/>
          <p:cNvCxnSpPr>
            <a:stCxn id="9" idx="2"/>
            <a:endCxn id="16" idx="0"/>
          </p:cNvCxnSpPr>
          <p:nvPr/>
        </p:nvCxnSpPr>
        <p:spPr>
          <a:xfrm>
            <a:off x="5738813" y="2762250"/>
            <a:ext cx="3905250" cy="2000250"/>
          </a:xfrm>
          <a:prstGeom prst="straightConnector1">
            <a:avLst/>
          </a:prstGeom>
          <a:ln w="28575">
            <a:solidFill>
              <a:srgbClr val="2F73E8"/>
            </a:solidFill>
            <a:prstDash val="solid"/>
            <a:headEnd type="none" w="med" len="med"/>
            <a:tailEnd type="arrow" w="med" len="med"/>
          </a:ln>
        </p:spPr>
      </p:cxnSp>
      <p:sp>
        <p:nvSpPr>
          <p:cNvPr id="24" name="Editable text">
            <a:extLst>
              <a:ext uri="{FF2B5EF4-FFF2-40B4-BE49-F238E27FC236}">
                <a16:creationId xmlns:a16="http://schemas.microsoft.com/office/drawing/2014/main" id="{491A87BC-2C61-4FA2-86E3-85E6A8454550}"/>
              </a:ext>
            </a:extLst>
          </p:cNvPr>
          <p:cNvSpPr>
            <a:spLocks noGrp="1"/>
          </p:cNvSpPr>
          <p:nvPr/>
        </p:nvSpPr>
        <p:spPr>
          <a:xfrm>
            <a:off x="2857500" y="5476875"/>
            <a:ext cx="6477000" cy="333375"/>
          </a:xfrm>
          <a:prstGeom prst="rect">
            <a:avLst/>
          </a:prstGeom>
          <a:noFill/>
          <a:ln w="0">
            <a:noFill/>
          </a:ln>
        </p:spPr>
        <p:txBody>
          <a:bodyPr anchor="ctr"/>
          <a:lstStyle/>
          <a:p>
            <a:pPr algn="ctr">
              <a:defRPr sz="1425" b="0">
                <a:solidFill>
                  <a:srgbClr val="5E6875"/>
                </a:solidFill>
              </a:defRPr>
            </a:pPr>
            <a:r>
              <a:rPr sz="1425" b="0">
                <a:solidFill>
                  <a:srgbClr val="5E6875"/>
                </a:solidFill>
              </a:rPr>
              <a:t>Example: “loan” attends strongly to “bank” and “approved.”</a:t>
            </a:r>
          </a:p>
        </p:txBody>
      </p:sp>
      <p:sp>
        <p:nvSpPr>
          <p:cNvPr id="25" name="Editable box: Attention weights are learned relationships—not fixed dictionary meanings.">
            <a:extLst>
              <a:ext uri="{FF2B5EF4-FFF2-40B4-BE49-F238E27FC236}">
                <a16:creationId xmlns:a16="http://schemas.microsoft.com/office/drawing/2014/main" id="{29AF7909-2372-46E9-B9CC-531ADA195BD6}"/>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Attention weights are learned relationships—not fixed dictionary meanings.</a:t>
            </a:r>
          </a:p>
        </p:txBody>
      </p:sp>
    </p:spTree>
    <p:extLst>
      <p:ext uri="{BB962C8B-B14F-4D97-AF65-F5344CB8AC3E}">
        <p14:creationId xmlns:p14="http://schemas.microsoft.com/office/powerpoint/2010/main" val="35033313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LLM Architecture Balances Attention, Context, and Serving</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An LLM converts tokens into contextual representations and generates outputs under compute and latency constraints.</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Tokens &amp; embeddings</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Encode discrete text units as dense vectors with positional information.</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Multi-head attention</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Learn several relationship patterns between token positions in parallel during training.</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Context &amp; serving</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Context length, decoding, batching, hardware, and cost shape the user experience.</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Scalability comes from the whole architecture—not attention or parameter count alone.</a:t>
            </a:r>
          </a:p>
        </p:txBody>
      </p:sp>
    </p:spTree>
    <p:extLst>
      <p:ext uri="{BB962C8B-B14F-4D97-AF65-F5344CB8AC3E}">
        <p14:creationId xmlns:p14="http://schemas.microsoft.com/office/powerpoint/2010/main" val="16895442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wrap="square" anchor="ctr">
            <a:noAutofit/>
          </a:bodyPr>
          <a:lstStyle/>
          <a:p>
            <a:pPr algn="l">
              <a:buNone/>
            </a:pPr>
            <a:r>
              <a:rPr sz="2850" b="1">
                <a:solidFill>
                  <a:srgbClr val="262626"/>
                </a:solidFill>
                <a:latin typeface="Calibri"/>
                <a:ea typeface="Calibri"/>
                <a:cs typeface="Calibri"/>
              </a:rPr>
              <a:t>Transformers Remove Recurrence in Training</a:t>
            </a:r>
          </a:p>
        </p:txBody>
      </p:sp>
      <p:sp>
        <p:nvSpPr>
          <p:cNvPr id="5" name="Editable content rail">
            <a:extLst>
              <a:ext uri="{FF2B5EF4-FFF2-40B4-BE49-F238E27FC236}">
                <a16:creationId xmlns:a16="http://schemas.microsoft.com/office/drawing/2014/main" id="{AE9CB87E-9CD7-4B47-B2EB-353756AEA83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D819DE72-8776-4AF0-A9D1-5B205058D02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Transformers remove recurrent hidden-state updates during training.</a:t>
            </a:r>
          </a:p>
        </p:txBody>
      </p:sp>
      <p:sp>
        <p:nvSpPr>
          <p:cNvPr id="7" name="Editable box: RECURRENT">
            <a:extLst>
              <a:ext uri="{FF2B5EF4-FFF2-40B4-BE49-F238E27FC236}">
                <a16:creationId xmlns:a16="http://schemas.microsoft.com/office/drawing/2014/main" id="{DBE41C70-2067-4BC9-8AA5-3E7298816B09}"/>
              </a:ext>
            </a:extLst>
          </p:cNvPr>
          <p:cNvSpPr>
            <a:spLocks noGrp="1"/>
          </p:cNvSpPr>
          <p:nvPr/>
        </p:nvSpPr>
        <p:spPr>
          <a:xfrm>
            <a:off x="952500" y="2476500"/>
            <a:ext cx="4857750" cy="552450"/>
          </a:xfrm>
          <a:prstGeom prst="roundRect">
            <a:avLst>
              <a:gd name="adj" fmla="val 24138"/>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RECURRENT</a:t>
            </a:r>
          </a:p>
        </p:txBody>
      </p:sp>
      <p:sp>
        <p:nvSpPr>
          <p:cNvPr id="8" name="Editable text">
            <a:extLst>
              <a:ext uri="{FF2B5EF4-FFF2-40B4-BE49-F238E27FC236}">
                <a16:creationId xmlns:a16="http://schemas.microsoft.com/office/drawing/2014/main" id="{A9A1462D-D92F-46ED-8F22-24E8CC4BD9AA}"/>
              </a:ext>
            </a:extLst>
          </p:cNvPr>
          <p:cNvSpPr>
            <a:spLocks noGrp="1"/>
          </p:cNvSpPr>
          <p:nvPr/>
        </p:nvSpPr>
        <p:spPr>
          <a:xfrm>
            <a:off x="1143000" y="3162300"/>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A → B → C → D</a:t>
            </a:r>
          </a:p>
          <a:p>
            <a:pPr algn="l">
              <a:defRPr sz="1500" b="0">
                <a:solidFill>
                  <a:srgbClr val="262626"/>
                </a:solidFill>
              </a:defRPr>
            </a:pPr>
            <a:r>
              <a:rPr sz="1500" b="0">
                <a:solidFill>
                  <a:srgbClr val="262626"/>
                </a:solidFill>
              </a:rPr>
              <a:t>Sequential dependency</a:t>
            </a:r>
          </a:p>
          <a:p>
            <a:pPr algn="l">
              <a:defRPr sz="1500" b="0">
                <a:solidFill>
                  <a:srgbClr val="262626"/>
                </a:solidFill>
              </a:defRPr>
            </a:pPr>
            <a:r>
              <a:rPr sz="1500" b="0">
                <a:solidFill>
                  <a:srgbClr val="262626"/>
                </a:solidFill>
              </a:rPr>
              <a:t>Harder to parallelize</a:t>
            </a:r>
          </a:p>
        </p:txBody>
      </p:sp>
      <p:sp>
        <p:nvSpPr>
          <p:cNvPr id="9" name="Editable box: TRANSFORMER">
            <a:extLst>
              <a:ext uri="{FF2B5EF4-FFF2-40B4-BE49-F238E27FC236}">
                <a16:creationId xmlns:a16="http://schemas.microsoft.com/office/drawing/2014/main" id="{2BA2E401-D5EA-4439-BCCF-4C9A40870457}"/>
              </a:ext>
            </a:extLst>
          </p:cNvPr>
          <p:cNvSpPr>
            <a:spLocks noGrp="1"/>
          </p:cNvSpPr>
          <p:nvPr/>
        </p:nvSpPr>
        <p:spPr>
          <a:xfrm>
            <a:off x="6381750" y="2476500"/>
            <a:ext cx="4857750" cy="552450"/>
          </a:xfrm>
          <a:prstGeom prst="roundRect">
            <a:avLst>
              <a:gd name="adj" fmla="val 24138"/>
            </a:avLst>
          </a:prstGeom>
          <a:solidFill>
            <a:srgbClr val="FFF2ED"/>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TRANSFORMER</a:t>
            </a:r>
          </a:p>
        </p:txBody>
      </p:sp>
      <p:sp>
        <p:nvSpPr>
          <p:cNvPr id="10" name="Editable text">
            <a:extLst>
              <a:ext uri="{FF2B5EF4-FFF2-40B4-BE49-F238E27FC236}">
                <a16:creationId xmlns:a16="http://schemas.microsoft.com/office/drawing/2014/main" id="{96457653-E58B-424C-A984-553CA8966923}"/>
              </a:ext>
            </a:extLst>
          </p:cNvPr>
          <p:cNvSpPr>
            <a:spLocks noGrp="1"/>
          </p:cNvSpPr>
          <p:nvPr/>
        </p:nvSpPr>
        <p:spPr>
          <a:xfrm>
            <a:off x="6572250" y="3162300"/>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All tokens ↔ attention</a:t>
            </a:r>
          </a:p>
          <a:p>
            <a:pPr algn="l">
              <a:defRPr sz="1500" b="0">
                <a:solidFill>
                  <a:srgbClr val="262626"/>
                </a:solidFill>
              </a:defRPr>
            </a:pPr>
            <a:r>
              <a:rPr sz="1500" b="0">
                <a:solidFill>
                  <a:srgbClr val="262626"/>
                </a:solidFill>
              </a:rPr>
              <a:t>Parallel training</a:t>
            </a:r>
          </a:p>
          <a:p>
            <a:pPr algn="l">
              <a:defRPr sz="1500" b="0">
                <a:solidFill>
                  <a:srgbClr val="262626"/>
                </a:solidFill>
              </a:defRPr>
            </a:pPr>
            <a:r>
              <a:rPr sz="1500" b="0">
                <a:solidFill>
                  <a:srgbClr val="262626"/>
                </a:solidFill>
              </a:rPr>
              <a:t>Direct long-range links</a:t>
            </a:r>
          </a:p>
        </p:txBody>
      </p:sp>
      <p:sp>
        <p:nvSpPr>
          <p:cNvPr id="11" name="Editable box: Training becomes parallel, while generation still proceeds token by token.">
            <a:extLst>
              <a:ext uri="{FF2B5EF4-FFF2-40B4-BE49-F238E27FC236}">
                <a16:creationId xmlns:a16="http://schemas.microsoft.com/office/drawing/2014/main" id="{09300AB6-5E55-447A-A0FF-D87887C90C94}"/>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Training becomes parallel, while generation still proceeds token by token.</a:t>
            </a:r>
          </a:p>
        </p:txBody>
      </p:sp>
    </p:spTree>
    <p:extLst>
      <p:ext uri="{BB962C8B-B14F-4D97-AF65-F5344CB8AC3E}">
        <p14:creationId xmlns:p14="http://schemas.microsoft.com/office/powerpoint/2010/main" val="2202292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LLMs Generate One Token at a Time</a:t>
            </a:r>
          </a:p>
        </p:txBody>
      </p:sp>
      <p:sp>
        <p:nvSpPr>
          <p:cNvPr id="5" name="Editable content rail">
            <a:extLst>
              <a:ext uri="{FF2B5EF4-FFF2-40B4-BE49-F238E27FC236}">
                <a16:creationId xmlns:a16="http://schemas.microsoft.com/office/drawing/2014/main" id="{2AF40EB9-0C66-44F3-9BB2-858250BC87F0}"/>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C51F77F7-380B-46EC-86F1-E5F1086752A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At each step, the model predicts a distribution over the next token.</a:t>
            </a:r>
          </a:p>
        </p:txBody>
      </p:sp>
      <p:sp>
        <p:nvSpPr>
          <p:cNvPr id="7" name="Editable box: Prompt">
            <a:extLst>
              <a:ext uri="{FF2B5EF4-FFF2-40B4-BE49-F238E27FC236}">
                <a16:creationId xmlns:a16="http://schemas.microsoft.com/office/drawing/2014/main" id="{66820FE9-F0CE-40D4-A102-00F5F5E3BAD3}"/>
              </a:ext>
            </a:extLst>
          </p:cNvPr>
          <p:cNvSpPr>
            <a:spLocks noGrp="1"/>
          </p:cNvSpPr>
          <p:nvPr/>
        </p:nvSpPr>
        <p:spPr>
          <a:xfrm>
            <a:off x="952500" y="285750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Prompt</a:t>
            </a:r>
          </a:p>
        </p:txBody>
      </p:sp>
      <p:sp>
        <p:nvSpPr>
          <p:cNvPr id="8" name="Editable box: Context state">
            <a:extLst>
              <a:ext uri="{FF2B5EF4-FFF2-40B4-BE49-F238E27FC236}">
                <a16:creationId xmlns:a16="http://schemas.microsoft.com/office/drawing/2014/main" id="{734583BD-3F69-48E8-B1AC-4FE810A54580}"/>
              </a:ext>
            </a:extLst>
          </p:cNvPr>
          <p:cNvSpPr>
            <a:spLocks noGrp="1"/>
          </p:cNvSpPr>
          <p:nvPr/>
        </p:nvSpPr>
        <p:spPr>
          <a:xfrm>
            <a:off x="3070860" y="2857500"/>
            <a:ext cx="181356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Context state</a:t>
            </a:r>
          </a:p>
        </p:txBody>
      </p:sp>
      <p:sp>
        <p:nvSpPr>
          <p:cNvPr id="9" name="Editable box: Next-token probabilities">
            <a:extLst>
              <a:ext uri="{FF2B5EF4-FFF2-40B4-BE49-F238E27FC236}">
                <a16:creationId xmlns:a16="http://schemas.microsoft.com/office/drawing/2014/main" id="{B3BA6A14-C2FD-47F9-B583-B7C27FBDFA0B}"/>
              </a:ext>
            </a:extLst>
          </p:cNvPr>
          <p:cNvSpPr>
            <a:spLocks noGrp="1"/>
          </p:cNvSpPr>
          <p:nvPr/>
        </p:nvSpPr>
        <p:spPr>
          <a:xfrm>
            <a:off x="5189220" y="2857500"/>
            <a:ext cx="181356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Next-token probabilities</a:t>
            </a:r>
          </a:p>
        </p:txBody>
      </p:sp>
      <p:sp>
        <p:nvSpPr>
          <p:cNvPr id="10" name="Editable box: Select token">
            <a:extLst>
              <a:ext uri="{FF2B5EF4-FFF2-40B4-BE49-F238E27FC236}">
                <a16:creationId xmlns:a16="http://schemas.microsoft.com/office/drawing/2014/main" id="{1D7B6024-9707-4916-873B-B825FDCEDC48}"/>
              </a:ext>
            </a:extLst>
          </p:cNvPr>
          <p:cNvSpPr>
            <a:spLocks noGrp="1"/>
          </p:cNvSpPr>
          <p:nvPr/>
        </p:nvSpPr>
        <p:spPr>
          <a:xfrm>
            <a:off x="7307580" y="2857500"/>
            <a:ext cx="181356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Select token</a:t>
            </a:r>
          </a:p>
        </p:txBody>
      </p:sp>
      <p:sp>
        <p:nvSpPr>
          <p:cNvPr id="11" name="Editable box: Append + repeat">
            <a:extLst>
              <a:ext uri="{FF2B5EF4-FFF2-40B4-BE49-F238E27FC236}">
                <a16:creationId xmlns:a16="http://schemas.microsoft.com/office/drawing/2014/main" id="{BC1C2D60-CA34-46B0-AD00-C8C62D5237FC}"/>
              </a:ext>
            </a:extLst>
          </p:cNvPr>
          <p:cNvSpPr>
            <a:spLocks noGrp="1"/>
          </p:cNvSpPr>
          <p:nvPr/>
        </p:nvSpPr>
        <p:spPr>
          <a:xfrm>
            <a:off x="9425940" y="285750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Append + repeat</a:t>
            </a:r>
          </a:p>
        </p:txBody>
      </p:sp>
      <p:cxnSp>
        <p:nvCxnSpPr>
          <p:cNvPr id="25" name="Straight Arrow Connector 24"/>
          <p:cNvCxnSpPr>
            <a:stCxn id="7" idx="3"/>
            <a:endCxn id="8" idx="1"/>
          </p:cNvCxnSpPr>
          <p:nvPr/>
        </p:nvCxnSpPr>
        <p:spPr>
          <a:xfrm>
            <a:off x="2766060" y="3333750"/>
            <a:ext cx="304800" cy="0"/>
          </a:xfrm>
          <a:prstGeom prst="straightConnector1">
            <a:avLst/>
          </a:prstGeom>
          <a:ln w="19050">
            <a:solidFill>
              <a:srgbClr val="5E6875"/>
            </a:solidFill>
            <a:prstDash val="solid"/>
            <a:headEnd type="none" w="med" len="med"/>
            <a:tailEnd type="arrow" w="med" len="med"/>
          </a:ln>
        </p:spPr>
      </p:cxnSp>
      <p:cxnSp>
        <p:nvCxnSpPr>
          <p:cNvPr id="26" name="Straight Arrow Connector 25"/>
          <p:cNvCxnSpPr>
            <a:stCxn id="8" idx="3"/>
            <a:endCxn id="9" idx="1"/>
          </p:cNvCxnSpPr>
          <p:nvPr/>
        </p:nvCxnSpPr>
        <p:spPr>
          <a:xfrm>
            <a:off x="4884420" y="3333750"/>
            <a:ext cx="304800" cy="0"/>
          </a:xfrm>
          <a:prstGeom prst="straightConnector1">
            <a:avLst/>
          </a:prstGeom>
          <a:ln w="19050">
            <a:solidFill>
              <a:srgbClr val="5E6875"/>
            </a:solidFill>
            <a:prstDash val="solid"/>
            <a:headEnd type="none" w="med" len="med"/>
            <a:tailEnd type="arrow" w="med" len="med"/>
          </a:ln>
        </p:spPr>
      </p:cxnSp>
      <p:cxnSp>
        <p:nvCxnSpPr>
          <p:cNvPr id="27" name="Straight Arrow Connector 26"/>
          <p:cNvCxnSpPr>
            <a:stCxn id="9" idx="3"/>
            <a:endCxn id="10" idx="1"/>
          </p:cNvCxnSpPr>
          <p:nvPr/>
        </p:nvCxnSpPr>
        <p:spPr>
          <a:xfrm>
            <a:off x="7002780" y="3333750"/>
            <a:ext cx="304800" cy="0"/>
          </a:xfrm>
          <a:prstGeom prst="straightConnector1">
            <a:avLst/>
          </a:prstGeom>
          <a:ln w="19050">
            <a:solidFill>
              <a:srgbClr val="5E6875"/>
            </a:solidFill>
            <a:prstDash val="solid"/>
            <a:headEnd type="none" w="med" len="med"/>
            <a:tailEnd type="arrow" w="med" len="med"/>
          </a:ln>
        </p:spPr>
      </p:cxnSp>
      <p:cxnSp>
        <p:nvCxnSpPr>
          <p:cNvPr id="28" name="Straight Arrow Connector 27"/>
          <p:cNvCxnSpPr>
            <a:stCxn id="10" idx="3"/>
            <a:endCxn id="11" idx="1"/>
          </p:cNvCxnSpPr>
          <p:nvPr/>
        </p:nvCxnSpPr>
        <p:spPr>
          <a:xfrm>
            <a:off x="9121140" y="3333750"/>
            <a:ext cx="304800" cy="0"/>
          </a:xfrm>
          <a:prstGeom prst="straightConnector1">
            <a:avLst/>
          </a:prstGeom>
          <a:ln w="19050">
            <a:solidFill>
              <a:srgbClr val="5E6875"/>
            </a:solidFill>
            <a:prstDash val="solid"/>
            <a:headEnd type="none" w="med" len="med"/>
            <a:tailEnd type="arrow" w="med" len="med"/>
          </a:ln>
        </p:spPr>
      </p:cxnSp>
      <p:sp>
        <p:nvSpPr>
          <p:cNvPr id="16" name="Editable box: Fluent generation is probabilistic pattern completion—not guaranteed factual understanding.">
            <a:extLst>
              <a:ext uri="{FF2B5EF4-FFF2-40B4-BE49-F238E27FC236}">
                <a16:creationId xmlns:a16="http://schemas.microsoft.com/office/drawing/2014/main" id="{FCBC1D92-93A0-4234-8E12-997DB0F58402}"/>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Fluent generation is probabilistic pattern completion—not guaranteed factual understanding.</a:t>
            </a:r>
          </a:p>
        </p:txBody>
      </p:sp>
    </p:spTree>
    <p:extLst>
      <p:ext uri="{BB962C8B-B14F-4D97-AF65-F5344CB8AC3E}">
        <p14:creationId xmlns:p14="http://schemas.microsoft.com/office/powerpoint/2010/main" val="1261520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Decoding Samples from a Next-Token Distribution</a:t>
            </a:r>
          </a:p>
        </p:txBody>
      </p:sp>
      <p:sp>
        <p:nvSpPr>
          <p:cNvPr id="5" name="Editable content rail">
            <a:extLst>
              <a:ext uri="{FF2B5EF4-FFF2-40B4-BE49-F238E27FC236}">
                <a16:creationId xmlns:a16="http://schemas.microsoft.com/office/drawing/2014/main" id="{900EB91C-24FB-44EC-B7BF-6EC49A0A3B5D}"/>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A32C0958-5A9E-42B8-9EE8-BFFD8DE4699B}"/>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Decoding changes how a probability distribution becomes the next token.</a:t>
            </a:r>
          </a:p>
        </p:txBody>
      </p:sp>
      <p:sp>
        <p:nvSpPr>
          <p:cNvPr id="7" name="Editable text">
            <a:extLst>
              <a:ext uri="{FF2B5EF4-FFF2-40B4-BE49-F238E27FC236}">
                <a16:creationId xmlns:a16="http://schemas.microsoft.com/office/drawing/2014/main" id="{63B0A443-877A-452E-8719-166DE325FA9E}"/>
              </a:ext>
            </a:extLst>
          </p:cNvPr>
          <p:cNvSpPr>
            <a:spLocks noGrp="1"/>
          </p:cNvSpPr>
          <p:nvPr/>
        </p:nvSpPr>
        <p:spPr>
          <a:xfrm>
            <a:off x="1095375" y="2857500"/>
            <a:ext cx="3048000" cy="666750"/>
          </a:xfrm>
          <a:prstGeom prst="rect">
            <a:avLst/>
          </a:prstGeom>
          <a:noFill/>
          <a:ln w="0">
            <a:noFill/>
          </a:ln>
        </p:spPr>
        <p:txBody>
          <a:bodyPr anchor="ctr"/>
          <a:lstStyle/>
          <a:p>
            <a:pPr algn="l">
              <a:defRPr sz="2100" b="1">
                <a:solidFill>
                  <a:srgbClr val="262626"/>
                </a:solidFill>
              </a:defRPr>
            </a:pPr>
            <a:r>
              <a:rPr sz="2100" b="1">
                <a:solidFill>
                  <a:srgbClr val="262626"/>
                </a:solidFill>
              </a:rPr>
              <a:t>The cat sat on the…</a:t>
            </a:r>
          </a:p>
        </p:txBody>
      </p:sp>
      <p:sp>
        <p:nvSpPr>
          <p:cNvPr id="8" name="Editable text">
            <a:extLst>
              <a:ext uri="{FF2B5EF4-FFF2-40B4-BE49-F238E27FC236}">
                <a16:creationId xmlns:a16="http://schemas.microsoft.com/office/drawing/2014/main" id="{975942DC-D9D8-4B5D-9963-8B3C0124E34C}"/>
              </a:ext>
            </a:extLst>
          </p:cNvPr>
          <p:cNvSpPr>
            <a:spLocks noGrp="1"/>
          </p:cNvSpPr>
          <p:nvPr/>
        </p:nvSpPr>
        <p:spPr>
          <a:xfrm>
            <a:off x="5143500" y="2333625"/>
            <a:ext cx="1143000" cy="523875"/>
          </a:xfrm>
          <a:prstGeom prst="rect">
            <a:avLst/>
          </a:prstGeom>
          <a:noFill/>
          <a:ln w="0">
            <a:noFill/>
          </a:ln>
        </p:spPr>
        <p:txBody>
          <a:bodyPr anchor="ctr"/>
          <a:lstStyle/>
          <a:p>
            <a:pPr algn="l">
              <a:defRPr sz="1650" b="1">
                <a:solidFill>
                  <a:srgbClr val="2F73E8"/>
                </a:solidFill>
              </a:defRPr>
            </a:pPr>
            <a:r>
              <a:rPr sz="1650" b="1">
                <a:solidFill>
                  <a:srgbClr val="2F73E8"/>
                </a:solidFill>
              </a:rPr>
              <a:t>mat</a:t>
            </a:r>
          </a:p>
        </p:txBody>
      </p:sp>
      <p:sp>
        <p:nvSpPr>
          <p:cNvPr id="9" name="Editable box: 80%">
            <a:extLst>
              <a:ext uri="{FF2B5EF4-FFF2-40B4-BE49-F238E27FC236}">
                <a16:creationId xmlns:a16="http://schemas.microsoft.com/office/drawing/2014/main" id="{62F625B1-BF50-42CE-8D01-D9C0FAE12FAD}"/>
              </a:ext>
            </a:extLst>
          </p:cNvPr>
          <p:cNvSpPr>
            <a:spLocks noGrp="1"/>
          </p:cNvSpPr>
          <p:nvPr/>
        </p:nvSpPr>
        <p:spPr>
          <a:xfrm>
            <a:off x="6477000" y="2333625"/>
            <a:ext cx="3276600" cy="523875"/>
          </a:xfrm>
          <a:prstGeom prst="roundRect">
            <a:avLst>
              <a:gd name="adj" fmla="val 25455"/>
            </a:avLst>
          </a:prstGeom>
          <a:solidFill>
            <a:srgbClr val="2F73E8"/>
          </a:solidFill>
          <a:ln w="14288">
            <a:solidFill>
              <a:srgbClr val="2F73E8"/>
            </a:solidFill>
            <a:prstDash val="solid"/>
          </a:ln>
        </p:spPr>
        <p:txBody>
          <a:bodyPr anchor="ctr"/>
          <a:lstStyle/>
          <a:p>
            <a:pPr algn="r">
              <a:defRPr sz="1500" b="1">
                <a:solidFill>
                  <a:srgbClr val="FFFFFF"/>
                </a:solidFill>
              </a:defRPr>
            </a:pPr>
            <a:r>
              <a:rPr sz="1500" b="1">
                <a:solidFill>
                  <a:srgbClr val="FFFFFF"/>
                </a:solidFill>
              </a:rPr>
              <a:t>80%</a:t>
            </a:r>
          </a:p>
        </p:txBody>
      </p:sp>
      <p:sp>
        <p:nvSpPr>
          <p:cNvPr id="10" name="Editable text">
            <a:extLst>
              <a:ext uri="{FF2B5EF4-FFF2-40B4-BE49-F238E27FC236}">
                <a16:creationId xmlns:a16="http://schemas.microsoft.com/office/drawing/2014/main" id="{08A1F1FF-EAF0-4B23-87DB-0B72D71FDC5C}"/>
              </a:ext>
            </a:extLst>
          </p:cNvPr>
          <p:cNvSpPr>
            <a:spLocks noGrp="1"/>
          </p:cNvSpPr>
          <p:nvPr/>
        </p:nvSpPr>
        <p:spPr>
          <a:xfrm>
            <a:off x="5143500" y="3333750"/>
            <a:ext cx="1143000" cy="523875"/>
          </a:xfrm>
          <a:prstGeom prst="rect">
            <a:avLst/>
          </a:prstGeom>
          <a:noFill/>
          <a:ln w="0">
            <a:noFill/>
          </a:ln>
        </p:spPr>
        <p:txBody>
          <a:bodyPr anchor="ctr"/>
          <a:lstStyle/>
          <a:p>
            <a:pPr algn="l">
              <a:defRPr sz="1650" b="1">
                <a:solidFill>
                  <a:srgbClr val="E85A33"/>
                </a:solidFill>
              </a:defRPr>
            </a:pPr>
            <a:r>
              <a:rPr sz="1650" b="1">
                <a:solidFill>
                  <a:srgbClr val="E85A33"/>
                </a:solidFill>
              </a:rPr>
              <a:t>hat</a:t>
            </a:r>
          </a:p>
        </p:txBody>
      </p:sp>
      <p:sp>
        <p:nvSpPr>
          <p:cNvPr id="11" name="Editable box: 15%">
            <a:extLst>
              <a:ext uri="{FF2B5EF4-FFF2-40B4-BE49-F238E27FC236}">
                <a16:creationId xmlns:a16="http://schemas.microsoft.com/office/drawing/2014/main" id="{31A8AEFE-1C17-49BF-8CBF-FDB78B52F520}"/>
              </a:ext>
            </a:extLst>
          </p:cNvPr>
          <p:cNvSpPr>
            <a:spLocks noGrp="1"/>
          </p:cNvSpPr>
          <p:nvPr/>
        </p:nvSpPr>
        <p:spPr>
          <a:xfrm>
            <a:off x="6477000" y="3333750"/>
            <a:ext cx="614363" cy="523875"/>
          </a:xfrm>
          <a:prstGeom prst="roundRect">
            <a:avLst>
              <a:gd name="adj" fmla="val 25455"/>
            </a:avLst>
          </a:prstGeom>
          <a:solidFill>
            <a:srgbClr val="E85A33"/>
          </a:solidFill>
          <a:ln w="14288">
            <a:solidFill>
              <a:srgbClr val="E85A33"/>
            </a:solidFill>
            <a:prstDash val="solid"/>
          </a:ln>
        </p:spPr>
        <p:txBody>
          <a:bodyPr anchor="ctr"/>
          <a:lstStyle/>
          <a:p>
            <a:pPr algn="r">
              <a:defRPr sz="1500" b="1">
                <a:solidFill>
                  <a:srgbClr val="FFFFFF"/>
                </a:solidFill>
              </a:defRPr>
            </a:pPr>
            <a:r>
              <a:rPr sz="1500" b="1">
                <a:solidFill>
                  <a:srgbClr val="FFFFFF"/>
                </a:solidFill>
              </a:rPr>
              <a:t>15%</a:t>
            </a:r>
          </a:p>
        </p:txBody>
      </p:sp>
      <p:sp>
        <p:nvSpPr>
          <p:cNvPr id="12" name="Editable text">
            <a:extLst>
              <a:ext uri="{FF2B5EF4-FFF2-40B4-BE49-F238E27FC236}">
                <a16:creationId xmlns:a16="http://schemas.microsoft.com/office/drawing/2014/main" id="{87A0F5F1-637D-408B-AEC2-6C18FC82400F}"/>
              </a:ext>
            </a:extLst>
          </p:cNvPr>
          <p:cNvSpPr>
            <a:spLocks noGrp="1"/>
          </p:cNvSpPr>
          <p:nvPr/>
        </p:nvSpPr>
        <p:spPr>
          <a:xfrm>
            <a:off x="5143500" y="4333875"/>
            <a:ext cx="1143000" cy="523875"/>
          </a:xfrm>
          <a:prstGeom prst="rect">
            <a:avLst/>
          </a:prstGeom>
          <a:noFill/>
          <a:ln w="0">
            <a:noFill/>
          </a:ln>
        </p:spPr>
        <p:txBody>
          <a:bodyPr anchor="ctr"/>
          <a:lstStyle/>
          <a:p>
            <a:pPr algn="l">
              <a:defRPr sz="1650" b="1">
                <a:solidFill>
                  <a:srgbClr val="5E6875"/>
                </a:solidFill>
              </a:defRPr>
            </a:pPr>
            <a:r>
              <a:rPr sz="1650" b="1">
                <a:solidFill>
                  <a:srgbClr val="5E6875"/>
                </a:solidFill>
              </a:rPr>
              <a:t>floor</a:t>
            </a:r>
          </a:p>
        </p:txBody>
      </p:sp>
      <p:sp>
        <p:nvSpPr>
          <p:cNvPr id="13" name="Editable box: 5%">
            <a:extLst>
              <a:ext uri="{FF2B5EF4-FFF2-40B4-BE49-F238E27FC236}">
                <a16:creationId xmlns:a16="http://schemas.microsoft.com/office/drawing/2014/main" id="{5A8ADE16-93FB-46B1-B4AA-E9E69A630D9E}"/>
              </a:ext>
            </a:extLst>
          </p:cNvPr>
          <p:cNvSpPr>
            <a:spLocks noGrp="1"/>
          </p:cNvSpPr>
          <p:nvPr/>
        </p:nvSpPr>
        <p:spPr>
          <a:xfrm>
            <a:off x="6477000" y="4333875"/>
            <a:ext cx="204788" cy="523875"/>
          </a:xfrm>
          <a:prstGeom prst="roundRect">
            <a:avLst>
              <a:gd name="adj" fmla="val 50000"/>
            </a:avLst>
          </a:prstGeom>
          <a:solidFill>
            <a:srgbClr val="5E6875"/>
          </a:solidFill>
          <a:ln w="14288">
            <a:solidFill>
              <a:srgbClr val="5E6875"/>
            </a:solidFill>
            <a:prstDash val="solid"/>
          </a:ln>
        </p:spPr>
        <p:txBody>
          <a:bodyPr anchor="ctr"/>
          <a:lstStyle/>
          <a:p>
            <a:pPr algn="r">
              <a:defRPr sz="1500" b="1">
                <a:solidFill>
                  <a:srgbClr val="FFFFFF"/>
                </a:solidFill>
              </a:defRPr>
            </a:pPr>
            <a:r>
              <a:rPr sz="1400" b="1">
                <a:solidFill>
                  <a:srgbClr val="FFFFFF"/>
                </a:solidFill>
              </a:rPr>
              <a:t>5%</a:t>
            </a:r>
          </a:p>
        </p:txBody>
      </p:sp>
      <p:sp>
        <p:nvSpPr>
          <p:cNvPr id="14" name="Editable box: Temperature and sampling expose a controllable trade-off between consistency and diversity.">
            <a:extLst>
              <a:ext uri="{FF2B5EF4-FFF2-40B4-BE49-F238E27FC236}">
                <a16:creationId xmlns:a16="http://schemas.microsoft.com/office/drawing/2014/main" id="{FCC42E36-273C-4536-81C2-34C63D349CC2}"/>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Temperature and sampling expose a controllable trade-off between consistency and diversity.</a:t>
            </a:r>
          </a:p>
        </p:txBody>
      </p:sp>
    </p:spTree>
    <p:extLst>
      <p:ext uri="{BB962C8B-B14F-4D97-AF65-F5344CB8AC3E}">
        <p14:creationId xmlns:p14="http://schemas.microsoft.com/office/powerpoint/2010/main" val="19532016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wrap="square" anchor="ctr">
            <a:noAutofit/>
          </a:bodyPr>
          <a:lstStyle/>
          <a:p>
            <a:pPr algn="l">
              <a:buNone/>
            </a:pPr>
            <a:r>
              <a:rPr sz="2850" b="1">
                <a:solidFill>
                  <a:srgbClr val="262626"/>
                </a:solidFill>
                <a:latin typeface="Calibri"/>
                <a:ea typeface="Calibri"/>
                <a:cs typeface="Calibri"/>
              </a:rPr>
              <a:t>An LLM Is a Large, Pretrained Language Model</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LLMs learn statistical regularities from large-scale data and can be adapted to many downstream workflows.</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SCALE</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Substantial parameters, data, and compute support broad pattern learning.</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PRETRAINING</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Self-supervised objectives learn reusable linguistic and task-related representations.</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ADAPTATION</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Prompting, retrieval, fine-tuning, and tools specialize behavior for a business task.</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b="1"/>
            </a:pPr>
            <a:r>
              <a:rPr sz="2000" b="1">
                <a:solidFill>
                  <a:srgbClr val="184E8A"/>
                </a:solidFill>
                <a:latin typeface="Calibri"/>
                <a:ea typeface="Calibri"/>
                <a:cs typeface="Calibri"/>
              </a:rPr>
              <a:t>General-purpose adaptation is common, but it is not part of the formal definition of every LLM.</a:t>
            </a:r>
          </a:p>
        </p:txBody>
      </p:sp>
    </p:spTree>
    <p:extLst>
      <p:ext uri="{BB962C8B-B14F-4D97-AF65-F5344CB8AC3E}">
        <p14:creationId xmlns:p14="http://schemas.microsoft.com/office/powerpoint/2010/main" val="36750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2017–Present: Foundation Models Expanded Generation</a:t>
            </a:r>
          </a:p>
        </p:txBody>
      </p:sp>
      <p:sp>
        <p:nvSpPr>
          <p:cNvPr id="13" name="Restored content rail">
            <a:extLst>
              <a:ext uri="{FF2B5EF4-FFF2-40B4-BE49-F238E27FC236}">
                <a16:creationId xmlns:a16="http://schemas.microsoft.com/office/drawing/2014/main" id="{BABCA6C0-915E-4960-9493-BC789EFA3680}"/>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CBCDC52F-9D2C-4B2F-9DAD-599AE2E0C78F}"/>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Transformers enabled scalable foundation models; the commercial GenAI wave accelerated after widely accessible chat interfaces appeared.</a:t>
            </a:r>
          </a:p>
        </p:txBody>
      </p:sp>
      <p:sp>
        <p:nvSpPr>
          <p:cNvPr id="15" name="Two-column divider">
            <a:extLst>
              <a:ext uri="{FF2B5EF4-FFF2-40B4-BE49-F238E27FC236}">
                <a16:creationId xmlns:a16="http://schemas.microsoft.com/office/drawing/2014/main" id="{BEF48736-ACE9-430E-A6C2-8BC879D4CDED}"/>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E80FA70D-F15F-4E4F-B5F3-69B52124FEF5}"/>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Technical shift</a:t>
            </a:r>
          </a:p>
        </p:txBody>
      </p:sp>
      <p:sp>
        <p:nvSpPr>
          <p:cNvPr id="17" name="Restored right heading">
            <a:extLst>
              <a:ext uri="{FF2B5EF4-FFF2-40B4-BE49-F238E27FC236}">
                <a16:creationId xmlns:a16="http://schemas.microsoft.com/office/drawing/2014/main" id="{B1666C02-BA00-4F87-AF75-3F45AE154F8E}"/>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Business shift</a:t>
            </a:r>
          </a:p>
        </p:txBody>
      </p:sp>
      <p:sp>
        <p:nvSpPr>
          <p:cNvPr id="18" name="Restored left bullets">
            <a:extLst>
              <a:ext uri="{FF2B5EF4-FFF2-40B4-BE49-F238E27FC236}">
                <a16:creationId xmlns:a16="http://schemas.microsoft.com/office/drawing/2014/main" id="{B6921357-9AD5-4F48-A2E9-CD018209FABD}"/>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Self-attention and parallel training</a:t>
            </a:r>
          </a:p>
          <a:p>
            <a:pPr marL="24" indent="-15">
              <a:spcAft>
                <a:spcPts val="9"/>
              </a:spcAft>
              <a:buChar char="•"/>
              <a:defRPr sz="1800"/>
            </a:pPr>
            <a:r>
              <a:rPr sz="2000">
                <a:solidFill>
                  <a:srgbClr val="262626"/>
                </a:solidFill>
                <a:latin typeface="Calibri"/>
                <a:ea typeface="Calibri"/>
                <a:cs typeface="Calibri"/>
              </a:rPr>
              <a:t> Large-scale pretraining</a:t>
            </a:r>
          </a:p>
          <a:p>
            <a:pPr marL="24" indent="-15">
              <a:spcAft>
                <a:spcPts val="9"/>
              </a:spcAft>
              <a:buChar char="•"/>
              <a:defRPr sz="1800"/>
            </a:pPr>
            <a:r>
              <a:rPr sz="2000">
                <a:solidFill>
                  <a:srgbClr val="262626"/>
                </a:solidFill>
                <a:latin typeface="Calibri"/>
                <a:ea typeface="Calibri"/>
                <a:cs typeface="Calibri"/>
              </a:rPr>
              <a:t> Reusable models across many tasks</a:t>
            </a:r>
          </a:p>
        </p:txBody>
      </p:sp>
      <p:sp>
        <p:nvSpPr>
          <p:cNvPr id="19" name="Restored right bullets">
            <a:extLst>
              <a:ext uri="{FF2B5EF4-FFF2-40B4-BE49-F238E27FC236}">
                <a16:creationId xmlns:a16="http://schemas.microsoft.com/office/drawing/2014/main" id="{F8DE7EA0-D507-4594-ADED-E7F699EED8A5}"/>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Natural-language interfaces</a:t>
            </a:r>
          </a:p>
          <a:p>
            <a:pPr marL="24" indent="-15">
              <a:spcAft>
                <a:spcPts val="9"/>
              </a:spcAft>
              <a:buChar char="•"/>
              <a:defRPr sz="1800"/>
            </a:pPr>
            <a:r>
              <a:rPr sz="2000">
                <a:solidFill>
                  <a:srgbClr val="262626"/>
                </a:solidFill>
                <a:latin typeface="Calibri"/>
                <a:ea typeface="Calibri"/>
                <a:cs typeface="Calibri"/>
              </a:rPr>
              <a:t> Text, code, image, and audio generation</a:t>
            </a:r>
          </a:p>
          <a:p>
            <a:pPr marL="24" indent="-15">
              <a:spcAft>
                <a:spcPts val="9"/>
              </a:spcAft>
              <a:buChar char="•"/>
              <a:defRPr sz="1800"/>
            </a:pPr>
            <a:r>
              <a:rPr sz="2000">
                <a:solidFill>
                  <a:srgbClr val="262626"/>
                </a:solidFill>
                <a:latin typeface="Calibri"/>
                <a:ea typeface="Calibri"/>
                <a:cs typeface="Calibri"/>
              </a:rPr>
              <a:t> Models used as shared platforms</a:t>
            </a:r>
          </a:p>
        </p:txBody>
      </p:sp>
      <p:sp>
        <p:nvSpPr>
          <p:cNvPr id="20" name="Restored takeaway background">
            <a:extLst>
              <a:ext uri="{FF2B5EF4-FFF2-40B4-BE49-F238E27FC236}">
                <a16:creationId xmlns:a16="http://schemas.microsoft.com/office/drawing/2014/main" id="{4D656771-F3B0-443C-9494-997EF5F8D5A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B9966C42-3538-43B2-93E4-2F1C0D0D055D}"/>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2017 marks the Transformer era—not the beginning of all generative modeling.</a:t>
            </a:r>
          </a:p>
        </p:txBody>
      </p:sp>
    </p:spTree>
    <p:extLst>
      <p:ext uri="{BB962C8B-B14F-4D97-AF65-F5344CB8AC3E}">
        <p14:creationId xmlns:p14="http://schemas.microsoft.com/office/powerpoint/2010/main" val="14649682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59F2-ED2D-5FFC-96D1-DCD9D29183C9}"/>
              </a:ext>
            </a:extLst>
          </p:cNvPr>
          <p:cNvSpPr>
            <a:spLocks noGrp="1"/>
          </p:cNvSpPr>
          <p:nvPr>
            <p:ph type="title"/>
          </p:nvPr>
        </p:nvSpPr>
        <p:spPr>
          <a:xfrm>
            <a:off x="614744" y="428816"/>
            <a:ext cx="9366123" cy="935069"/>
          </a:xfrm>
        </p:spPr>
        <p:txBody>
          <a:bodyPr wrap="square">
            <a:noAutofit/>
          </a:bodyPr>
          <a:lstStyle/>
          <a:p>
            <a:r>
              <a:t>Watch: What Makes AI Generative?</a:t>
            </a:r>
          </a:p>
        </p:txBody>
      </p:sp>
      <p:sp>
        <p:nvSpPr>
          <p:cNvPr id="6" name="TextBox 5">
            <a:extLst>
              <a:ext uri="{FF2B5EF4-FFF2-40B4-BE49-F238E27FC236}">
                <a16:creationId xmlns:a16="http://schemas.microsoft.com/office/drawing/2014/main" id="{56AC6EAE-AF50-AD9C-7235-40AB100FE8A2}"/>
              </a:ext>
            </a:extLst>
          </p:cNvPr>
          <p:cNvSpPr>
            <a:spLocks noGrp="1"/>
          </p:cNvSpPr>
          <p:nvPr/>
        </p:nvSpPr>
        <p:spPr>
          <a:xfrm>
            <a:off x="877222" y="1715012"/>
            <a:ext cx="4333875" cy="3524250"/>
          </a:xfrm>
          <a:prstGeom prst="rect">
            <a:avLst/>
          </a:prstGeom>
          <a:noFill/>
        </p:spPr>
        <p:txBody>
          <a:bodyPr wrap="square" lIns="91440" tIns="45720" rIns="91440" bIns="45720" anchor="t">
            <a:noAutofit/>
          </a:bodyPr>
          <a:lstStyle/>
          <a:p>
            <a:pPr>
              <a:buNone/>
              <a:defRPr sz="1800"/>
            </a:pPr>
            <a:r>
              <a:rPr sz="2000"/>
              <a:t>CAPABILITY CHECK</a:t>
            </a:r>
          </a:p>
          <a:p>
            <a:pPr>
              <a:buNone/>
              <a:defRPr sz="1800"/>
            </a:pPr>
            <a:endParaRPr sz="1800"/>
          </a:p>
          <a:p>
            <a:pPr>
              <a:buNone/>
              <a:defRPr sz="1800"/>
            </a:pPr>
            <a:r>
              <a:rPr sz="2000"/>
              <a:t>Generative models produce new outputs from learned probability distributions instead of selecting only from fixed responses.</a:t>
            </a:r>
            <a:endParaRPr lang="en-HK" sz="2000">
              <a:ea typeface="Calibri"/>
              <a:cs typeface="Calibri"/>
            </a:endParaRPr>
          </a:p>
          <a:p>
            <a:pPr>
              <a:buNone/>
              <a:defRPr sz="1800"/>
            </a:pPr>
            <a:endParaRPr sz="1800"/>
          </a:p>
          <a:p>
            <a:pPr>
              <a:buNone/>
              <a:defRPr sz="1800"/>
            </a:pPr>
            <a:r>
              <a:rPr sz="2000"/>
              <a:t>Relate the explanation to tokens, decoding, and multimodality.</a:t>
            </a:r>
            <a:endParaRPr lang="en-HK" sz="2000">
              <a:ea typeface="Calibri"/>
              <a:cs typeface="Calibri"/>
            </a:endParaRPr>
          </a:p>
          <a:p>
            <a:pPr>
              <a:buNone/>
              <a:defRPr sz="1800"/>
            </a:pPr>
            <a:endParaRPr sz="1800"/>
          </a:p>
          <a:p>
            <a:pPr>
              <a:buNone/>
              <a:defRPr sz="1800"/>
            </a:pPr>
            <a:r>
              <a:rPr lang="en-HK" sz="1100" err="1">
                <a:solidFill>
                  <a:schemeClr val="tx1">
                    <a:lumMod val="65000"/>
                    <a:lumOff val="35000"/>
                  </a:schemeClr>
                </a:solidFill>
              </a:rPr>
              <a:t>youtube.com</a:t>
            </a:r>
            <a:r>
              <a:rPr lang="en-HK" sz="1100">
                <a:solidFill>
                  <a:schemeClr val="tx1">
                    <a:lumMod val="65000"/>
                    <a:lumOff val="35000"/>
                  </a:schemeClr>
                </a:solidFill>
              </a:rPr>
              <a:t>/</a:t>
            </a:r>
            <a:r>
              <a:rPr lang="en-HK" sz="1100" err="1">
                <a:solidFill>
                  <a:schemeClr val="tx1">
                    <a:lumMod val="65000"/>
                    <a:lumOff val="35000"/>
                  </a:schemeClr>
                </a:solidFill>
              </a:rPr>
              <a:t>watch?v</a:t>
            </a:r>
            <a:r>
              <a:rPr lang="en-HK" sz="1100">
                <a:solidFill>
                  <a:schemeClr val="tx1">
                    <a:lumMod val="65000"/>
                    <a:lumOff val="35000"/>
                  </a:schemeClr>
                </a:solidFill>
              </a:rPr>
              <a:t>=Px3HfB2UkyU&amp;t=2906s</a:t>
            </a:r>
            <a:endParaRPr lang="en-HK" sz="1100">
              <a:solidFill>
                <a:schemeClr val="tx1">
                  <a:lumMod val="65000"/>
                  <a:lumOff val="35000"/>
                </a:schemeClr>
              </a:solidFill>
              <a:ea typeface="Calibri"/>
              <a:cs typeface="Calibri"/>
            </a:endParaRPr>
          </a:p>
        </p:txBody>
      </p:sp>
      <p:pic>
        <p:nvPicPr>
          <p:cNvPr id="4" name="Online Media 3" descr="Godfather of AI: I Asked Him The Dumb Questions WE ALL HAVE">
            <a:hlinkClick r:id="" action="ppaction://media"/>
            <a:extLst>
              <a:ext uri="{FF2B5EF4-FFF2-40B4-BE49-F238E27FC236}">
                <a16:creationId xmlns:a16="http://schemas.microsoft.com/office/drawing/2014/main" id="{F1EF7523-6299-2435-234A-0283489B29FD}"/>
              </a:ext>
            </a:extLst>
          </p:cNvPr>
          <p:cNvPicPr>
            <a:picLocks noRot="1" noChangeAspect="1"/>
          </p:cNvPicPr>
          <p:nvPr>
            <a:videoFile r:link="rId1"/>
          </p:nvPr>
        </p:nvPicPr>
        <p:blipFill>
          <a:blip r:embed="rId4"/>
          <a:stretch>
            <a:fillRect/>
          </a:stretch>
        </p:blipFill>
        <p:spPr>
          <a:xfrm>
            <a:off x="5046717" y="1712879"/>
            <a:ext cx="6702359" cy="3785860"/>
          </a:xfrm>
          <a:prstGeom prst="rect">
            <a:avLst/>
          </a:prstGeom>
        </p:spPr>
      </p:pic>
    </p:spTree>
    <p:extLst>
      <p:ext uri="{BB962C8B-B14F-4D97-AF65-F5344CB8AC3E}">
        <p14:creationId xmlns:p14="http://schemas.microsoft.com/office/powerpoint/2010/main" val="83999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C4E18-7E97-0AF5-15D1-7C3D2D19170D}"/>
              </a:ext>
            </a:extLst>
          </p:cNvPr>
          <p:cNvSpPr>
            <a:spLocks noGrp="1"/>
          </p:cNvSpPr>
          <p:nvPr>
            <p:ph type="title"/>
          </p:nvPr>
        </p:nvSpPr>
        <p:spPr>
          <a:xfrm>
            <a:off x="614744" y="428816"/>
            <a:ext cx="9366123" cy="935069"/>
          </a:xfrm>
        </p:spPr>
        <p:txBody>
          <a:bodyPr wrap="square">
            <a:noAutofit/>
          </a:bodyPr>
          <a:lstStyle/>
          <a:p>
            <a:r>
              <a:t>Discussion: Why Can AI Feel Alive?</a:t>
            </a:r>
          </a:p>
        </p:txBody>
      </p:sp>
      <p:sp>
        <p:nvSpPr>
          <p:cNvPr id="6" name="TextBox 5">
            <a:extLst>
              <a:ext uri="{FF2B5EF4-FFF2-40B4-BE49-F238E27FC236}">
                <a16:creationId xmlns:a16="http://schemas.microsoft.com/office/drawing/2014/main" id="{88A25892-4F58-2739-352A-9A24A47754EE}"/>
              </a:ext>
            </a:extLst>
          </p:cNvPr>
          <p:cNvSpPr>
            <a:spLocks noGrp="1"/>
          </p:cNvSpPr>
          <p:nvPr/>
        </p:nvSpPr>
        <p:spPr>
          <a:xfrm>
            <a:off x="1000125" y="1952625"/>
            <a:ext cx="4333875" cy="3524250"/>
          </a:xfrm>
          <a:prstGeom prst="rect">
            <a:avLst/>
          </a:prstGeom>
          <a:noFill/>
        </p:spPr>
        <p:txBody>
          <a:bodyPr wrap="square" lIns="91440" tIns="45720" rIns="91440" bIns="45720" anchor="t">
            <a:noAutofit/>
          </a:bodyPr>
          <a:lstStyle/>
          <a:p>
            <a:pPr>
              <a:buNone/>
              <a:defRPr sz="1800"/>
            </a:pPr>
            <a:r>
              <a:rPr sz="2000"/>
              <a:t>HUMAN INTERPRETATION</a:t>
            </a:r>
          </a:p>
          <a:p>
            <a:pPr>
              <a:buNone/>
              <a:defRPr sz="1800"/>
            </a:pPr>
            <a:endParaRPr sz="1800"/>
          </a:p>
          <a:p>
            <a:pPr>
              <a:buNone/>
              <a:defRPr sz="1800"/>
            </a:pPr>
            <a:r>
              <a:rPr sz="2000"/>
              <a:t>Fluent conversation can trigger anthropomorphism, but social behavior is not evidence of consciousness or genuine understanding.</a:t>
            </a:r>
            <a:endParaRPr lang="en-HK" sz="2000">
              <a:ea typeface="Calibri"/>
              <a:cs typeface="Calibri"/>
            </a:endParaRPr>
          </a:p>
          <a:p>
            <a:pPr>
              <a:buNone/>
              <a:defRPr sz="1800"/>
            </a:pPr>
            <a:endParaRPr sz="1800"/>
          </a:p>
          <a:p>
            <a:pPr>
              <a:buNone/>
              <a:defRPr sz="1800"/>
            </a:pPr>
            <a:r>
              <a:rPr sz="2000"/>
              <a:t>What evidence would be needed before making a stronger claim?</a:t>
            </a:r>
            <a:endParaRPr lang="en-HK" sz="2000">
              <a:ea typeface="Calibri"/>
              <a:cs typeface="Calibri"/>
            </a:endParaRPr>
          </a:p>
          <a:p>
            <a:pPr>
              <a:buNone/>
              <a:defRPr sz="1800"/>
            </a:pPr>
            <a:endParaRPr sz="1800"/>
          </a:p>
          <a:p>
            <a:pPr>
              <a:buNone/>
              <a:defRPr sz="1800"/>
            </a:pPr>
            <a:r>
              <a:rPr lang="en-HK" sz="1100" err="1">
                <a:solidFill>
                  <a:schemeClr val="tx1">
                    <a:lumMod val="65000"/>
                    <a:lumOff val="35000"/>
                  </a:schemeClr>
                </a:solidFill>
              </a:rPr>
              <a:t>youtube.com</a:t>
            </a:r>
            <a:r>
              <a:rPr lang="en-HK" sz="1100">
                <a:solidFill>
                  <a:schemeClr val="tx1">
                    <a:lumMod val="65000"/>
                    <a:lumOff val="35000"/>
                  </a:schemeClr>
                </a:solidFill>
              </a:rPr>
              <a:t>/</a:t>
            </a:r>
            <a:r>
              <a:rPr lang="en-HK" sz="1100" err="1">
                <a:solidFill>
                  <a:schemeClr val="tx1">
                    <a:lumMod val="65000"/>
                    <a:lumOff val="35000"/>
                  </a:schemeClr>
                </a:solidFill>
              </a:rPr>
              <a:t>watch?v</a:t>
            </a:r>
            <a:r>
              <a:rPr lang="en-HK" sz="1100">
                <a:solidFill>
                  <a:schemeClr val="tx1">
                    <a:lumMod val="65000"/>
                    <a:lumOff val="35000"/>
                  </a:schemeClr>
                </a:solidFill>
              </a:rPr>
              <a:t>=oMpNIz9AIu0&amp;t=43s</a:t>
            </a:r>
            <a:endParaRPr lang="en-HK" sz="1100">
              <a:solidFill>
                <a:schemeClr val="tx1">
                  <a:lumMod val="65000"/>
                  <a:lumOff val="35000"/>
                </a:schemeClr>
              </a:solidFill>
              <a:ea typeface="Calibri"/>
              <a:cs typeface="Calibri"/>
            </a:endParaRPr>
          </a:p>
        </p:txBody>
      </p:sp>
      <p:pic>
        <p:nvPicPr>
          <p:cNvPr id="3" name="联机媒体 2" title="Godfather Part II: Is AI Alive?">
            <a:hlinkClick r:id="" action="ppaction://noaction"/>
            <a:extLst>
              <a:ext uri="{FF2B5EF4-FFF2-40B4-BE49-F238E27FC236}">
                <a16:creationId xmlns:a16="http://schemas.microsoft.com/office/drawing/2014/main" id="{E4608AD5-DD02-580A-EB70-7168295590C4}"/>
              </a:ext>
            </a:extLst>
          </p:cNvPr>
          <p:cNvPicPr>
            <a:picLocks noRot="1" noChangeAspect="1"/>
          </p:cNvPicPr>
          <p:nvPr>
            <a:videoFile r:link="rId1"/>
          </p:nvPr>
        </p:nvPicPr>
        <p:blipFill>
          <a:blip r:embed="rId4"/>
          <a:stretch>
            <a:fillRect/>
          </a:stretch>
        </p:blipFill>
        <p:spPr>
          <a:xfrm>
            <a:off x="5829812" y="2160638"/>
            <a:ext cx="5876159" cy="3323304"/>
          </a:xfrm>
          <a:prstGeom prst="rect">
            <a:avLst/>
          </a:prstGeom>
        </p:spPr>
      </p:pic>
    </p:spTree>
    <p:extLst>
      <p:ext uri="{BB962C8B-B14F-4D97-AF65-F5344CB8AC3E}">
        <p14:creationId xmlns:p14="http://schemas.microsoft.com/office/powerpoint/2010/main" val="1841442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The GenAI Landscape Is a Portfolio, Not a Ranking</a:t>
            </a:r>
          </a:p>
        </p:txBody>
      </p:sp>
      <p:sp>
        <p:nvSpPr>
          <p:cNvPr id="5" name="Editable content rail">
            <a:extLst>
              <a:ext uri="{FF2B5EF4-FFF2-40B4-BE49-F238E27FC236}">
                <a16:creationId xmlns:a16="http://schemas.microsoft.com/office/drawing/2014/main" id="{171A3B58-A574-46C4-90DA-6F90C9C1790A}"/>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A5D95483-10A6-401F-9B7B-1603F78C6CA0}"/>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Model families differ by capability, control, deployment, and economics.</a:t>
            </a:r>
          </a:p>
        </p:txBody>
      </p:sp>
      <p:sp>
        <p:nvSpPr>
          <p:cNvPr id="7" name="Rounded Rectangle 6">
            <a:extLst>
              <a:ext uri="{FF2B5EF4-FFF2-40B4-BE49-F238E27FC236}">
                <a16:creationId xmlns:a16="http://schemas.microsoft.com/office/drawing/2014/main" id="{BE52A13E-0127-42BC-8D03-23AD4DE49A31}"/>
              </a:ext>
            </a:extLst>
          </p:cNvPr>
          <p:cNvSpPr>
            <a:spLocks noGrp="1"/>
          </p:cNvSpPr>
          <p:nvPr/>
        </p:nvSpPr>
        <p:spPr>
          <a:xfrm>
            <a:off x="1000125" y="2190750"/>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3" name="Picture 32"/>
          <p:cNvPicPr>
            <a:picLocks noChangeAspect="1"/>
          </p:cNvPicPr>
          <p:nvPr/>
        </p:nvPicPr>
        <p:blipFill>
          <a:blip r:embed="rId3"/>
          <a:stretch/>
        </p:blipFill>
        <p:spPr>
          <a:xfrm>
            <a:off x="1771650" y="2305050"/>
            <a:ext cx="781050" cy="781050"/>
          </a:xfrm>
          <a:prstGeom prst="roundRect">
            <a:avLst>
              <a:gd name="adj" fmla="val 14634"/>
            </a:avLst>
          </a:prstGeom>
        </p:spPr>
      </p:pic>
      <p:sp>
        <p:nvSpPr>
          <p:cNvPr id="9" name="Editable text">
            <a:extLst>
              <a:ext uri="{FF2B5EF4-FFF2-40B4-BE49-F238E27FC236}">
                <a16:creationId xmlns:a16="http://schemas.microsoft.com/office/drawing/2014/main" id="{28E8914E-A84E-405F-958C-E07B5A8715BC}"/>
              </a:ext>
            </a:extLst>
          </p:cNvPr>
          <p:cNvSpPr>
            <a:spLocks noGrp="1"/>
          </p:cNvSpPr>
          <p:nvPr/>
        </p:nvSpPr>
        <p:spPr>
          <a:xfrm>
            <a:off x="1190625" y="3162300"/>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ChatGPT</a:t>
            </a:r>
          </a:p>
        </p:txBody>
      </p:sp>
      <p:sp>
        <p:nvSpPr>
          <p:cNvPr id="10" name="Rounded Rectangle 9">
            <a:extLst>
              <a:ext uri="{FF2B5EF4-FFF2-40B4-BE49-F238E27FC236}">
                <a16:creationId xmlns:a16="http://schemas.microsoft.com/office/drawing/2014/main" id="{3B7B5E22-6850-400E-A07E-CFE938D226B4}"/>
              </a:ext>
            </a:extLst>
          </p:cNvPr>
          <p:cNvSpPr>
            <a:spLocks noGrp="1"/>
          </p:cNvSpPr>
          <p:nvPr/>
        </p:nvSpPr>
        <p:spPr>
          <a:xfrm>
            <a:off x="3714750" y="2190750"/>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6" name="Picture 35"/>
          <p:cNvPicPr>
            <a:picLocks noChangeAspect="1"/>
          </p:cNvPicPr>
          <p:nvPr/>
        </p:nvPicPr>
        <p:blipFill>
          <a:blip r:embed="rId4"/>
          <a:stretch/>
        </p:blipFill>
        <p:spPr>
          <a:xfrm>
            <a:off x="4400550" y="2338388"/>
            <a:ext cx="952500" cy="714375"/>
          </a:xfrm>
          <a:prstGeom prst="roundRect">
            <a:avLst>
              <a:gd name="adj" fmla="val 14634"/>
            </a:avLst>
          </a:prstGeom>
        </p:spPr>
      </p:pic>
      <p:sp>
        <p:nvSpPr>
          <p:cNvPr id="12" name="Editable text">
            <a:extLst>
              <a:ext uri="{FF2B5EF4-FFF2-40B4-BE49-F238E27FC236}">
                <a16:creationId xmlns:a16="http://schemas.microsoft.com/office/drawing/2014/main" id="{943A4FE1-4BBB-49D9-8665-73D2A4D20ADB}"/>
              </a:ext>
            </a:extLst>
          </p:cNvPr>
          <p:cNvSpPr>
            <a:spLocks noGrp="1"/>
          </p:cNvSpPr>
          <p:nvPr/>
        </p:nvSpPr>
        <p:spPr>
          <a:xfrm>
            <a:off x="3905250" y="3162300"/>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Gemini</a:t>
            </a:r>
          </a:p>
        </p:txBody>
      </p:sp>
      <p:sp>
        <p:nvSpPr>
          <p:cNvPr id="13" name="Rounded Rectangle 12">
            <a:extLst>
              <a:ext uri="{FF2B5EF4-FFF2-40B4-BE49-F238E27FC236}">
                <a16:creationId xmlns:a16="http://schemas.microsoft.com/office/drawing/2014/main" id="{3C8A182C-04B2-40A4-9E85-0E7C0A64BE9A}"/>
              </a:ext>
            </a:extLst>
          </p:cNvPr>
          <p:cNvSpPr>
            <a:spLocks noGrp="1"/>
          </p:cNvSpPr>
          <p:nvPr/>
        </p:nvSpPr>
        <p:spPr>
          <a:xfrm>
            <a:off x="6429375" y="2190750"/>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9" name="Picture 38"/>
          <p:cNvPicPr>
            <a:picLocks noChangeAspect="1"/>
          </p:cNvPicPr>
          <p:nvPr/>
        </p:nvPicPr>
        <p:blipFill>
          <a:blip r:embed="rId5"/>
          <a:stretch/>
        </p:blipFill>
        <p:spPr>
          <a:xfrm>
            <a:off x="7115175" y="2427684"/>
            <a:ext cx="952500" cy="535781"/>
          </a:xfrm>
          <a:prstGeom prst="roundRect">
            <a:avLst>
              <a:gd name="adj" fmla="val 14634"/>
            </a:avLst>
          </a:prstGeom>
        </p:spPr>
      </p:pic>
      <p:sp>
        <p:nvSpPr>
          <p:cNvPr id="15" name="Editable text">
            <a:extLst>
              <a:ext uri="{FF2B5EF4-FFF2-40B4-BE49-F238E27FC236}">
                <a16:creationId xmlns:a16="http://schemas.microsoft.com/office/drawing/2014/main" id="{2735602F-11C4-4104-9F23-B691930353F5}"/>
              </a:ext>
            </a:extLst>
          </p:cNvPr>
          <p:cNvSpPr>
            <a:spLocks noGrp="1"/>
          </p:cNvSpPr>
          <p:nvPr/>
        </p:nvSpPr>
        <p:spPr>
          <a:xfrm>
            <a:off x="6619875" y="3162300"/>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Claude</a:t>
            </a:r>
          </a:p>
        </p:txBody>
      </p:sp>
      <p:sp>
        <p:nvSpPr>
          <p:cNvPr id="16" name="Rounded Rectangle 15">
            <a:extLst>
              <a:ext uri="{FF2B5EF4-FFF2-40B4-BE49-F238E27FC236}">
                <a16:creationId xmlns:a16="http://schemas.microsoft.com/office/drawing/2014/main" id="{370F7AA3-6426-4AB9-9376-A76C19BA5128}"/>
              </a:ext>
            </a:extLst>
          </p:cNvPr>
          <p:cNvSpPr>
            <a:spLocks noGrp="1"/>
          </p:cNvSpPr>
          <p:nvPr/>
        </p:nvSpPr>
        <p:spPr>
          <a:xfrm>
            <a:off x="9144000" y="2190750"/>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2" name="Picture 41"/>
          <p:cNvPicPr>
            <a:picLocks noChangeAspect="1"/>
          </p:cNvPicPr>
          <p:nvPr/>
        </p:nvPicPr>
        <p:blipFill>
          <a:blip r:embed="rId6"/>
          <a:stretch/>
        </p:blipFill>
        <p:spPr>
          <a:xfrm>
            <a:off x="9915525" y="2305050"/>
            <a:ext cx="781050" cy="781050"/>
          </a:xfrm>
          <a:prstGeom prst="roundRect">
            <a:avLst>
              <a:gd name="adj" fmla="val 14634"/>
            </a:avLst>
          </a:prstGeom>
        </p:spPr>
      </p:pic>
      <p:sp>
        <p:nvSpPr>
          <p:cNvPr id="18" name="Editable text">
            <a:extLst>
              <a:ext uri="{FF2B5EF4-FFF2-40B4-BE49-F238E27FC236}">
                <a16:creationId xmlns:a16="http://schemas.microsoft.com/office/drawing/2014/main" id="{6271686C-BE35-4721-9344-6290D53B11A7}"/>
              </a:ext>
            </a:extLst>
          </p:cNvPr>
          <p:cNvSpPr>
            <a:spLocks noGrp="1"/>
          </p:cNvSpPr>
          <p:nvPr/>
        </p:nvSpPr>
        <p:spPr>
          <a:xfrm>
            <a:off x="9334500" y="3162300"/>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Copilot</a:t>
            </a:r>
          </a:p>
        </p:txBody>
      </p:sp>
      <p:sp>
        <p:nvSpPr>
          <p:cNvPr id="19" name="Rounded Rectangle 18">
            <a:extLst>
              <a:ext uri="{FF2B5EF4-FFF2-40B4-BE49-F238E27FC236}">
                <a16:creationId xmlns:a16="http://schemas.microsoft.com/office/drawing/2014/main" id="{32CD4C74-A48B-4032-8B62-BF64DC9332EC}"/>
              </a:ext>
            </a:extLst>
          </p:cNvPr>
          <p:cNvSpPr>
            <a:spLocks noGrp="1"/>
          </p:cNvSpPr>
          <p:nvPr/>
        </p:nvSpPr>
        <p:spPr>
          <a:xfrm>
            <a:off x="1000125" y="3952875"/>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5" name="Picture 44"/>
          <p:cNvPicPr>
            <a:picLocks noChangeAspect="1"/>
          </p:cNvPicPr>
          <p:nvPr/>
        </p:nvPicPr>
        <p:blipFill>
          <a:blip r:embed="rId7"/>
          <a:stretch/>
        </p:blipFill>
        <p:spPr>
          <a:xfrm>
            <a:off x="1771650" y="4067175"/>
            <a:ext cx="781050" cy="781050"/>
          </a:xfrm>
          <a:prstGeom prst="roundRect">
            <a:avLst>
              <a:gd name="adj" fmla="val 14634"/>
            </a:avLst>
          </a:prstGeom>
        </p:spPr>
      </p:pic>
      <p:sp>
        <p:nvSpPr>
          <p:cNvPr id="21" name="Editable text">
            <a:extLst>
              <a:ext uri="{FF2B5EF4-FFF2-40B4-BE49-F238E27FC236}">
                <a16:creationId xmlns:a16="http://schemas.microsoft.com/office/drawing/2014/main" id="{C6C07FB9-C667-43E1-9256-76F9C541111F}"/>
              </a:ext>
            </a:extLst>
          </p:cNvPr>
          <p:cNvSpPr>
            <a:spLocks noGrp="1"/>
          </p:cNvSpPr>
          <p:nvPr/>
        </p:nvSpPr>
        <p:spPr>
          <a:xfrm>
            <a:off x="1190625" y="4924425"/>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Qwen</a:t>
            </a:r>
          </a:p>
        </p:txBody>
      </p:sp>
      <p:sp>
        <p:nvSpPr>
          <p:cNvPr id="22" name="Rounded Rectangle 21">
            <a:extLst>
              <a:ext uri="{FF2B5EF4-FFF2-40B4-BE49-F238E27FC236}">
                <a16:creationId xmlns:a16="http://schemas.microsoft.com/office/drawing/2014/main" id="{72E8CCA5-C5F0-40E3-8056-BFD8333F1003}"/>
              </a:ext>
            </a:extLst>
          </p:cNvPr>
          <p:cNvSpPr>
            <a:spLocks noGrp="1"/>
          </p:cNvSpPr>
          <p:nvPr/>
        </p:nvSpPr>
        <p:spPr>
          <a:xfrm>
            <a:off x="3714750" y="3952875"/>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8" name="Picture 47"/>
          <p:cNvPicPr>
            <a:picLocks noChangeAspect="1"/>
          </p:cNvPicPr>
          <p:nvPr/>
        </p:nvPicPr>
        <p:blipFill>
          <a:blip r:embed="rId8"/>
          <a:stretch/>
        </p:blipFill>
        <p:spPr>
          <a:xfrm>
            <a:off x="4486275" y="4067175"/>
            <a:ext cx="781050" cy="781050"/>
          </a:xfrm>
          <a:prstGeom prst="roundRect">
            <a:avLst>
              <a:gd name="adj" fmla="val 14634"/>
            </a:avLst>
          </a:prstGeom>
        </p:spPr>
      </p:pic>
      <p:sp>
        <p:nvSpPr>
          <p:cNvPr id="24" name="Editable text">
            <a:extLst>
              <a:ext uri="{FF2B5EF4-FFF2-40B4-BE49-F238E27FC236}">
                <a16:creationId xmlns:a16="http://schemas.microsoft.com/office/drawing/2014/main" id="{43FB6E94-3755-4358-BAF6-680373E05A65}"/>
              </a:ext>
            </a:extLst>
          </p:cNvPr>
          <p:cNvSpPr>
            <a:spLocks noGrp="1"/>
          </p:cNvSpPr>
          <p:nvPr/>
        </p:nvSpPr>
        <p:spPr>
          <a:xfrm>
            <a:off x="3905250" y="4924425"/>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DeepSeek</a:t>
            </a:r>
          </a:p>
        </p:txBody>
      </p:sp>
      <p:sp>
        <p:nvSpPr>
          <p:cNvPr id="25" name="Rounded Rectangle 24">
            <a:extLst>
              <a:ext uri="{FF2B5EF4-FFF2-40B4-BE49-F238E27FC236}">
                <a16:creationId xmlns:a16="http://schemas.microsoft.com/office/drawing/2014/main" id="{948705BA-BE08-431C-97EF-C968D928DB10}"/>
              </a:ext>
            </a:extLst>
          </p:cNvPr>
          <p:cNvSpPr>
            <a:spLocks noGrp="1"/>
          </p:cNvSpPr>
          <p:nvPr/>
        </p:nvSpPr>
        <p:spPr>
          <a:xfrm>
            <a:off x="6429375" y="3952875"/>
            <a:ext cx="2333625" cy="1381125"/>
          </a:xfrm>
          <a:prstGeom prst="roundRect">
            <a:avLst>
              <a:gd name="adj" fmla="val 9655"/>
            </a:avLst>
          </a:prstGeom>
          <a:solidFill>
            <a:srgbClr val="FFFFFF"/>
          </a:solidFill>
          <a:ln w="14288">
            <a:solidFill>
              <a:srgbClr val="DCE4ED"/>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51" name="Picture 50"/>
          <p:cNvPicPr>
            <a:picLocks noChangeAspect="1"/>
          </p:cNvPicPr>
          <p:nvPr/>
        </p:nvPicPr>
        <p:blipFill>
          <a:blip r:embed="rId9"/>
          <a:stretch/>
        </p:blipFill>
        <p:spPr>
          <a:xfrm>
            <a:off x="7200900" y="4067175"/>
            <a:ext cx="781050" cy="781050"/>
          </a:xfrm>
          <a:prstGeom prst="roundRect">
            <a:avLst>
              <a:gd name="adj" fmla="val 14634"/>
            </a:avLst>
          </a:prstGeom>
        </p:spPr>
      </p:pic>
      <p:sp>
        <p:nvSpPr>
          <p:cNvPr id="27" name="Editable text">
            <a:extLst>
              <a:ext uri="{FF2B5EF4-FFF2-40B4-BE49-F238E27FC236}">
                <a16:creationId xmlns:a16="http://schemas.microsoft.com/office/drawing/2014/main" id="{941E45E0-AC2E-4F71-A335-A5BAA652D6AE}"/>
              </a:ext>
            </a:extLst>
          </p:cNvPr>
          <p:cNvSpPr>
            <a:spLocks noGrp="1"/>
          </p:cNvSpPr>
          <p:nvPr/>
        </p:nvSpPr>
        <p:spPr>
          <a:xfrm>
            <a:off x="6619875" y="4924425"/>
            <a:ext cx="1952625" cy="285750"/>
          </a:xfrm>
          <a:prstGeom prst="rect">
            <a:avLst/>
          </a:prstGeom>
          <a:noFill/>
          <a:ln w="0">
            <a:noFill/>
          </a:ln>
        </p:spPr>
        <p:txBody>
          <a:bodyPr anchor="ctr"/>
          <a:lstStyle/>
          <a:p>
            <a:pPr algn="ctr">
              <a:defRPr sz="1425" b="1">
                <a:solidFill>
                  <a:srgbClr val="262626"/>
                </a:solidFill>
              </a:defRPr>
            </a:pPr>
            <a:r>
              <a:rPr sz="1425" b="1">
                <a:solidFill>
                  <a:srgbClr val="262626"/>
                </a:solidFill>
              </a:rPr>
              <a:t>Grok</a:t>
            </a:r>
          </a:p>
        </p:txBody>
      </p:sp>
      <p:sp>
        <p:nvSpPr>
          <p:cNvPr id="28" name="Editable box: Treat product names as time-stamped examples; use durable decision categories.">
            <a:extLst>
              <a:ext uri="{FF2B5EF4-FFF2-40B4-BE49-F238E27FC236}">
                <a16:creationId xmlns:a16="http://schemas.microsoft.com/office/drawing/2014/main" id="{56B3049D-2FC9-4510-B691-08932C0BD734}"/>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Treat product names as time-stamped examples; use durable decision categories.</a:t>
            </a:r>
          </a:p>
        </p:txBody>
      </p:sp>
    </p:spTree>
    <p:extLst>
      <p:ext uri="{BB962C8B-B14F-4D97-AF65-F5344CB8AC3E}">
        <p14:creationId xmlns:p14="http://schemas.microsoft.com/office/powerpoint/2010/main" val="100383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Neuro-Symbolic AI Combines Patterns and Logic</a:t>
            </a:r>
          </a:p>
        </p:txBody>
      </p:sp>
      <p:sp>
        <p:nvSpPr>
          <p:cNvPr id="13" name="Restored content rail">
            <a:extLst>
              <a:ext uri="{FF2B5EF4-FFF2-40B4-BE49-F238E27FC236}">
                <a16:creationId xmlns:a16="http://schemas.microsoft.com/office/drawing/2014/main" id="{78AE4150-075D-4D5D-869A-F81547C47139}"/>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45BFA34-C133-45E2-9A35-2A54F6964C84}"/>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Modern neural models are powerful pattern learners, but their reasoning can be opaque and resource intensive.</a:t>
            </a:r>
          </a:p>
        </p:txBody>
      </p:sp>
      <p:sp>
        <p:nvSpPr>
          <p:cNvPr id="15" name="Two-column divider">
            <a:extLst>
              <a:ext uri="{FF2B5EF4-FFF2-40B4-BE49-F238E27FC236}">
                <a16:creationId xmlns:a16="http://schemas.microsoft.com/office/drawing/2014/main" id="{8875E96A-0B4F-4EFB-B6AE-C45092824E34}"/>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CA755C14-2F8A-4076-BC0C-5726EA7B5794}"/>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Neural strengths</a:t>
            </a:r>
          </a:p>
        </p:txBody>
      </p:sp>
      <p:sp>
        <p:nvSpPr>
          <p:cNvPr id="17" name="Restored right heading">
            <a:extLst>
              <a:ext uri="{FF2B5EF4-FFF2-40B4-BE49-F238E27FC236}">
                <a16:creationId xmlns:a16="http://schemas.microsoft.com/office/drawing/2014/main" id="{967F934F-D748-4242-BC89-48E4750D4CDA}"/>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Symbolic strengths</a:t>
            </a:r>
          </a:p>
        </p:txBody>
      </p:sp>
      <p:sp>
        <p:nvSpPr>
          <p:cNvPr id="18" name="Restored left bullets">
            <a:extLst>
              <a:ext uri="{FF2B5EF4-FFF2-40B4-BE49-F238E27FC236}">
                <a16:creationId xmlns:a16="http://schemas.microsoft.com/office/drawing/2014/main" id="{698BAA1F-60C7-4752-8FF3-7141C25E966C}"/>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High-capacity perception and pattern recognition</a:t>
            </a:r>
          </a:p>
          <a:p>
            <a:pPr marL="24" indent="-15">
              <a:spcAft>
                <a:spcPts val="9"/>
              </a:spcAft>
              <a:buChar char="•"/>
              <a:defRPr sz="1800"/>
            </a:pPr>
            <a:r>
              <a:rPr sz="2000">
                <a:solidFill>
                  <a:srgbClr val="262626"/>
                </a:solidFill>
                <a:latin typeface="Calibri"/>
                <a:ea typeface="Calibri"/>
                <a:cs typeface="Calibri"/>
              </a:rPr>
              <a:t> Flexible content generation</a:t>
            </a:r>
          </a:p>
          <a:p>
            <a:pPr marL="24" indent="-15">
              <a:spcAft>
                <a:spcPts val="9"/>
              </a:spcAft>
              <a:buChar char="•"/>
              <a:defRPr sz="1800"/>
            </a:pPr>
            <a:r>
              <a:rPr sz="2000">
                <a:solidFill>
                  <a:srgbClr val="262626"/>
                </a:solidFill>
                <a:latin typeface="Calibri"/>
                <a:ea typeface="Calibri"/>
                <a:cs typeface="Calibri"/>
              </a:rPr>
              <a:t> Learning from unstructured data at scale</a:t>
            </a:r>
          </a:p>
        </p:txBody>
      </p:sp>
      <p:sp>
        <p:nvSpPr>
          <p:cNvPr id="19" name="Restored right bullets">
            <a:extLst>
              <a:ext uri="{FF2B5EF4-FFF2-40B4-BE49-F238E27FC236}">
                <a16:creationId xmlns:a16="http://schemas.microsoft.com/office/drawing/2014/main" id="{85293127-E2D0-4D0F-A65F-093A9FD2F479}"/>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Explicit rules and constraints</a:t>
            </a:r>
          </a:p>
          <a:p>
            <a:pPr marL="24" indent="-15">
              <a:spcAft>
                <a:spcPts val="9"/>
              </a:spcAft>
              <a:buChar char="•"/>
              <a:defRPr sz="1800"/>
            </a:pPr>
            <a:r>
              <a:rPr sz="2000">
                <a:solidFill>
                  <a:srgbClr val="262626"/>
                </a:solidFill>
                <a:latin typeface="Calibri"/>
                <a:ea typeface="Calibri"/>
                <a:cs typeface="Calibri"/>
              </a:rPr>
              <a:t> Traceable reasoning paths</a:t>
            </a:r>
          </a:p>
          <a:p>
            <a:pPr marL="24" indent="-15">
              <a:spcAft>
                <a:spcPts val="9"/>
              </a:spcAft>
              <a:buChar char="•"/>
              <a:defRPr sz="1800"/>
            </a:pPr>
            <a:r>
              <a:rPr sz="2000">
                <a:solidFill>
                  <a:srgbClr val="262626"/>
                </a:solidFill>
                <a:latin typeface="Calibri"/>
                <a:ea typeface="Calibri"/>
                <a:cs typeface="Calibri"/>
              </a:rPr>
              <a:t> Reliable execution in structured domains</a:t>
            </a:r>
          </a:p>
        </p:txBody>
      </p:sp>
      <p:sp>
        <p:nvSpPr>
          <p:cNvPr id="20" name="Restored takeaway background">
            <a:extLst>
              <a:ext uri="{FF2B5EF4-FFF2-40B4-BE49-F238E27FC236}">
                <a16:creationId xmlns:a16="http://schemas.microsoft.com/office/drawing/2014/main" id="{67C87B86-1157-4F1E-9BF8-4373AF4A148F}"/>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E62EB5EC-E95A-4CA3-85D0-39A5511DE7B3}"/>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Hybrid systems aim to combine neural flexibility with interpretable, controllable logic for high-stakes use.</a:t>
            </a:r>
          </a:p>
        </p:txBody>
      </p:sp>
    </p:spTree>
    <p:extLst>
      <p:ext uri="{BB962C8B-B14F-4D97-AF65-F5344CB8AC3E}">
        <p14:creationId xmlns:p14="http://schemas.microsoft.com/office/powerpoint/2010/main" val="2750876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Opacity Changes How Enterprises Establish Trust</a:t>
            </a:r>
          </a:p>
        </p:txBody>
      </p:sp>
      <p:sp>
        <p:nvSpPr>
          <p:cNvPr id="13" name="Restored content rail">
            <a:extLst>
              <a:ext uri="{FF2B5EF4-FFF2-40B4-BE49-F238E27FC236}">
                <a16:creationId xmlns:a16="http://schemas.microsoft.com/office/drawing/2014/main" id="{78AE4150-075D-4D5D-869A-F81547C47139}"/>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45BFA34-C133-45E2-9A35-2A54F6964C84}"/>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The model’s internal representations are difficult to interpret completely, but the surrounding system can still be made accountable.</a:t>
            </a:r>
          </a:p>
        </p:txBody>
      </p:sp>
      <p:sp>
        <p:nvSpPr>
          <p:cNvPr id="15" name="Two-column divider">
            <a:extLst>
              <a:ext uri="{FF2B5EF4-FFF2-40B4-BE49-F238E27FC236}">
                <a16:creationId xmlns:a16="http://schemas.microsoft.com/office/drawing/2014/main" id="{8875E96A-0B4F-4EFB-B6AE-C45092824E34}"/>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CA755C14-2F8A-4076-BC0C-5726EA7B5794}"/>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Hard to observe</a:t>
            </a:r>
          </a:p>
        </p:txBody>
      </p:sp>
      <p:sp>
        <p:nvSpPr>
          <p:cNvPr id="17" name="Restored right heading">
            <a:extLst>
              <a:ext uri="{FF2B5EF4-FFF2-40B4-BE49-F238E27FC236}">
                <a16:creationId xmlns:a16="http://schemas.microsoft.com/office/drawing/2014/main" id="{967F934F-D748-4242-BC89-48E4750D4CDA}"/>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Can be audited</a:t>
            </a:r>
          </a:p>
        </p:txBody>
      </p:sp>
      <p:sp>
        <p:nvSpPr>
          <p:cNvPr id="18" name="Restored left bullets">
            <a:extLst>
              <a:ext uri="{FF2B5EF4-FFF2-40B4-BE49-F238E27FC236}">
                <a16:creationId xmlns:a16="http://schemas.microsoft.com/office/drawing/2014/main" id="{698BAA1F-60C7-4752-8FF3-7141C25E966C}"/>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The internal cause of a specific output</a:t>
            </a:r>
          </a:p>
          <a:p>
            <a:pPr marL="24" indent="-15">
              <a:spcAft>
                <a:spcPts val="9"/>
              </a:spcAft>
              <a:buChar char="•"/>
              <a:defRPr sz="1800"/>
            </a:pPr>
            <a:r>
              <a:rPr sz="2000">
                <a:solidFill>
                  <a:srgbClr val="262626"/>
                </a:solidFill>
                <a:latin typeface="Calibri"/>
                <a:ea typeface="Calibri"/>
                <a:cs typeface="Calibri"/>
              </a:rPr>
              <a:t> Behavior changes after updates</a:t>
            </a:r>
          </a:p>
          <a:p>
            <a:pPr marL="24" indent="-15">
              <a:spcAft>
                <a:spcPts val="9"/>
              </a:spcAft>
              <a:buChar char="•"/>
              <a:defRPr sz="1800"/>
            </a:pPr>
            <a:r>
              <a:rPr sz="2000">
                <a:solidFill>
                  <a:srgbClr val="262626"/>
                </a:solidFill>
                <a:latin typeface="Calibri"/>
                <a:ea typeface="Calibri"/>
                <a:cs typeface="Calibri"/>
              </a:rPr>
              <a:t> The influence of individual training examples</a:t>
            </a:r>
          </a:p>
        </p:txBody>
      </p:sp>
      <p:sp>
        <p:nvSpPr>
          <p:cNvPr id="19" name="Restored right bullets">
            <a:extLst>
              <a:ext uri="{FF2B5EF4-FFF2-40B4-BE49-F238E27FC236}">
                <a16:creationId xmlns:a16="http://schemas.microsoft.com/office/drawing/2014/main" id="{85293127-E2D0-4D0F-A65F-093A9FD2F479}"/>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Sources, prompts, and model versions</a:t>
            </a:r>
          </a:p>
          <a:p>
            <a:pPr marL="24" indent="-15">
              <a:spcAft>
                <a:spcPts val="9"/>
              </a:spcAft>
              <a:buChar char="•"/>
              <a:defRPr sz="1800"/>
            </a:pPr>
            <a:r>
              <a:rPr sz="2000">
                <a:solidFill>
                  <a:srgbClr val="262626"/>
                </a:solidFill>
                <a:latin typeface="Calibri"/>
                <a:ea typeface="Calibri"/>
                <a:cs typeface="Calibri"/>
              </a:rPr>
              <a:t> Tool calls, rules, and approvals</a:t>
            </a:r>
          </a:p>
          <a:p>
            <a:pPr marL="24" indent="-15">
              <a:spcAft>
                <a:spcPts val="9"/>
              </a:spcAft>
              <a:buChar char="•"/>
              <a:defRPr sz="1800"/>
            </a:pPr>
            <a:r>
              <a:rPr sz="2000">
                <a:solidFill>
                  <a:srgbClr val="262626"/>
                </a:solidFill>
                <a:latin typeface="Calibri"/>
                <a:ea typeface="Calibri"/>
                <a:cs typeface="Calibri"/>
              </a:rPr>
              <a:t> Evaluations, incidents, and monitoring results</a:t>
            </a:r>
          </a:p>
        </p:txBody>
      </p:sp>
      <p:sp>
        <p:nvSpPr>
          <p:cNvPr id="20" name="Restored takeaway background">
            <a:extLst>
              <a:ext uri="{FF2B5EF4-FFF2-40B4-BE49-F238E27FC236}">
                <a16:creationId xmlns:a16="http://schemas.microsoft.com/office/drawing/2014/main" id="{67C87B86-1157-4F1E-9BF8-4373AF4A148F}"/>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E62EB5EC-E95A-4CA3-85D0-39A5511DE7B3}"/>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Trust comes from evidence and controls around the model—not a claim that its hidden reasoning is visible.</a:t>
            </a:r>
          </a:p>
        </p:txBody>
      </p:sp>
    </p:spTree>
    <p:extLst>
      <p:ext uri="{BB962C8B-B14F-4D97-AF65-F5344CB8AC3E}">
        <p14:creationId xmlns:p14="http://schemas.microsoft.com/office/powerpoint/2010/main" val="5003548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Trustworthy AI Combines Capability, Evidence, and Control</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Enterprise deployment requires more than a capable model: the system must support reliable decisions and accountable operations.</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Capability</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Measure task accuracy, robustness, latency, and cost on representative workloads.</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Evidence</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Ground outputs in approved data and preserve sources, versions, and evaluation results.</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Control</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Apply permissions, monitoring, human review, and incident response according to risk.</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A strong model is only one component of a trustworthy business system.</a:t>
            </a:r>
          </a:p>
        </p:txBody>
      </p:sp>
    </p:spTree>
    <p:extLst>
      <p:ext uri="{BB962C8B-B14F-4D97-AF65-F5344CB8AC3E}">
        <p14:creationId xmlns:p14="http://schemas.microsoft.com/office/powerpoint/2010/main" val="3546981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F59C8C-A821-E5AB-B336-F80534C28C7C}"/>
              </a:ext>
            </a:extLst>
          </p:cNvPr>
          <p:cNvSpPr>
            <a:spLocks noGrp="1"/>
          </p:cNvSpPr>
          <p:nvPr>
            <p:ph type="body" idx="10"/>
          </p:nvPr>
        </p:nvSpPr>
        <p:spPr/>
        <p:txBody>
          <a:bodyPr wrap="square" anchor="ctr">
            <a:noAutofit/>
          </a:bodyPr>
          <a:lstStyle/>
          <a:p>
            <a:pPr algn="ctr">
              <a:buNone/>
            </a:pPr>
            <a:r>
              <a:rPr sz="2250" b="1">
                <a:solidFill>
                  <a:srgbClr val="B11117"/>
                </a:solidFill>
                <a:latin typeface="Calibri"/>
                <a:ea typeface="Calibri"/>
                <a:cs typeface="Calibri"/>
              </a:rPr>
              <a:t>Part 2</a:t>
            </a:r>
          </a:p>
          <a:p>
            <a:pPr algn="ctr">
              <a:buNone/>
            </a:pPr>
            <a:r>
              <a:rPr sz="2250" b="1">
                <a:solidFill>
                  <a:srgbClr val="B11117"/>
                </a:solidFill>
                <a:latin typeface="Calibri"/>
                <a:ea typeface="Calibri"/>
                <a:cs typeface="Calibri"/>
              </a:rPr>
              <a:t>Designing Enterprise GenAI Systems</a:t>
            </a:r>
          </a:p>
        </p:txBody>
      </p:sp>
    </p:spTree>
    <p:extLst>
      <p:ext uri="{BB962C8B-B14F-4D97-AF65-F5344CB8AC3E}">
        <p14:creationId xmlns:p14="http://schemas.microsoft.com/office/powerpoint/2010/main" val="21145339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Enterprise LLMs Require Multi-Objective Design</a:t>
            </a:r>
          </a:p>
        </p:txBody>
      </p:sp>
      <p:sp>
        <p:nvSpPr>
          <p:cNvPr id="13" name="Restored content rail">
            <a:extLst>
              <a:ext uri="{FF2B5EF4-FFF2-40B4-BE49-F238E27FC236}">
                <a16:creationId xmlns:a16="http://schemas.microsoft.com/office/drawing/2014/main" id="{975C2116-A774-4DF4-8B44-53509BB09B6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transition statement">
            <a:extLst>
              <a:ext uri="{FF2B5EF4-FFF2-40B4-BE49-F238E27FC236}">
                <a16:creationId xmlns:a16="http://schemas.microsoft.com/office/drawing/2014/main" id="{34D6BC28-BC38-4F55-A97C-1BC2F37349BA}"/>
              </a:ext>
            </a:extLst>
          </p:cNvPr>
          <p:cNvSpPr>
            <a:spLocks noGrp="1"/>
          </p:cNvSpPr>
          <p:nvPr/>
        </p:nvSpPr>
        <p:spPr>
          <a:xfrm>
            <a:off x="1238250" y="1952625"/>
            <a:ext cx="9715500" cy="1095375"/>
          </a:xfrm>
          <a:prstGeom prst="rect">
            <a:avLst/>
          </a:prstGeom>
          <a:noFill/>
          <a:ln w="0">
            <a:noFill/>
            <a:prstDash val="solid"/>
          </a:ln>
        </p:spPr>
        <p:txBody>
          <a:bodyPr wrap="square" lIns="28575" tIns="19050" rIns="28575" bIns="19050" anchor="ctr">
            <a:noAutofit/>
          </a:bodyPr>
          <a:lstStyle/>
          <a:p>
            <a:pPr>
              <a:buNone/>
              <a:defRPr sz="1800"/>
            </a:pPr>
            <a:r>
              <a:rPr sz="2000" b="1">
                <a:solidFill>
                  <a:srgbClr val="262626"/>
                </a:solidFill>
                <a:latin typeface="Calibri"/>
                <a:ea typeface="Calibri"/>
                <a:cs typeface="Calibri"/>
              </a:rPr>
              <a:t>Choosing an enterprise LLM architecture is an optimization problem, not a model leaderboard contest.</a:t>
            </a:r>
          </a:p>
        </p:txBody>
      </p:sp>
      <p:sp>
        <p:nvSpPr>
          <p:cNvPr id="15" name="Transition divider">
            <a:extLst>
              <a:ext uri="{FF2B5EF4-FFF2-40B4-BE49-F238E27FC236}">
                <a16:creationId xmlns:a16="http://schemas.microsoft.com/office/drawing/2014/main" id="{7CB3F5AC-8CB2-489C-AEF5-FA6A12D5CBD1}"/>
              </a:ext>
            </a:extLst>
          </p:cNvPr>
          <p:cNvSpPr>
            <a:spLocks noGrp="1"/>
          </p:cNvSpPr>
          <p:nvPr/>
        </p:nvSpPr>
        <p:spPr>
          <a:xfrm>
            <a:off x="1238250" y="3190875"/>
            <a:ext cx="9715500" cy="19050"/>
          </a:xfrm>
          <a:prstGeom prst="rect">
            <a:avLst/>
          </a:prstGeom>
          <a:solidFill>
            <a:srgbClr val="D7DEE8"/>
          </a:solidFill>
          <a:ln w="0">
            <a:noFill/>
            <a:prstDash val="solid"/>
          </a:ln>
        </p:spPr>
        <p:txBody>
          <a:bodyPr/>
          <a:lstStyle/>
          <a:p>
            <a:endParaRPr/>
          </a:p>
        </p:txBody>
      </p:sp>
      <p:sp>
        <p:nvSpPr>
          <p:cNvPr id="16" name="Restored transition points">
            <a:extLst>
              <a:ext uri="{FF2B5EF4-FFF2-40B4-BE49-F238E27FC236}">
                <a16:creationId xmlns:a16="http://schemas.microsoft.com/office/drawing/2014/main" id="{5FE69CD9-8C20-467C-ACE1-98C9496D64D0}"/>
              </a:ext>
            </a:extLst>
          </p:cNvPr>
          <p:cNvSpPr>
            <a:spLocks noGrp="1"/>
          </p:cNvSpPr>
          <p:nvPr/>
        </p:nvSpPr>
        <p:spPr>
          <a:xfrm>
            <a:off x="1381125" y="3476625"/>
            <a:ext cx="5381625" cy="1809750"/>
          </a:xfrm>
          <a:prstGeom prst="rect">
            <a:avLst/>
          </a:prstGeom>
          <a:noFill/>
          <a:ln w="0">
            <a:noFill/>
            <a:prstDash val="solid"/>
          </a:ln>
        </p:spPr>
        <p:txBody>
          <a:bodyPr wrap="square" lIns="0" tIns="0" rIns="76200" bIns="0" anchor="t">
            <a:normAutofit/>
          </a:bodyPr>
          <a:lstStyle/>
          <a:p>
            <a:pPr marL="24" indent="-15" algn="l">
              <a:spcAft>
                <a:spcPts val="9"/>
              </a:spcAft>
              <a:buChar char="•"/>
              <a:defRPr sz="1725">
                <a:solidFill>
                  <a:srgbClr val="262626"/>
                </a:solidFill>
              </a:defRPr>
            </a:pPr>
            <a:r>
              <a:rPr sz="1725">
                <a:solidFill>
                  <a:srgbClr val="262626"/>
                </a:solidFill>
                <a:latin typeface="Calibri"/>
                <a:ea typeface="Calibri"/>
                <a:cs typeface="Calibri"/>
              </a:rPr>
              <a:t> Capability must match the task and modality.</a:t>
            </a:r>
          </a:p>
          <a:p>
            <a:pPr marL="24" indent="-15" algn="l">
              <a:spcAft>
                <a:spcPts val="9"/>
              </a:spcAft>
              <a:buChar char="•"/>
              <a:defRPr sz="1725">
                <a:solidFill>
                  <a:srgbClr val="262626"/>
                </a:solidFill>
              </a:defRPr>
            </a:pPr>
            <a:r>
              <a:rPr sz="1725">
                <a:solidFill>
                  <a:srgbClr val="262626"/>
                </a:solidFill>
                <a:latin typeface="Calibri"/>
                <a:ea typeface="Calibri"/>
                <a:cs typeface="Calibri"/>
              </a:rPr>
              <a:t> Latency, throughput, and context affect user experience and infrastructure.</a:t>
            </a:r>
          </a:p>
          <a:p>
            <a:pPr marL="24" indent="-15" algn="l">
              <a:spcAft>
                <a:spcPts val="9"/>
              </a:spcAft>
              <a:buChar char="•"/>
              <a:defRPr sz="1725">
                <a:solidFill>
                  <a:srgbClr val="262626"/>
                </a:solidFill>
              </a:defRPr>
            </a:pPr>
            <a:r>
              <a:rPr sz="1725">
                <a:solidFill>
                  <a:srgbClr val="262626"/>
                </a:solidFill>
                <a:latin typeface="Calibri"/>
                <a:ea typeface="Calibri"/>
                <a:cs typeface="Calibri"/>
              </a:rPr>
              <a:t> Cost and governance determine whether the system can operate sustainably.</a:t>
            </a:r>
          </a:p>
        </p:txBody>
      </p:sp>
      <p:sp>
        <p:nvSpPr>
          <p:cNvPr id="17" name="Restored takeaway background">
            <a:extLst>
              <a:ext uri="{FF2B5EF4-FFF2-40B4-BE49-F238E27FC236}">
                <a16:creationId xmlns:a16="http://schemas.microsoft.com/office/drawing/2014/main" id="{CEAE1CF2-BC60-44B7-A25C-AB6891CAB720}"/>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18" name="Restored takeaway">
            <a:extLst>
              <a:ext uri="{FF2B5EF4-FFF2-40B4-BE49-F238E27FC236}">
                <a16:creationId xmlns:a16="http://schemas.microsoft.com/office/drawing/2014/main" id="{83BAC8FA-2434-428C-A70E-F9457A2FCACD}"/>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The design goal is the best system for the mission—not the strongest model in isolation.</a:t>
            </a:r>
          </a:p>
        </p:txBody>
      </p:sp>
      <p:pic>
        <p:nvPicPr>
          <p:cNvPr id="28" name="Enterprise architecture planning photo"/>
          <p:cNvPicPr>
            <a:picLocks noChangeAspect="1"/>
          </p:cNvPicPr>
          <p:nvPr/>
        </p:nvPicPr>
        <p:blipFill>
          <a:blip r:embed="rId3"/>
          <a:srcRect t="32485" b="32485"/>
          <a:stretch>
            <a:fillRect/>
          </a:stretch>
        </p:blipFill>
        <p:spPr>
          <a:xfrm>
            <a:off x="7239000" y="3381375"/>
            <a:ext cx="3714750" cy="1952625"/>
          </a:xfrm>
          <a:prstGeom prst="roundRect">
            <a:avLst>
              <a:gd name="adj" fmla="val 5854"/>
            </a:avLst>
          </a:prstGeom>
        </p:spPr>
      </p:pic>
      <p:sp>
        <p:nvSpPr>
          <p:cNvPr id="20" name="Editable enterprise design caption">
            <a:extLst>
              <a:ext uri="{FF2B5EF4-FFF2-40B4-BE49-F238E27FC236}">
                <a16:creationId xmlns:a16="http://schemas.microsoft.com/office/drawing/2014/main" id="{11FFDF7C-3B57-4F3C-BF42-E903395A6015}"/>
              </a:ext>
            </a:extLst>
          </p:cNvPr>
          <p:cNvSpPr>
            <a:spLocks noGrp="1"/>
          </p:cNvSpPr>
          <p:nvPr/>
        </p:nvSpPr>
        <p:spPr>
          <a:xfrm>
            <a:off x="7353300" y="4933950"/>
            <a:ext cx="3486150" cy="304800"/>
          </a:xfrm>
          <a:prstGeom prst="roundRect">
            <a:avLst>
              <a:gd name="adj" fmla="val 25000"/>
            </a:avLst>
          </a:prstGeom>
          <a:solidFill>
            <a:srgbClr val="D95532"/>
          </a:solidFill>
          <a:ln w="0">
            <a:solidFill>
              <a:srgbClr val="D95532"/>
            </a:solidFill>
            <a:prstDash val="solid"/>
          </a:ln>
        </p:spPr>
        <p:txBody>
          <a:bodyPr lIns="66675" tIns="28575" rIns="66675" bIns="28575" anchor="ctr">
            <a:normAutofit/>
          </a:bodyPr>
          <a:lstStyle/>
          <a:p>
            <a:pPr algn="ctr">
              <a:defRPr sz="1125" b="1">
                <a:solidFill>
                  <a:srgbClr val="FFFFFF"/>
                </a:solidFill>
              </a:defRPr>
            </a:pPr>
            <a:r>
              <a:rPr sz="1125" b="1">
                <a:solidFill>
                  <a:srgbClr val="FFFFFF"/>
                </a:solidFill>
              </a:rPr>
              <a:t>TASK FIT • UX • COST • GOVERNANCE</a:t>
            </a:r>
          </a:p>
        </p:txBody>
      </p:sp>
    </p:spTree>
    <p:extLst>
      <p:ext uri="{BB962C8B-B14F-4D97-AF65-F5344CB8AC3E}">
        <p14:creationId xmlns:p14="http://schemas.microsoft.com/office/powerpoint/2010/main" val="40524760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Six Vectors Shape the Architecture Trade Space</a:t>
            </a:r>
          </a:p>
        </p:txBody>
      </p:sp>
      <p:sp>
        <p:nvSpPr>
          <p:cNvPr id="5" name="Editable content rail">
            <a:extLst>
              <a:ext uri="{FF2B5EF4-FFF2-40B4-BE49-F238E27FC236}">
                <a16:creationId xmlns:a16="http://schemas.microsoft.com/office/drawing/2014/main" id="{01EE4C1E-F0D1-4F96-924C-84771E33A76C}"/>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A03FDDF0-9E51-473C-BBA9-CF0BCDD2E097}"/>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Enterprise architecture is a multi-objective design problem.</a:t>
            </a:r>
          </a:p>
        </p:txBody>
      </p:sp>
      <p:sp>
        <p:nvSpPr>
          <p:cNvPr id="7" name="Editable box: MISSION&#10;FIT">
            <a:extLst>
              <a:ext uri="{FF2B5EF4-FFF2-40B4-BE49-F238E27FC236}">
                <a16:creationId xmlns:a16="http://schemas.microsoft.com/office/drawing/2014/main" id="{6F289915-0991-43D2-88F4-DBF51AE8D20A}"/>
              </a:ext>
            </a:extLst>
          </p:cNvPr>
          <p:cNvSpPr>
            <a:spLocks noGrp="1"/>
          </p:cNvSpPr>
          <p:nvPr/>
        </p:nvSpPr>
        <p:spPr>
          <a:xfrm>
            <a:off x="5095875" y="3143250"/>
            <a:ext cx="2000250" cy="952500"/>
          </a:xfrm>
          <a:prstGeom prst="roundRect">
            <a:avLst>
              <a:gd name="adj" fmla="val 14000"/>
            </a:avLst>
          </a:prstGeom>
          <a:solidFill>
            <a:srgbClr val="184E8A"/>
          </a:solidFill>
          <a:ln w="14288">
            <a:solidFill>
              <a:srgbClr val="184E8A"/>
            </a:solidFill>
            <a:prstDash val="solid"/>
          </a:ln>
        </p:spPr>
        <p:txBody>
          <a:bodyPr anchor="ctr"/>
          <a:lstStyle/>
          <a:p>
            <a:pPr algn="ctr">
              <a:defRPr sz="1875" b="1">
                <a:solidFill>
                  <a:srgbClr val="FFFFFF"/>
                </a:solidFill>
              </a:defRPr>
            </a:pPr>
            <a:r>
              <a:rPr sz="1875" b="1">
                <a:solidFill>
                  <a:srgbClr val="FFFFFF"/>
                </a:solidFill>
              </a:rPr>
              <a:t>MISSION</a:t>
            </a:r>
          </a:p>
          <a:p>
            <a:pPr algn="ctr">
              <a:defRPr sz="1875" b="1">
                <a:solidFill>
                  <a:srgbClr val="FFFFFF"/>
                </a:solidFill>
              </a:defRPr>
            </a:pPr>
            <a:r>
              <a:rPr sz="1875" b="1">
                <a:solidFill>
                  <a:srgbClr val="FFFFFF"/>
                </a:solidFill>
              </a:rPr>
              <a:t>FIT</a:t>
            </a:r>
          </a:p>
        </p:txBody>
      </p:sp>
      <p:sp>
        <p:nvSpPr>
          <p:cNvPr id="8" name="Editable box: Modality">
            <a:extLst>
              <a:ext uri="{FF2B5EF4-FFF2-40B4-BE49-F238E27FC236}">
                <a16:creationId xmlns:a16="http://schemas.microsoft.com/office/drawing/2014/main" id="{B7D51B6B-A09A-49D6-BB86-6957CF23E75A}"/>
              </a:ext>
            </a:extLst>
          </p:cNvPr>
          <p:cNvSpPr>
            <a:spLocks noGrp="1"/>
          </p:cNvSpPr>
          <p:nvPr/>
        </p:nvSpPr>
        <p:spPr>
          <a:xfrm>
            <a:off x="5095875" y="2000250"/>
            <a:ext cx="2000250" cy="619125"/>
          </a:xfrm>
          <a:prstGeom prst="roundRect">
            <a:avLst>
              <a:gd name="adj" fmla="val 21538"/>
            </a:avLst>
          </a:prstGeom>
          <a:solidFill>
            <a:srgbClr val="FFFFFF"/>
          </a:solidFill>
          <a:ln w="14288">
            <a:solidFill>
              <a:srgbClr val="2F73E8"/>
            </a:solidFill>
            <a:prstDash val="solid"/>
          </a:ln>
        </p:spPr>
        <p:txBody>
          <a:bodyPr anchor="ctr"/>
          <a:lstStyle/>
          <a:p>
            <a:pPr algn="ctr">
              <a:defRPr sz="1575" b="1">
                <a:solidFill>
                  <a:srgbClr val="2F73E8"/>
                </a:solidFill>
              </a:defRPr>
            </a:pPr>
            <a:r>
              <a:rPr sz="1575" b="1">
                <a:solidFill>
                  <a:srgbClr val="2F73E8"/>
                </a:solidFill>
              </a:rPr>
              <a:t>Modality</a:t>
            </a:r>
          </a:p>
        </p:txBody>
      </p:sp>
      <p:cxnSp>
        <p:nvCxnSpPr>
          <p:cNvPr id="26" name="Straight Arrow Connector 25"/>
          <p:cNvCxnSpPr>
            <a:stCxn id="7" idx="0"/>
            <a:endCxn id="8" idx="2"/>
          </p:cNvCxnSpPr>
          <p:nvPr/>
        </p:nvCxnSpPr>
        <p:spPr>
          <a:xfrm flipV="1">
            <a:off x="6096000" y="2619375"/>
            <a:ext cx="0" cy="523875"/>
          </a:xfrm>
          <a:prstGeom prst="straightConnector1">
            <a:avLst/>
          </a:prstGeom>
          <a:ln w="23813">
            <a:solidFill>
              <a:srgbClr val="2F73E8"/>
            </a:solidFill>
            <a:prstDash val="solid"/>
            <a:headEnd type="none" w="med" len="med"/>
            <a:tailEnd type="arrow" w="med" len="med"/>
          </a:ln>
        </p:spPr>
      </p:cxnSp>
      <p:sp>
        <p:nvSpPr>
          <p:cNvPr id="10" name="Editable box: Latency">
            <a:extLst>
              <a:ext uri="{FF2B5EF4-FFF2-40B4-BE49-F238E27FC236}">
                <a16:creationId xmlns:a16="http://schemas.microsoft.com/office/drawing/2014/main" id="{E4E1C8C2-18BD-4AF2-B8AD-4942BE1B95E6}"/>
              </a:ext>
            </a:extLst>
          </p:cNvPr>
          <p:cNvSpPr>
            <a:spLocks noGrp="1"/>
          </p:cNvSpPr>
          <p:nvPr/>
        </p:nvSpPr>
        <p:spPr>
          <a:xfrm>
            <a:off x="7953375" y="2619375"/>
            <a:ext cx="2000250" cy="619125"/>
          </a:xfrm>
          <a:prstGeom prst="roundRect">
            <a:avLst>
              <a:gd name="adj" fmla="val 21538"/>
            </a:avLst>
          </a:prstGeom>
          <a:solidFill>
            <a:srgbClr val="FFFFFF"/>
          </a:solidFill>
          <a:ln w="14288">
            <a:solidFill>
              <a:srgbClr val="E85A33"/>
            </a:solidFill>
            <a:prstDash val="solid"/>
          </a:ln>
        </p:spPr>
        <p:txBody>
          <a:bodyPr anchor="ctr"/>
          <a:lstStyle/>
          <a:p>
            <a:pPr algn="ctr">
              <a:defRPr sz="1575" b="1">
                <a:solidFill>
                  <a:srgbClr val="E85A33"/>
                </a:solidFill>
              </a:defRPr>
            </a:pPr>
            <a:r>
              <a:rPr sz="1575" b="1">
                <a:solidFill>
                  <a:srgbClr val="E85A33"/>
                </a:solidFill>
              </a:rPr>
              <a:t>Latency</a:t>
            </a:r>
          </a:p>
        </p:txBody>
      </p:sp>
      <p:cxnSp>
        <p:nvCxnSpPr>
          <p:cNvPr id="28" name="Straight Arrow Connector 27"/>
          <p:cNvCxnSpPr>
            <a:stCxn id="7" idx="3"/>
            <a:endCxn id="10" idx="1"/>
          </p:cNvCxnSpPr>
          <p:nvPr/>
        </p:nvCxnSpPr>
        <p:spPr>
          <a:xfrm flipV="1">
            <a:off x="7096125" y="2928938"/>
            <a:ext cx="857250" cy="690563"/>
          </a:xfrm>
          <a:prstGeom prst="straightConnector1">
            <a:avLst/>
          </a:prstGeom>
          <a:ln w="23813">
            <a:solidFill>
              <a:srgbClr val="E85A33"/>
            </a:solidFill>
            <a:prstDash val="solid"/>
            <a:headEnd type="none" w="med" len="med"/>
            <a:tailEnd type="arrow" w="med" len="med"/>
          </a:ln>
        </p:spPr>
      </p:cxnSp>
      <p:sp>
        <p:nvSpPr>
          <p:cNvPr id="12" name="Editable box: Performance">
            <a:extLst>
              <a:ext uri="{FF2B5EF4-FFF2-40B4-BE49-F238E27FC236}">
                <a16:creationId xmlns:a16="http://schemas.microsoft.com/office/drawing/2014/main" id="{DF3DBA45-5A54-4DEC-AA0E-22A6FBAD9111}"/>
              </a:ext>
            </a:extLst>
          </p:cNvPr>
          <p:cNvSpPr>
            <a:spLocks noGrp="1"/>
          </p:cNvSpPr>
          <p:nvPr/>
        </p:nvSpPr>
        <p:spPr>
          <a:xfrm>
            <a:off x="7953375" y="4333875"/>
            <a:ext cx="2000250" cy="619125"/>
          </a:xfrm>
          <a:prstGeom prst="roundRect">
            <a:avLst>
              <a:gd name="adj" fmla="val 21538"/>
            </a:avLst>
          </a:prstGeom>
          <a:solidFill>
            <a:srgbClr val="FFFFFF"/>
          </a:solidFill>
          <a:ln w="14288">
            <a:solidFill>
              <a:srgbClr val="2E9B63"/>
            </a:solidFill>
            <a:prstDash val="solid"/>
          </a:ln>
        </p:spPr>
        <p:txBody>
          <a:bodyPr anchor="ctr"/>
          <a:lstStyle/>
          <a:p>
            <a:pPr algn="ctr">
              <a:defRPr sz="1575" b="1">
                <a:solidFill>
                  <a:srgbClr val="2E9B63"/>
                </a:solidFill>
              </a:defRPr>
            </a:pPr>
            <a:r>
              <a:rPr sz="1575" b="1">
                <a:solidFill>
                  <a:srgbClr val="2E9B63"/>
                </a:solidFill>
              </a:rPr>
              <a:t>Performance</a:t>
            </a:r>
          </a:p>
        </p:txBody>
      </p:sp>
      <p:cxnSp>
        <p:nvCxnSpPr>
          <p:cNvPr id="30" name="Straight Arrow Connector 29"/>
          <p:cNvCxnSpPr>
            <a:stCxn id="7" idx="3"/>
            <a:endCxn id="12" idx="1"/>
          </p:cNvCxnSpPr>
          <p:nvPr/>
        </p:nvCxnSpPr>
        <p:spPr>
          <a:xfrm>
            <a:off x="7096125" y="3619500"/>
            <a:ext cx="857250" cy="1023938"/>
          </a:xfrm>
          <a:prstGeom prst="straightConnector1">
            <a:avLst/>
          </a:prstGeom>
          <a:ln w="23813">
            <a:solidFill>
              <a:srgbClr val="2E9B63"/>
            </a:solidFill>
            <a:prstDash val="solid"/>
            <a:headEnd type="none" w="med" len="med"/>
            <a:tailEnd type="arrow" w="med" len="med"/>
          </a:ln>
        </p:spPr>
      </p:cxnSp>
      <p:sp>
        <p:nvSpPr>
          <p:cNvPr id="14" name="Editable box: Cost">
            <a:extLst>
              <a:ext uri="{FF2B5EF4-FFF2-40B4-BE49-F238E27FC236}">
                <a16:creationId xmlns:a16="http://schemas.microsoft.com/office/drawing/2014/main" id="{560C1E5E-D8DA-412C-BF7A-A78985260BC8}"/>
              </a:ext>
            </a:extLst>
          </p:cNvPr>
          <p:cNvSpPr>
            <a:spLocks noGrp="1"/>
          </p:cNvSpPr>
          <p:nvPr/>
        </p:nvSpPr>
        <p:spPr>
          <a:xfrm>
            <a:off x="5095875" y="4953000"/>
            <a:ext cx="2000250" cy="619125"/>
          </a:xfrm>
          <a:prstGeom prst="roundRect">
            <a:avLst>
              <a:gd name="adj" fmla="val 21538"/>
            </a:avLst>
          </a:prstGeom>
          <a:solidFill>
            <a:srgbClr val="FFFFFF"/>
          </a:solidFill>
          <a:ln w="14288">
            <a:solidFill>
              <a:srgbClr val="D83B42"/>
            </a:solidFill>
            <a:prstDash val="solid"/>
          </a:ln>
        </p:spPr>
        <p:txBody>
          <a:bodyPr anchor="ctr"/>
          <a:lstStyle/>
          <a:p>
            <a:pPr algn="ctr">
              <a:defRPr sz="1575" b="1">
                <a:solidFill>
                  <a:srgbClr val="D83B42"/>
                </a:solidFill>
              </a:defRPr>
            </a:pPr>
            <a:r>
              <a:rPr sz="1575" b="1">
                <a:solidFill>
                  <a:srgbClr val="D83B42"/>
                </a:solidFill>
              </a:rPr>
              <a:t>Cost</a:t>
            </a:r>
          </a:p>
        </p:txBody>
      </p:sp>
      <p:cxnSp>
        <p:nvCxnSpPr>
          <p:cNvPr id="32" name="Straight Arrow Connector 31"/>
          <p:cNvCxnSpPr>
            <a:stCxn id="7" idx="2"/>
            <a:endCxn id="14" idx="0"/>
          </p:cNvCxnSpPr>
          <p:nvPr/>
        </p:nvCxnSpPr>
        <p:spPr>
          <a:xfrm>
            <a:off x="6096000" y="4095750"/>
            <a:ext cx="0" cy="857250"/>
          </a:xfrm>
          <a:prstGeom prst="straightConnector1">
            <a:avLst/>
          </a:prstGeom>
          <a:ln w="23813">
            <a:solidFill>
              <a:srgbClr val="D83B42"/>
            </a:solidFill>
            <a:prstDash val="solid"/>
            <a:headEnd type="none" w="med" len="med"/>
            <a:tailEnd type="arrow" w="med" len="med"/>
          </a:ln>
        </p:spPr>
      </p:cxnSp>
      <p:sp>
        <p:nvSpPr>
          <p:cNvPr id="16" name="Editable box: Throughput">
            <a:extLst>
              <a:ext uri="{FF2B5EF4-FFF2-40B4-BE49-F238E27FC236}">
                <a16:creationId xmlns:a16="http://schemas.microsoft.com/office/drawing/2014/main" id="{8D51ED05-EA3E-44AE-8AC2-485C0921278D}"/>
              </a:ext>
            </a:extLst>
          </p:cNvPr>
          <p:cNvSpPr>
            <a:spLocks noGrp="1"/>
          </p:cNvSpPr>
          <p:nvPr/>
        </p:nvSpPr>
        <p:spPr>
          <a:xfrm>
            <a:off x="2238375" y="4333875"/>
            <a:ext cx="2000250" cy="619125"/>
          </a:xfrm>
          <a:prstGeom prst="roundRect">
            <a:avLst>
              <a:gd name="adj" fmla="val 21538"/>
            </a:avLst>
          </a:prstGeom>
          <a:solidFill>
            <a:srgbClr val="FFFFFF"/>
          </a:solidFill>
          <a:ln w="14288">
            <a:solidFill>
              <a:srgbClr val="7457C8"/>
            </a:solidFill>
            <a:prstDash val="solid"/>
          </a:ln>
        </p:spPr>
        <p:txBody>
          <a:bodyPr anchor="ctr"/>
          <a:lstStyle/>
          <a:p>
            <a:pPr algn="ctr">
              <a:defRPr sz="1575" b="1">
                <a:solidFill>
                  <a:srgbClr val="7457C8"/>
                </a:solidFill>
              </a:defRPr>
            </a:pPr>
            <a:r>
              <a:rPr sz="1575" b="1">
                <a:solidFill>
                  <a:srgbClr val="7457C8"/>
                </a:solidFill>
              </a:rPr>
              <a:t>Throughput</a:t>
            </a:r>
          </a:p>
        </p:txBody>
      </p:sp>
      <p:cxnSp>
        <p:nvCxnSpPr>
          <p:cNvPr id="34" name="Straight Arrow Connector 33"/>
          <p:cNvCxnSpPr>
            <a:stCxn id="7" idx="1"/>
            <a:endCxn id="16" idx="3"/>
          </p:cNvCxnSpPr>
          <p:nvPr/>
        </p:nvCxnSpPr>
        <p:spPr>
          <a:xfrm flipH="1">
            <a:off x="4238625" y="3619500"/>
            <a:ext cx="857250" cy="1023938"/>
          </a:xfrm>
          <a:prstGeom prst="straightConnector1">
            <a:avLst/>
          </a:prstGeom>
          <a:ln w="23813">
            <a:solidFill>
              <a:srgbClr val="7457C8"/>
            </a:solidFill>
            <a:prstDash val="solid"/>
            <a:headEnd type="none" w="med" len="med"/>
            <a:tailEnd type="arrow" w="med" len="med"/>
          </a:ln>
        </p:spPr>
      </p:cxnSp>
      <p:sp>
        <p:nvSpPr>
          <p:cNvPr id="18" name="Editable box: Context">
            <a:extLst>
              <a:ext uri="{FF2B5EF4-FFF2-40B4-BE49-F238E27FC236}">
                <a16:creationId xmlns:a16="http://schemas.microsoft.com/office/drawing/2014/main" id="{E350F31F-E95E-4398-B0B7-AEE7C198D985}"/>
              </a:ext>
            </a:extLst>
          </p:cNvPr>
          <p:cNvSpPr>
            <a:spLocks noGrp="1"/>
          </p:cNvSpPr>
          <p:nvPr/>
        </p:nvSpPr>
        <p:spPr>
          <a:xfrm>
            <a:off x="2238375" y="2619375"/>
            <a:ext cx="2000250" cy="619125"/>
          </a:xfrm>
          <a:prstGeom prst="roundRect">
            <a:avLst>
              <a:gd name="adj" fmla="val 21538"/>
            </a:avLst>
          </a:prstGeom>
          <a:solidFill>
            <a:srgbClr val="FFFFFF"/>
          </a:solidFill>
          <a:ln w="14288">
            <a:solidFill>
              <a:srgbClr val="F0B429"/>
            </a:solidFill>
            <a:prstDash val="solid"/>
          </a:ln>
        </p:spPr>
        <p:txBody>
          <a:bodyPr anchor="ctr"/>
          <a:lstStyle/>
          <a:p>
            <a:pPr algn="ctr">
              <a:defRPr sz="1575" b="1">
                <a:solidFill>
                  <a:srgbClr val="F0B429"/>
                </a:solidFill>
              </a:defRPr>
            </a:pPr>
            <a:r>
              <a:rPr sz="1575" b="1">
                <a:solidFill>
                  <a:srgbClr val="F0B429"/>
                </a:solidFill>
              </a:rPr>
              <a:t>Context</a:t>
            </a:r>
          </a:p>
        </p:txBody>
      </p:sp>
      <p:cxnSp>
        <p:nvCxnSpPr>
          <p:cNvPr id="36" name="Straight Arrow Connector 35"/>
          <p:cNvCxnSpPr>
            <a:stCxn id="7" idx="1"/>
            <a:endCxn id="18" idx="3"/>
          </p:cNvCxnSpPr>
          <p:nvPr/>
        </p:nvCxnSpPr>
        <p:spPr>
          <a:xfrm flipH="1" flipV="1">
            <a:off x="4238625" y="2928938"/>
            <a:ext cx="857250" cy="690563"/>
          </a:xfrm>
          <a:prstGeom prst="straightConnector1">
            <a:avLst/>
          </a:prstGeom>
          <a:ln w="23813">
            <a:solidFill>
              <a:srgbClr val="F0B429"/>
            </a:solidFill>
            <a:prstDash val="solid"/>
            <a:headEnd type="none" w="med" len="med"/>
            <a:tailEnd type="arrow" w="med" len="med"/>
          </a:ln>
        </p:spPr>
      </p:cxnSp>
      <p:sp>
        <p:nvSpPr>
          <p:cNvPr id="20" name="Editable box: Improving one vector can weaken another; prioritize the dominant business failure cost.">
            <a:extLst>
              <a:ext uri="{FF2B5EF4-FFF2-40B4-BE49-F238E27FC236}">
                <a16:creationId xmlns:a16="http://schemas.microsoft.com/office/drawing/2014/main" id="{D75FC8F5-71E3-40A3-B072-EA8F162976D6}"/>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Improving one vector can weaken another; prioritize the dominant business failure cost.</a:t>
            </a:r>
          </a:p>
        </p:txBody>
      </p:sp>
    </p:spTree>
    <p:extLst>
      <p:ext uri="{BB962C8B-B14F-4D97-AF65-F5344CB8AC3E}">
        <p14:creationId xmlns:p14="http://schemas.microsoft.com/office/powerpoint/2010/main" val="7713491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The Best Model Is Not the Biggest Model</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Parameter count is only one signal. Enterprise architects must balance six operational vectors.</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Experience</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Modality and latency determine how users interact with the system.</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Quality</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Performance and effective context determine whether outputs are useful and reliable.</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Economics</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Throughput and cost determine whether the architecture can scale.</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An optimal design balances the six vectors for a specific business mission and risk tolerance.</a:t>
            </a:r>
          </a:p>
        </p:txBody>
      </p:sp>
    </p:spTree>
    <p:extLst>
      <p:ext uri="{BB962C8B-B14F-4D97-AF65-F5344CB8AC3E}">
        <p14:creationId xmlns:p14="http://schemas.microsoft.com/office/powerpoint/2010/main" val="13371017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Mission Fit Replaced Model-Leaderboard Thinking</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As the market matured, the strongest benchmark score stopped being a sufficient deployment criterion.</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Benchmark mindset</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Ask which model is smartest or largest on a public leaderboard.</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Mission constraints</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Define modality, accuracy, latency, context, throughput, cost, privacy, and risk.</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Architecture decision</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Choose the model, retrieval, tools, deployment, and controls that fit the workload.</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The best enterprise model is the one that meets the mission within operational and governance constraints.</a:t>
            </a:r>
          </a:p>
        </p:txBody>
      </p:sp>
    </p:spTree>
    <p:extLst>
      <p:ext uri="{BB962C8B-B14F-4D97-AF65-F5344CB8AC3E}">
        <p14:creationId xmlns:p14="http://schemas.microsoft.com/office/powerpoint/2010/main" val="34693844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Two Ways to Build Multimodal Systems</a:t>
            </a:r>
          </a:p>
        </p:txBody>
      </p:sp>
      <p:sp>
        <p:nvSpPr>
          <p:cNvPr id="5" name="Editable content rail">
            <a:extLst>
              <a:ext uri="{FF2B5EF4-FFF2-40B4-BE49-F238E27FC236}">
                <a16:creationId xmlns:a16="http://schemas.microsoft.com/office/drawing/2014/main" id="{627191B2-E005-4231-9A55-B57B77A021DA}"/>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806B2377-BB4B-4D4C-A6EA-90B0329F3D1E}"/>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pipeline combines specialized models through explicit interfaces.</a:t>
            </a:r>
          </a:p>
        </p:txBody>
      </p:sp>
      <p:sp>
        <p:nvSpPr>
          <p:cNvPr id="7" name="Editable box: TEXT">
            <a:extLst>
              <a:ext uri="{FF2B5EF4-FFF2-40B4-BE49-F238E27FC236}">
                <a16:creationId xmlns:a16="http://schemas.microsoft.com/office/drawing/2014/main" id="{7DDFE2B8-143B-4C5D-BE17-B27F0495F247}"/>
              </a:ext>
            </a:extLst>
          </p:cNvPr>
          <p:cNvSpPr>
            <a:spLocks noGrp="1"/>
          </p:cNvSpPr>
          <p:nvPr/>
        </p:nvSpPr>
        <p:spPr>
          <a:xfrm>
            <a:off x="966355" y="2243570"/>
            <a:ext cx="1428750" cy="523875"/>
          </a:xfrm>
          <a:prstGeom prst="roundRect">
            <a:avLst>
              <a:gd name="adj" fmla="val 25455"/>
            </a:avLst>
          </a:prstGeom>
          <a:solidFill>
            <a:srgbClr val="EFF5FF"/>
          </a:solidFill>
          <a:ln w="14288">
            <a:solidFill>
              <a:srgbClr val="2F73E8"/>
            </a:solidFill>
            <a:prstDash val="solid"/>
          </a:ln>
        </p:spPr>
        <p:txBody>
          <a:bodyPr anchor="ctr"/>
          <a:lstStyle/>
          <a:p>
            <a:pPr algn="ctr">
              <a:defRPr sz="1425" b="1">
                <a:solidFill>
                  <a:srgbClr val="262626"/>
                </a:solidFill>
              </a:defRPr>
            </a:pPr>
            <a:r>
              <a:rPr sz="1425" b="1">
                <a:solidFill>
                  <a:srgbClr val="262626"/>
                </a:solidFill>
              </a:rPr>
              <a:t>TEXT</a:t>
            </a:r>
          </a:p>
        </p:txBody>
      </p:sp>
      <p:sp>
        <p:nvSpPr>
          <p:cNvPr id="8" name="Editable box: IMAGE">
            <a:extLst>
              <a:ext uri="{FF2B5EF4-FFF2-40B4-BE49-F238E27FC236}">
                <a16:creationId xmlns:a16="http://schemas.microsoft.com/office/drawing/2014/main" id="{89439D82-2CF6-4F47-B86A-66FBD774C6A9}"/>
              </a:ext>
            </a:extLst>
          </p:cNvPr>
          <p:cNvSpPr>
            <a:spLocks noGrp="1"/>
          </p:cNvSpPr>
          <p:nvPr/>
        </p:nvSpPr>
        <p:spPr>
          <a:xfrm>
            <a:off x="952500" y="3114675"/>
            <a:ext cx="1428750" cy="523875"/>
          </a:xfrm>
          <a:prstGeom prst="roundRect">
            <a:avLst>
              <a:gd name="adj" fmla="val 25455"/>
            </a:avLst>
          </a:prstGeom>
          <a:solidFill>
            <a:srgbClr val="FFF4E8"/>
          </a:solidFill>
          <a:ln w="14288">
            <a:solidFill>
              <a:srgbClr val="E85A33"/>
            </a:solidFill>
            <a:prstDash val="solid"/>
          </a:ln>
        </p:spPr>
        <p:txBody>
          <a:bodyPr anchor="ctr"/>
          <a:lstStyle/>
          <a:p>
            <a:pPr algn="ctr">
              <a:defRPr sz="1425" b="1">
                <a:solidFill>
                  <a:srgbClr val="262626"/>
                </a:solidFill>
              </a:defRPr>
            </a:pPr>
            <a:r>
              <a:rPr sz="1425" b="1">
                <a:solidFill>
                  <a:srgbClr val="262626"/>
                </a:solidFill>
              </a:rPr>
              <a:t>IMAGE</a:t>
            </a:r>
          </a:p>
        </p:txBody>
      </p:sp>
      <p:sp>
        <p:nvSpPr>
          <p:cNvPr id="9" name="Editable box: AUDIO">
            <a:extLst>
              <a:ext uri="{FF2B5EF4-FFF2-40B4-BE49-F238E27FC236}">
                <a16:creationId xmlns:a16="http://schemas.microsoft.com/office/drawing/2014/main" id="{911EAB90-4CFE-47B9-A5D8-168D8B57EE65}"/>
              </a:ext>
            </a:extLst>
          </p:cNvPr>
          <p:cNvSpPr>
            <a:spLocks noGrp="1"/>
          </p:cNvSpPr>
          <p:nvPr/>
        </p:nvSpPr>
        <p:spPr>
          <a:xfrm>
            <a:off x="959427" y="4020416"/>
            <a:ext cx="1428750" cy="523875"/>
          </a:xfrm>
          <a:prstGeom prst="roundRect">
            <a:avLst>
              <a:gd name="adj" fmla="val 25455"/>
            </a:avLst>
          </a:prstGeom>
          <a:solidFill>
            <a:srgbClr val="ECF8F1"/>
          </a:solidFill>
          <a:ln w="14288">
            <a:solidFill>
              <a:srgbClr val="2E9B63"/>
            </a:solidFill>
            <a:prstDash val="solid"/>
          </a:ln>
        </p:spPr>
        <p:txBody>
          <a:bodyPr anchor="ctr"/>
          <a:lstStyle/>
          <a:p>
            <a:pPr algn="ctr">
              <a:defRPr sz="1425" b="1">
                <a:solidFill>
                  <a:srgbClr val="262626"/>
                </a:solidFill>
              </a:defRPr>
            </a:pPr>
            <a:r>
              <a:rPr sz="1425" b="1">
                <a:solidFill>
                  <a:srgbClr val="262626"/>
                </a:solidFill>
              </a:rPr>
              <a:t>AUDIO</a:t>
            </a:r>
          </a:p>
        </p:txBody>
      </p:sp>
      <p:sp>
        <p:nvSpPr>
          <p:cNvPr id="10" name="Editable box: VIDEO">
            <a:extLst>
              <a:ext uri="{FF2B5EF4-FFF2-40B4-BE49-F238E27FC236}">
                <a16:creationId xmlns:a16="http://schemas.microsoft.com/office/drawing/2014/main" id="{212C9889-744D-462A-9C4E-659C99AFD78B}"/>
              </a:ext>
            </a:extLst>
          </p:cNvPr>
          <p:cNvSpPr>
            <a:spLocks noGrp="1"/>
          </p:cNvSpPr>
          <p:nvPr/>
        </p:nvSpPr>
        <p:spPr>
          <a:xfrm>
            <a:off x="952500" y="4815320"/>
            <a:ext cx="1428750" cy="523875"/>
          </a:xfrm>
          <a:prstGeom prst="roundRect">
            <a:avLst>
              <a:gd name="adj" fmla="val 25455"/>
            </a:avLst>
          </a:prstGeom>
          <a:solidFill>
            <a:srgbClr val="F4F0FF"/>
          </a:solidFill>
          <a:ln w="14288">
            <a:solidFill>
              <a:srgbClr val="7457C8"/>
            </a:solidFill>
            <a:prstDash val="solid"/>
          </a:ln>
        </p:spPr>
        <p:txBody>
          <a:bodyPr anchor="ctr"/>
          <a:lstStyle/>
          <a:p>
            <a:pPr algn="ctr">
              <a:defRPr sz="1425" b="1">
                <a:solidFill>
                  <a:srgbClr val="262626"/>
                </a:solidFill>
              </a:defRPr>
            </a:pPr>
            <a:r>
              <a:rPr sz="1425" b="1">
                <a:solidFill>
                  <a:srgbClr val="262626"/>
                </a:solidFill>
              </a:rPr>
              <a:t>VIDEO</a:t>
            </a:r>
          </a:p>
        </p:txBody>
      </p:sp>
      <p:sp>
        <p:nvSpPr>
          <p:cNvPr id="11" name="Editable box: Specialized&#10;encoders">
            <a:extLst>
              <a:ext uri="{FF2B5EF4-FFF2-40B4-BE49-F238E27FC236}">
                <a16:creationId xmlns:a16="http://schemas.microsoft.com/office/drawing/2014/main" id="{C38F841B-2043-4372-B711-E6AEA8FF956F}"/>
              </a:ext>
            </a:extLst>
          </p:cNvPr>
          <p:cNvSpPr>
            <a:spLocks noGrp="1"/>
          </p:cNvSpPr>
          <p:nvPr/>
        </p:nvSpPr>
        <p:spPr>
          <a:xfrm>
            <a:off x="3938153" y="2210710"/>
            <a:ext cx="2176896" cy="613064"/>
          </a:xfrm>
          <a:prstGeom prst="roundRect">
            <a:avLst>
              <a:gd name="adj" fmla="val 7778"/>
            </a:avLst>
          </a:prstGeom>
          <a:solidFill>
            <a:srgbClr val="EFF5FF"/>
          </a:solidFill>
          <a:ln w="14288">
            <a:solidFill>
              <a:srgbClr val="2F73E8"/>
            </a:solidFill>
            <a:prstDash val="solid"/>
          </a:ln>
        </p:spPr>
        <p:txBody>
          <a:bodyPr anchor="ctr"/>
          <a:lstStyle/>
          <a:p>
            <a:pPr algn="ctr">
              <a:defRPr sz="1425" b="1">
                <a:solidFill>
                  <a:srgbClr val="262626"/>
                </a:solidFill>
              </a:defRPr>
            </a:pPr>
            <a:r>
              <a:rPr sz="1425" b="1">
                <a:solidFill>
                  <a:srgbClr val="262626"/>
                </a:solidFill>
              </a:rPr>
              <a:t>Specialized</a:t>
            </a:r>
          </a:p>
          <a:p>
            <a:pPr algn="ctr">
              <a:defRPr sz="1425" b="1">
                <a:solidFill>
                  <a:srgbClr val="262626"/>
                </a:solidFill>
              </a:defRPr>
            </a:pPr>
            <a:r>
              <a:rPr sz="1425" b="1">
                <a:solidFill>
                  <a:srgbClr val="262626"/>
                </a:solidFill>
              </a:rPr>
              <a:t>encoders</a:t>
            </a:r>
          </a:p>
        </p:txBody>
      </p:sp>
      <p:cxnSp>
        <p:nvCxnSpPr>
          <p:cNvPr id="29" name="Straight Arrow Connector 28"/>
          <p:cNvCxnSpPr>
            <a:stCxn id="7" idx="3"/>
            <a:endCxn id="11" idx="1"/>
          </p:cNvCxnSpPr>
          <p:nvPr/>
        </p:nvCxnSpPr>
        <p:spPr>
          <a:xfrm>
            <a:off x="2395105" y="2505508"/>
            <a:ext cx="1543048" cy="11734"/>
          </a:xfrm>
          <a:prstGeom prst="straightConnector1">
            <a:avLst/>
          </a:prstGeom>
          <a:ln w="19050">
            <a:solidFill>
              <a:srgbClr val="5E6875"/>
            </a:solidFill>
            <a:prstDash val="solid"/>
            <a:headEnd type="none" w="med" len="med"/>
            <a:tailEnd type="arrow" w="med" len="med"/>
          </a:ln>
        </p:spPr>
      </p:cxnSp>
      <p:cxnSp>
        <p:nvCxnSpPr>
          <p:cNvPr id="30" name="Straight Arrow Connector 29"/>
          <p:cNvCxnSpPr>
            <a:cxnSpLocks/>
            <a:stCxn id="8" idx="3"/>
            <a:endCxn id="2" idx="1"/>
          </p:cNvCxnSpPr>
          <p:nvPr/>
        </p:nvCxnSpPr>
        <p:spPr>
          <a:xfrm flipV="1">
            <a:off x="2381250" y="3374446"/>
            <a:ext cx="1621505" cy="2167"/>
          </a:xfrm>
          <a:prstGeom prst="straightConnector1">
            <a:avLst/>
          </a:prstGeom>
          <a:ln w="19050">
            <a:solidFill>
              <a:srgbClr val="5E6875"/>
            </a:solidFill>
            <a:prstDash val="solid"/>
            <a:headEnd type="none" w="med" len="med"/>
            <a:tailEnd type="arrow" w="med" len="med"/>
          </a:ln>
        </p:spPr>
      </p:cxnSp>
      <p:cxnSp>
        <p:nvCxnSpPr>
          <p:cNvPr id="31" name="Straight Arrow Connector 30"/>
          <p:cNvCxnSpPr>
            <a:cxnSpLocks/>
            <a:stCxn id="9" idx="3"/>
            <a:endCxn id="3" idx="1"/>
          </p:cNvCxnSpPr>
          <p:nvPr/>
        </p:nvCxnSpPr>
        <p:spPr>
          <a:xfrm flipV="1">
            <a:off x="2388177" y="4281922"/>
            <a:ext cx="1605395" cy="432"/>
          </a:xfrm>
          <a:prstGeom prst="straightConnector1">
            <a:avLst/>
          </a:prstGeom>
          <a:ln w="19050">
            <a:solidFill>
              <a:srgbClr val="5E6875"/>
            </a:solidFill>
            <a:prstDash val="solid"/>
            <a:headEnd type="none" w="med" len="med"/>
            <a:tailEnd type="arrow" w="med" len="med"/>
          </a:ln>
        </p:spPr>
      </p:cxnSp>
      <p:cxnSp>
        <p:nvCxnSpPr>
          <p:cNvPr id="32" name="Straight Arrow Connector 31"/>
          <p:cNvCxnSpPr>
            <a:cxnSpLocks/>
            <a:stCxn id="10" idx="3"/>
            <a:endCxn id="12" idx="1"/>
          </p:cNvCxnSpPr>
          <p:nvPr/>
        </p:nvCxnSpPr>
        <p:spPr>
          <a:xfrm>
            <a:off x="2381250" y="5077258"/>
            <a:ext cx="1605395" cy="13466"/>
          </a:xfrm>
          <a:prstGeom prst="straightConnector1">
            <a:avLst/>
          </a:prstGeom>
          <a:ln w="19050">
            <a:solidFill>
              <a:srgbClr val="5E6875"/>
            </a:solidFill>
            <a:prstDash val="solid"/>
            <a:headEnd type="none" w="med" len="med"/>
            <a:tailEnd type="arrow" w="med" len="med"/>
          </a:ln>
        </p:spPr>
      </p:cxnSp>
      <p:sp>
        <p:nvSpPr>
          <p:cNvPr id="16" name="Editable box: LLM + tools">
            <a:extLst>
              <a:ext uri="{FF2B5EF4-FFF2-40B4-BE49-F238E27FC236}">
                <a16:creationId xmlns:a16="http://schemas.microsoft.com/office/drawing/2014/main" id="{06764F0F-58C6-4A63-AE76-538918E9F3D1}"/>
              </a:ext>
            </a:extLst>
          </p:cNvPr>
          <p:cNvSpPr>
            <a:spLocks noGrp="1"/>
          </p:cNvSpPr>
          <p:nvPr/>
        </p:nvSpPr>
        <p:spPr>
          <a:xfrm>
            <a:off x="7239000" y="3286125"/>
            <a:ext cx="2000250" cy="1143000"/>
          </a:xfrm>
          <a:prstGeom prst="roundRect">
            <a:avLst>
              <a:gd name="adj" fmla="val 11667"/>
            </a:avLst>
          </a:prstGeom>
          <a:solidFill>
            <a:srgbClr val="FFF4E8"/>
          </a:solidFill>
          <a:ln w="14288">
            <a:solidFill>
              <a:srgbClr val="E85A33"/>
            </a:solidFill>
            <a:prstDash val="solid"/>
          </a:ln>
        </p:spPr>
        <p:txBody>
          <a:bodyPr anchor="ctr"/>
          <a:lstStyle/>
          <a:p>
            <a:pPr algn="ctr">
              <a:defRPr sz="1875" b="1">
                <a:solidFill>
                  <a:srgbClr val="E85A33"/>
                </a:solidFill>
              </a:defRPr>
            </a:pPr>
            <a:r>
              <a:rPr sz="1875" b="1">
                <a:solidFill>
                  <a:srgbClr val="E85A33"/>
                </a:solidFill>
              </a:rPr>
              <a:t>LLM + tools</a:t>
            </a:r>
          </a:p>
        </p:txBody>
      </p:sp>
      <p:cxnSp>
        <p:nvCxnSpPr>
          <p:cNvPr id="34" name="Straight Arrow Connector 33"/>
          <p:cNvCxnSpPr>
            <a:stCxn id="11" idx="3"/>
            <a:endCxn id="16" idx="1"/>
          </p:cNvCxnSpPr>
          <p:nvPr/>
        </p:nvCxnSpPr>
        <p:spPr>
          <a:xfrm>
            <a:off x="6115049" y="2517242"/>
            <a:ext cx="1123951" cy="1340383"/>
          </a:xfrm>
          <a:prstGeom prst="straightConnector1">
            <a:avLst/>
          </a:prstGeom>
          <a:ln w="19050">
            <a:solidFill>
              <a:srgbClr val="5E6875"/>
            </a:solidFill>
            <a:prstDash val="solid"/>
            <a:headEnd type="none" w="med" len="med"/>
            <a:tailEnd type="arrow" w="med" len="med"/>
          </a:ln>
        </p:spPr>
      </p:cxnSp>
      <p:sp>
        <p:nvSpPr>
          <p:cNvPr id="18" name="Editable box: Decision">
            <a:extLst>
              <a:ext uri="{FF2B5EF4-FFF2-40B4-BE49-F238E27FC236}">
                <a16:creationId xmlns:a16="http://schemas.microsoft.com/office/drawing/2014/main" id="{A7EFC137-F9CC-477D-901F-F02FD170FEAD}"/>
              </a:ext>
            </a:extLst>
          </p:cNvPr>
          <p:cNvSpPr>
            <a:spLocks noGrp="1"/>
          </p:cNvSpPr>
          <p:nvPr/>
        </p:nvSpPr>
        <p:spPr>
          <a:xfrm>
            <a:off x="10001250" y="3476625"/>
            <a:ext cx="1333500" cy="762000"/>
          </a:xfrm>
          <a:prstGeom prst="roundRect">
            <a:avLst>
              <a:gd name="adj" fmla="val 17500"/>
            </a:avLst>
          </a:prstGeom>
          <a:solidFill>
            <a:srgbClr val="ECF8F1"/>
          </a:solidFill>
          <a:ln w="14288">
            <a:solidFill>
              <a:srgbClr val="2E9B63"/>
            </a:solidFill>
            <a:prstDash val="solid"/>
          </a:ln>
        </p:spPr>
        <p:txBody>
          <a:bodyPr anchor="ctr"/>
          <a:lstStyle/>
          <a:p>
            <a:pPr algn="ctr">
              <a:defRPr sz="1500" b="1">
                <a:solidFill>
                  <a:srgbClr val="2E9B63"/>
                </a:solidFill>
              </a:defRPr>
            </a:pPr>
            <a:r>
              <a:rPr sz="1500" b="1">
                <a:solidFill>
                  <a:srgbClr val="2E9B63"/>
                </a:solidFill>
              </a:rPr>
              <a:t>Decision</a:t>
            </a:r>
          </a:p>
        </p:txBody>
      </p:sp>
      <p:cxnSp>
        <p:nvCxnSpPr>
          <p:cNvPr id="36" name="Straight Arrow Connector 35"/>
          <p:cNvCxnSpPr>
            <a:stCxn id="16" idx="3"/>
            <a:endCxn id="18" idx="1"/>
          </p:cNvCxnSpPr>
          <p:nvPr/>
        </p:nvCxnSpPr>
        <p:spPr>
          <a:xfrm>
            <a:off x="9239250" y="3857625"/>
            <a:ext cx="762000" cy="0"/>
          </a:xfrm>
          <a:prstGeom prst="straightConnector1">
            <a:avLst/>
          </a:prstGeom>
          <a:ln w="19050">
            <a:solidFill>
              <a:srgbClr val="5E6875"/>
            </a:solidFill>
            <a:prstDash val="solid"/>
            <a:headEnd type="none" w="med" len="med"/>
            <a:tailEnd type="arrow" w="med" len="med"/>
          </a:ln>
        </p:spPr>
      </p:cxnSp>
      <p:sp>
        <p:nvSpPr>
          <p:cNvPr id="20" name="Editable box: Pipelines offer modular control but add integration and latency overhead.">
            <a:extLst>
              <a:ext uri="{FF2B5EF4-FFF2-40B4-BE49-F238E27FC236}">
                <a16:creationId xmlns:a16="http://schemas.microsoft.com/office/drawing/2014/main" id="{38BF0D4E-CFC0-4A08-9548-6128003FB69B}"/>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Pipelines offer modular control but add integration and latency overhead.</a:t>
            </a:r>
          </a:p>
        </p:txBody>
      </p:sp>
      <p:sp>
        <p:nvSpPr>
          <p:cNvPr id="2" name="Editable box: Specialized&#10;encoders">
            <a:extLst>
              <a:ext uri="{FF2B5EF4-FFF2-40B4-BE49-F238E27FC236}">
                <a16:creationId xmlns:a16="http://schemas.microsoft.com/office/drawing/2014/main" id="{55A1F652-C1B1-9DC1-60B5-B8352BD722BF}"/>
              </a:ext>
            </a:extLst>
          </p:cNvPr>
          <p:cNvSpPr>
            <a:spLocks noGrp="1"/>
          </p:cNvSpPr>
          <p:nvPr/>
        </p:nvSpPr>
        <p:spPr>
          <a:xfrm>
            <a:off x="4002755" y="3067914"/>
            <a:ext cx="2176896" cy="613064"/>
          </a:xfrm>
          <a:prstGeom prst="roundRect">
            <a:avLst>
              <a:gd name="adj" fmla="val 7778"/>
            </a:avLst>
          </a:prstGeom>
          <a:solidFill>
            <a:srgbClr val="FFF4E8"/>
          </a:solidFill>
          <a:ln w="14288">
            <a:solidFill>
              <a:srgbClr val="E85A33"/>
            </a:solidFill>
            <a:prstDash val="solid"/>
          </a:ln>
        </p:spPr>
        <p:txBody>
          <a:bodyPr anchor="ctr"/>
          <a:lstStyle/>
          <a:p>
            <a:pPr algn="ctr">
              <a:defRPr sz="1425" b="1">
                <a:solidFill>
                  <a:srgbClr val="262626"/>
                </a:solidFill>
              </a:defRPr>
            </a:pPr>
            <a:r>
              <a:rPr sz="1425" b="1">
                <a:solidFill>
                  <a:srgbClr val="262626"/>
                </a:solidFill>
              </a:rPr>
              <a:t>Specialized</a:t>
            </a:r>
          </a:p>
          <a:p>
            <a:pPr algn="ctr">
              <a:defRPr sz="1425" b="1">
                <a:solidFill>
                  <a:srgbClr val="262626"/>
                </a:solidFill>
              </a:defRPr>
            </a:pPr>
            <a:r>
              <a:rPr sz="1425" b="1">
                <a:solidFill>
                  <a:srgbClr val="262626"/>
                </a:solidFill>
              </a:rPr>
              <a:t>encoders</a:t>
            </a:r>
          </a:p>
        </p:txBody>
      </p:sp>
      <p:sp>
        <p:nvSpPr>
          <p:cNvPr id="3" name="Editable box: Specialized&#10;encoders">
            <a:extLst>
              <a:ext uri="{FF2B5EF4-FFF2-40B4-BE49-F238E27FC236}">
                <a16:creationId xmlns:a16="http://schemas.microsoft.com/office/drawing/2014/main" id="{499C15FF-5255-DD5B-1E29-D0AE88B1321E}"/>
              </a:ext>
            </a:extLst>
          </p:cNvPr>
          <p:cNvSpPr>
            <a:spLocks noGrp="1"/>
          </p:cNvSpPr>
          <p:nvPr/>
        </p:nvSpPr>
        <p:spPr>
          <a:xfrm>
            <a:off x="3993572" y="3975390"/>
            <a:ext cx="2176896" cy="613064"/>
          </a:xfrm>
          <a:prstGeom prst="roundRect">
            <a:avLst>
              <a:gd name="adj" fmla="val 7778"/>
            </a:avLst>
          </a:prstGeom>
          <a:solidFill>
            <a:srgbClr val="ECF8F1"/>
          </a:solidFill>
          <a:ln w="14288">
            <a:solidFill>
              <a:srgbClr val="2E9B63"/>
            </a:solidFill>
            <a:prstDash val="solid"/>
          </a:ln>
        </p:spPr>
        <p:txBody>
          <a:bodyPr anchor="ctr"/>
          <a:lstStyle/>
          <a:p>
            <a:pPr algn="ctr">
              <a:defRPr sz="1425" b="1">
                <a:solidFill>
                  <a:srgbClr val="262626"/>
                </a:solidFill>
              </a:defRPr>
            </a:pPr>
            <a:r>
              <a:rPr sz="1425" b="1">
                <a:solidFill>
                  <a:srgbClr val="262626"/>
                </a:solidFill>
              </a:rPr>
              <a:t>Specialized</a:t>
            </a:r>
          </a:p>
          <a:p>
            <a:pPr algn="ctr">
              <a:defRPr sz="1425" b="1">
                <a:solidFill>
                  <a:srgbClr val="262626"/>
                </a:solidFill>
              </a:defRPr>
            </a:pPr>
            <a:r>
              <a:rPr sz="1425" b="1">
                <a:solidFill>
                  <a:srgbClr val="262626"/>
                </a:solidFill>
              </a:rPr>
              <a:t>encoders</a:t>
            </a:r>
          </a:p>
        </p:txBody>
      </p:sp>
      <p:sp>
        <p:nvSpPr>
          <p:cNvPr id="12" name="Editable box: Specialized&#10;encoders">
            <a:extLst>
              <a:ext uri="{FF2B5EF4-FFF2-40B4-BE49-F238E27FC236}">
                <a16:creationId xmlns:a16="http://schemas.microsoft.com/office/drawing/2014/main" id="{482D515F-BD5E-1989-B7BA-9AD8B968DF06}"/>
              </a:ext>
            </a:extLst>
          </p:cNvPr>
          <p:cNvSpPr>
            <a:spLocks noGrp="1"/>
          </p:cNvSpPr>
          <p:nvPr/>
        </p:nvSpPr>
        <p:spPr>
          <a:xfrm>
            <a:off x="3986645" y="4784192"/>
            <a:ext cx="2176896" cy="613064"/>
          </a:xfrm>
          <a:prstGeom prst="roundRect">
            <a:avLst>
              <a:gd name="adj" fmla="val 7778"/>
            </a:avLst>
          </a:prstGeom>
          <a:solidFill>
            <a:srgbClr val="F4F0FF"/>
          </a:solidFill>
          <a:ln w="14288">
            <a:solidFill>
              <a:srgbClr val="7457C8"/>
            </a:solidFill>
            <a:prstDash val="solid"/>
          </a:ln>
        </p:spPr>
        <p:txBody>
          <a:bodyPr anchor="ctr"/>
          <a:lstStyle/>
          <a:p>
            <a:pPr algn="ctr">
              <a:defRPr sz="1425" b="1">
                <a:solidFill>
                  <a:srgbClr val="262626"/>
                </a:solidFill>
              </a:defRPr>
            </a:pPr>
            <a:r>
              <a:rPr sz="1425" b="1">
                <a:solidFill>
                  <a:srgbClr val="262626"/>
                </a:solidFill>
              </a:rPr>
              <a:t>Specialized</a:t>
            </a:r>
          </a:p>
          <a:p>
            <a:pPr algn="ctr">
              <a:defRPr sz="1425" b="1">
                <a:solidFill>
                  <a:srgbClr val="262626"/>
                </a:solidFill>
              </a:defRPr>
            </a:pPr>
            <a:r>
              <a:rPr sz="1425" b="1">
                <a:solidFill>
                  <a:srgbClr val="262626"/>
                </a:solidFill>
              </a:rPr>
              <a:t>encoders</a:t>
            </a:r>
          </a:p>
        </p:txBody>
      </p:sp>
      <p:cxnSp>
        <p:nvCxnSpPr>
          <p:cNvPr id="13" name="Straight Arrow Connector 33">
            <a:extLst>
              <a:ext uri="{FF2B5EF4-FFF2-40B4-BE49-F238E27FC236}">
                <a16:creationId xmlns:a16="http://schemas.microsoft.com/office/drawing/2014/main" id="{9EF65D76-B2CE-294C-A2FA-EE19DFDA0BC9}"/>
              </a:ext>
            </a:extLst>
          </p:cNvPr>
          <p:cNvCxnSpPr>
            <a:cxnSpLocks/>
            <a:stCxn id="2" idx="3"/>
          </p:cNvCxnSpPr>
          <p:nvPr/>
        </p:nvCxnSpPr>
        <p:spPr>
          <a:xfrm>
            <a:off x="6179651" y="3374446"/>
            <a:ext cx="1066276" cy="476251"/>
          </a:xfrm>
          <a:prstGeom prst="straightConnector1">
            <a:avLst/>
          </a:prstGeom>
          <a:ln w="19050">
            <a:solidFill>
              <a:srgbClr val="5E6875"/>
            </a:solidFill>
            <a:prstDash val="solid"/>
            <a:headEnd type="none" w="med" len="med"/>
            <a:tailEnd type="arrow" w="med" len="med"/>
          </a:ln>
        </p:spPr>
      </p:cxnSp>
      <p:cxnSp>
        <p:nvCxnSpPr>
          <p:cNvPr id="14" name="Straight Arrow Connector 33">
            <a:extLst>
              <a:ext uri="{FF2B5EF4-FFF2-40B4-BE49-F238E27FC236}">
                <a16:creationId xmlns:a16="http://schemas.microsoft.com/office/drawing/2014/main" id="{75D9569F-E120-7006-D40F-628B7EB2FB22}"/>
              </a:ext>
            </a:extLst>
          </p:cNvPr>
          <p:cNvCxnSpPr>
            <a:cxnSpLocks/>
          </p:cNvCxnSpPr>
          <p:nvPr/>
        </p:nvCxnSpPr>
        <p:spPr>
          <a:xfrm flipV="1">
            <a:off x="6177396" y="3871479"/>
            <a:ext cx="1047749" cy="391390"/>
          </a:xfrm>
          <a:prstGeom prst="straightConnector1">
            <a:avLst/>
          </a:prstGeom>
          <a:ln w="19050">
            <a:solidFill>
              <a:srgbClr val="5E6875"/>
            </a:solidFill>
            <a:prstDash val="solid"/>
            <a:headEnd type="none" w="med" len="med"/>
            <a:tailEnd type="arrow" w="med" len="med"/>
          </a:ln>
        </p:spPr>
      </p:cxnSp>
      <p:cxnSp>
        <p:nvCxnSpPr>
          <p:cNvPr id="15" name="Straight Arrow Connector 33">
            <a:extLst>
              <a:ext uri="{FF2B5EF4-FFF2-40B4-BE49-F238E27FC236}">
                <a16:creationId xmlns:a16="http://schemas.microsoft.com/office/drawing/2014/main" id="{6C13950C-A92A-83E6-9D56-8635814F101A}"/>
              </a:ext>
            </a:extLst>
          </p:cNvPr>
          <p:cNvCxnSpPr>
            <a:cxnSpLocks/>
            <a:stCxn id="12" idx="3"/>
            <a:endCxn id="16" idx="1"/>
          </p:cNvCxnSpPr>
          <p:nvPr/>
        </p:nvCxnSpPr>
        <p:spPr>
          <a:xfrm flipV="1">
            <a:off x="6163541" y="3857625"/>
            <a:ext cx="1075459" cy="1233099"/>
          </a:xfrm>
          <a:prstGeom prst="straightConnector1">
            <a:avLst/>
          </a:prstGeom>
          <a:ln w="19050">
            <a:solidFill>
              <a:srgbClr val="5E6875"/>
            </a:solidFill>
            <a:prstDash val="solid"/>
            <a:headEnd type="none" w="med" len="med"/>
            <a:tailEnd type="arrow" w="med" len="med"/>
          </a:ln>
        </p:spPr>
      </p:cxnSp>
    </p:spTree>
    <p:extLst>
      <p:ext uri="{BB962C8B-B14F-4D97-AF65-F5344CB8AC3E}">
        <p14:creationId xmlns:p14="http://schemas.microsoft.com/office/powerpoint/2010/main" val="34483982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Pipeline vs Native Multimodality: Key Trade-offs</a:t>
            </a:r>
          </a:p>
        </p:txBody>
      </p:sp>
      <p:sp>
        <p:nvSpPr>
          <p:cNvPr id="5" name="Editable content rail">
            <a:extLst>
              <a:ext uri="{FF2B5EF4-FFF2-40B4-BE49-F238E27FC236}">
                <a16:creationId xmlns:a16="http://schemas.microsoft.com/office/drawing/2014/main" id="{6CF4E5A3-EAE2-4037-9096-DF2416E27D0E}"/>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5FE90EFF-2560-4E8C-B86B-34B2CFDA4884}"/>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Native multimodality learns joint representations inside one model.</a:t>
            </a:r>
          </a:p>
        </p:txBody>
      </p:sp>
      <p:sp>
        <p:nvSpPr>
          <p:cNvPr id="7" name="Editable box: TEXT">
            <a:extLst>
              <a:ext uri="{FF2B5EF4-FFF2-40B4-BE49-F238E27FC236}">
                <a16:creationId xmlns:a16="http://schemas.microsoft.com/office/drawing/2014/main" id="{F5F3082E-830A-469F-902F-1E5BEBE7F264}"/>
              </a:ext>
            </a:extLst>
          </p:cNvPr>
          <p:cNvSpPr>
            <a:spLocks noGrp="1"/>
          </p:cNvSpPr>
          <p:nvPr/>
        </p:nvSpPr>
        <p:spPr>
          <a:xfrm>
            <a:off x="952500" y="2333625"/>
            <a:ext cx="1428750" cy="523875"/>
          </a:xfrm>
          <a:prstGeom prst="roundRect">
            <a:avLst>
              <a:gd name="adj" fmla="val 25455"/>
            </a:avLst>
          </a:prstGeom>
          <a:solidFill>
            <a:srgbClr val="EFF5FF"/>
          </a:solidFill>
          <a:ln w="14288">
            <a:solidFill>
              <a:srgbClr val="2F73E8"/>
            </a:solidFill>
            <a:prstDash val="solid"/>
          </a:ln>
        </p:spPr>
        <p:txBody>
          <a:bodyPr anchor="ctr"/>
          <a:lstStyle/>
          <a:p>
            <a:pPr algn="ctr">
              <a:defRPr sz="1425" b="1">
                <a:solidFill>
                  <a:srgbClr val="262626"/>
                </a:solidFill>
              </a:defRPr>
            </a:pPr>
            <a:r>
              <a:rPr sz="1425" b="1">
                <a:solidFill>
                  <a:srgbClr val="262626"/>
                </a:solidFill>
              </a:rPr>
              <a:t>TEXT</a:t>
            </a:r>
          </a:p>
        </p:txBody>
      </p:sp>
      <p:sp>
        <p:nvSpPr>
          <p:cNvPr id="8" name="Editable box: IMAGE">
            <a:extLst>
              <a:ext uri="{FF2B5EF4-FFF2-40B4-BE49-F238E27FC236}">
                <a16:creationId xmlns:a16="http://schemas.microsoft.com/office/drawing/2014/main" id="{E6B12D32-0FC0-4BEF-B0D3-324A5AD1368C}"/>
              </a:ext>
            </a:extLst>
          </p:cNvPr>
          <p:cNvSpPr>
            <a:spLocks noGrp="1"/>
          </p:cNvSpPr>
          <p:nvPr/>
        </p:nvSpPr>
        <p:spPr>
          <a:xfrm>
            <a:off x="952500" y="3114675"/>
            <a:ext cx="1428750" cy="523875"/>
          </a:xfrm>
          <a:prstGeom prst="roundRect">
            <a:avLst>
              <a:gd name="adj" fmla="val 25455"/>
            </a:avLst>
          </a:prstGeom>
          <a:solidFill>
            <a:srgbClr val="FFF4E8"/>
          </a:solidFill>
          <a:ln w="14288">
            <a:solidFill>
              <a:srgbClr val="E85A33"/>
            </a:solidFill>
            <a:prstDash val="solid"/>
          </a:ln>
        </p:spPr>
        <p:txBody>
          <a:bodyPr anchor="ctr"/>
          <a:lstStyle/>
          <a:p>
            <a:pPr algn="ctr">
              <a:defRPr sz="1425" b="1">
                <a:solidFill>
                  <a:srgbClr val="262626"/>
                </a:solidFill>
              </a:defRPr>
            </a:pPr>
            <a:r>
              <a:rPr sz="1425" b="1">
                <a:solidFill>
                  <a:srgbClr val="262626"/>
                </a:solidFill>
              </a:rPr>
              <a:t>IMAGE</a:t>
            </a:r>
          </a:p>
        </p:txBody>
      </p:sp>
      <p:sp>
        <p:nvSpPr>
          <p:cNvPr id="9" name="Editable box: AUDIO">
            <a:extLst>
              <a:ext uri="{FF2B5EF4-FFF2-40B4-BE49-F238E27FC236}">
                <a16:creationId xmlns:a16="http://schemas.microsoft.com/office/drawing/2014/main" id="{D3801CA3-1039-4399-9CEE-CEDFEE8B5AE1}"/>
              </a:ext>
            </a:extLst>
          </p:cNvPr>
          <p:cNvSpPr>
            <a:spLocks noGrp="1"/>
          </p:cNvSpPr>
          <p:nvPr/>
        </p:nvSpPr>
        <p:spPr>
          <a:xfrm>
            <a:off x="952500" y="3895725"/>
            <a:ext cx="1428750" cy="523875"/>
          </a:xfrm>
          <a:prstGeom prst="roundRect">
            <a:avLst>
              <a:gd name="adj" fmla="val 25455"/>
            </a:avLst>
          </a:prstGeom>
          <a:solidFill>
            <a:srgbClr val="ECF8F1"/>
          </a:solidFill>
          <a:ln w="14288">
            <a:solidFill>
              <a:srgbClr val="2E9B63"/>
            </a:solidFill>
            <a:prstDash val="solid"/>
          </a:ln>
        </p:spPr>
        <p:txBody>
          <a:bodyPr anchor="ctr"/>
          <a:lstStyle/>
          <a:p>
            <a:pPr algn="ctr">
              <a:defRPr sz="1425" b="1">
                <a:solidFill>
                  <a:srgbClr val="262626"/>
                </a:solidFill>
              </a:defRPr>
            </a:pPr>
            <a:r>
              <a:rPr sz="1425" b="1">
                <a:solidFill>
                  <a:srgbClr val="262626"/>
                </a:solidFill>
              </a:rPr>
              <a:t>AUDIO</a:t>
            </a:r>
          </a:p>
        </p:txBody>
      </p:sp>
      <p:sp>
        <p:nvSpPr>
          <p:cNvPr id="10" name="Editable box: VIDEO">
            <a:extLst>
              <a:ext uri="{FF2B5EF4-FFF2-40B4-BE49-F238E27FC236}">
                <a16:creationId xmlns:a16="http://schemas.microsoft.com/office/drawing/2014/main" id="{6235921F-1B9E-4DF0-95EC-6606CFC908D1}"/>
              </a:ext>
            </a:extLst>
          </p:cNvPr>
          <p:cNvSpPr>
            <a:spLocks noGrp="1"/>
          </p:cNvSpPr>
          <p:nvPr/>
        </p:nvSpPr>
        <p:spPr>
          <a:xfrm>
            <a:off x="952500" y="4676775"/>
            <a:ext cx="1428750" cy="523875"/>
          </a:xfrm>
          <a:prstGeom prst="roundRect">
            <a:avLst>
              <a:gd name="adj" fmla="val 25455"/>
            </a:avLst>
          </a:prstGeom>
          <a:solidFill>
            <a:srgbClr val="F4F0FF"/>
          </a:solidFill>
          <a:ln w="14288">
            <a:solidFill>
              <a:srgbClr val="7457C8"/>
            </a:solidFill>
            <a:prstDash val="solid"/>
          </a:ln>
        </p:spPr>
        <p:txBody>
          <a:bodyPr anchor="ctr"/>
          <a:lstStyle/>
          <a:p>
            <a:pPr algn="ctr">
              <a:defRPr sz="1425" b="1">
                <a:solidFill>
                  <a:srgbClr val="262626"/>
                </a:solidFill>
              </a:defRPr>
            </a:pPr>
            <a:r>
              <a:rPr sz="1425" b="1">
                <a:solidFill>
                  <a:srgbClr val="262626"/>
                </a:solidFill>
              </a:rPr>
              <a:t>VIDEO</a:t>
            </a:r>
          </a:p>
        </p:txBody>
      </p:sp>
      <p:sp>
        <p:nvSpPr>
          <p:cNvPr id="11" name="Editable box: NATIVE&#10;MULTIMODAL MODEL">
            <a:extLst>
              <a:ext uri="{FF2B5EF4-FFF2-40B4-BE49-F238E27FC236}">
                <a16:creationId xmlns:a16="http://schemas.microsoft.com/office/drawing/2014/main" id="{9C9916AC-9E84-4E75-B960-388433669501}"/>
              </a:ext>
            </a:extLst>
          </p:cNvPr>
          <p:cNvSpPr>
            <a:spLocks noGrp="1"/>
          </p:cNvSpPr>
          <p:nvPr/>
        </p:nvSpPr>
        <p:spPr>
          <a:xfrm>
            <a:off x="4476750" y="3000375"/>
            <a:ext cx="3524250" cy="1714500"/>
          </a:xfrm>
          <a:prstGeom prst="roundRect">
            <a:avLst>
              <a:gd name="adj" fmla="val 7778"/>
            </a:avLst>
          </a:prstGeom>
          <a:solidFill>
            <a:srgbClr val="F4F0FF"/>
          </a:solidFill>
          <a:ln w="14288">
            <a:solidFill>
              <a:srgbClr val="7457C8"/>
            </a:solidFill>
            <a:prstDash val="solid"/>
          </a:ln>
        </p:spPr>
        <p:txBody>
          <a:bodyPr anchor="ctr"/>
          <a:lstStyle/>
          <a:p>
            <a:pPr algn="ctr">
              <a:defRPr sz="2025" b="1">
                <a:solidFill>
                  <a:srgbClr val="7457C8"/>
                </a:solidFill>
              </a:defRPr>
            </a:pPr>
            <a:r>
              <a:rPr sz="2025" b="1">
                <a:solidFill>
                  <a:srgbClr val="7457C8"/>
                </a:solidFill>
              </a:rPr>
              <a:t>NATIVE</a:t>
            </a:r>
          </a:p>
          <a:p>
            <a:pPr algn="ctr">
              <a:defRPr sz="2025" b="1">
                <a:solidFill>
                  <a:srgbClr val="7457C8"/>
                </a:solidFill>
              </a:defRPr>
            </a:pPr>
            <a:r>
              <a:rPr sz="2025" b="1">
                <a:solidFill>
                  <a:srgbClr val="7457C8"/>
                </a:solidFill>
              </a:rPr>
              <a:t>MULTIMODAL MODEL</a:t>
            </a:r>
          </a:p>
        </p:txBody>
      </p:sp>
      <p:cxnSp>
        <p:nvCxnSpPr>
          <p:cNvPr id="27" name="Straight Arrow Connector 26"/>
          <p:cNvCxnSpPr>
            <a:stCxn id="7" idx="3"/>
            <a:endCxn id="11" idx="1"/>
          </p:cNvCxnSpPr>
          <p:nvPr/>
        </p:nvCxnSpPr>
        <p:spPr>
          <a:xfrm>
            <a:off x="2381250" y="2595563"/>
            <a:ext cx="2095500" cy="1262063"/>
          </a:xfrm>
          <a:prstGeom prst="straightConnector1">
            <a:avLst/>
          </a:prstGeom>
          <a:ln w="19050">
            <a:solidFill>
              <a:srgbClr val="5E6875"/>
            </a:solidFill>
            <a:prstDash val="solid"/>
            <a:headEnd type="none" w="med" len="med"/>
            <a:tailEnd type="arrow" w="med" len="med"/>
          </a:ln>
        </p:spPr>
      </p:cxnSp>
      <p:cxnSp>
        <p:nvCxnSpPr>
          <p:cNvPr id="28" name="Straight Arrow Connector 27"/>
          <p:cNvCxnSpPr>
            <a:stCxn id="8" idx="3"/>
            <a:endCxn id="11" idx="1"/>
          </p:cNvCxnSpPr>
          <p:nvPr/>
        </p:nvCxnSpPr>
        <p:spPr>
          <a:xfrm>
            <a:off x="2381250" y="3376613"/>
            <a:ext cx="2095500" cy="481013"/>
          </a:xfrm>
          <a:prstGeom prst="straightConnector1">
            <a:avLst/>
          </a:prstGeom>
          <a:ln w="19050">
            <a:solidFill>
              <a:srgbClr val="5E6875"/>
            </a:solidFill>
            <a:prstDash val="solid"/>
            <a:headEnd type="none" w="med" len="med"/>
            <a:tailEnd type="arrow" w="med" len="med"/>
          </a:ln>
        </p:spPr>
      </p:cxnSp>
      <p:cxnSp>
        <p:nvCxnSpPr>
          <p:cNvPr id="29" name="Straight Arrow Connector 28"/>
          <p:cNvCxnSpPr>
            <a:stCxn id="9" idx="3"/>
            <a:endCxn id="11" idx="1"/>
          </p:cNvCxnSpPr>
          <p:nvPr/>
        </p:nvCxnSpPr>
        <p:spPr>
          <a:xfrm flipV="1">
            <a:off x="2381250" y="3857625"/>
            <a:ext cx="2095500" cy="300038"/>
          </a:xfrm>
          <a:prstGeom prst="straightConnector1">
            <a:avLst/>
          </a:prstGeom>
          <a:ln w="19050">
            <a:solidFill>
              <a:srgbClr val="5E6875"/>
            </a:solidFill>
            <a:prstDash val="solid"/>
            <a:headEnd type="none" w="med" len="med"/>
            <a:tailEnd type="arrow" w="med" len="med"/>
          </a:ln>
        </p:spPr>
      </p:cxnSp>
      <p:cxnSp>
        <p:nvCxnSpPr>
          <p:cNvPr id="30" name="Straight Arrow Connector 29"/>
          <p:cNvCxnSpPr>
            <a:stCxn id="10" idx="3"/>
            <a:endCxn id="11" idx="1"/>
          </p:cNvCxnSpPr>
          <p:nvPr/>
        </p:nvCxnSpPr>
        <p:spPr>
          <a:xfrm flipV="1">
            <a:off x="2381250" y="3857625"/>
            <a:ext cx="2095500" cy="1081088"/>
          </a:xfrm>
          <a:prstGeom prst="straightConnector1">
            <a:avLst/>
          </a:prstGeom>
          <a:ln w="19050">
            <a:solidFill>
              <a:srgbClr val="5E6875"/>
            </a:solidFill>
            <a:prstDash val="solid"/>
            <a:headEnd type="none" w="med" len="med"/>
            <a:tailEnd type="arrow" w="med" len="med"/>
          </a:ln>
        </p:spPr>
      </p:cxnSp>
      <p:sp>
        <p:nvSpPr>
          <p:cNvPr id="16" name="Editable box: Joint response">
            <a:extLst>
              <a:ext uri="{FF2B5EF4-FFF2-40B4-BE49-F238E27FC236}">
                <a16:creationId xmlns:a16="http://schemas.microsoft.com/office/drawing/2014/main" id="{A5CEB51D-6FCC-46E9-B056-B7FC3AE05200}"/>
              </a:ext>
            </a:extLst>
          </p:cNvPr>
          <p:cNvSpPr>
            <a:spLocks noGrp="1"/>
          </p:cNvSpPr>
          <p:nvPr/>
        </p:nvSpPr>
        <p:spPr>
          <a:xfrm>
            <a:off x="9620250" y="3476625"/>
            <a:ext cx="1619250" cy="762000"/>
          </a:xfrm>
          <a:prstGeom prst="roundRect">
            <a:avLst>
              <a:gd name="adj" fmla="val 17500"/>
            </a:avLst>
          </a:prstGeom>
          <a:solidFill>
            <a:srgbClr val="ECF8F1"/>
          </a:solidFill>
          <a:ln w="14288">
            <a:solidFill>
              <a:srgbClr val="2E9B63"/>
            </a:solidFill>
            <a:prstDash val="solid"/>
          </a:ln>
        </p:spPr>
        <p:txBody>
          <a:bodyPr anchor="ctr"/>
          <a:lstStyle/>
          <a:p>
            <a:pPr algn="ctr">
              <a:defRPr sz="1500" b="1">
                <a:solidFill>
                  <a:srgbClr val="2E9B63"/>
                </a:solidFill>
              </a:defRPr>
            </a:pPr>
            <a:r>
              <a:rPr sz="1500" b="1">
                <a:solidFill>
                  <a:srgbClr val="2E9B63"/>
                </a:solidFill>
              </a:rPr>
              <a:t>Joint response</a:t>
            </a:r>
          </a:p>
        </p:txBody>
      </p:sp>
      <p:cxnSp>
        <p:nvCxnSpPr>
          <p:cNvPr id="32" name="Straight Arrow Connector 31"/>
          <p:cNvCxnSpPr>
            <a:stCxn id="11" idx="3"/>
            <a:endCxn id="16" idx="1"/>
          </p:cNvCxnSpPr>
          <p:nvPr/>
        </p:nvCxnSpPr>
        <p:spPr>
          <a:xfrm>
            <a:off x="8001000" y="3857625"/>
            <a:ext cx="1619250" cy="0"/>
          </a:xfrm>
          <a:prstGeom prst="straightConnector1">
            <a:avLst/>
          </a:prstGeom>
          <a:ln w="19050">
            <a:solidFill>
              <a:srgbClr val="5E6875"/>
            </a:solidFill>
            <a:prstDash val="solid"/>
            <a:headEnd type="none" w="med" len="med"/>
            <a:tailEnd type="arrow" w="med" len="med"/>
          </a:ln>
        </p:spPr>
      </p:cxnSp>
      <p:sp>
        <p:nvSpPr>
          <p:cNvPr id="18" name="Editable box: Native models simplify interaction but may reduce component-level control.">
            <a:extLst>
              <a:ext uri="{FF2B5EF4-FFF2-40B4-BE49-F238E27FC236}">
                <a16:creationId xmlns:a16="http://schemas.microsoft.com/office/drawing/2014/main" id="{C3D60DFB-6CCB-4EF5-9FCE-FD3D3D613FE8}"/>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Native models simplify interaction but may reduce component-level control.</a:t>
            </a:r>
          </a:p>
        </p:txBody>
      </p:sp>
    </p:spTree>
    <p:extLst>
      <p:ext uri="{BB962C8B-B14F-4D97-AF65-F5344CB8AC3E}">
        <p14:creationId xmlns:p14="http://schemas.microsoft.com/office/powerpoint/2010/main" val="26424575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Multimodality Expands the Business Interface</a:t>
            </a:r>
          </a:p>
        </p:txBody>
      </p:sp>
      <p:sp>
        <p:nvSpPr>
          <p:cNvPr id="13" name="Restored content rail">
            <a:extLst>
              <a:ext uri="{FF2B5EF4-FFF2-40B4-BE49-F238E27FC236}">
                <a16:creationId xmlns:a16="http://schemas.microsoft.com/office/drawing/2014/main" id="{57332AA6-FAFE-40E2-917F-F36A9558C60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4FEBD4EC-69D8-4EA6-9913-88B246A977F0}"/>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Text, images, audio, and video can serve as inputs, outputs, or shared evidence within one workflow.</a:t>
            </a:r>
          </a:p>
        </p:txBody>
      </p:sp>
      <p:sp>
        <p:nvSpPr>
          <p:cNvPr id="15" name="Framework heading 1">
            <a:extLst>
              <a:ext uri="{FF2B5EF4-FFF2-40B4-BE49-F238E27FC236}">
                <a16:creationId xmlns:a16="http://schemas.microsoft.com/office/drawing/2014/main" id="{D4C6CE34-299E-4510-8131-D4D64C81B840}"/>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INPUT</a:t>
            </a:r>
          </a:p>
        </p:txBody>
      </p:sp>
      <p:sp>
        <p:nvSpPr>
          <p:cNvPr id="16" name="Framework body 1">
            <a:extLst>
              <a:ext uri="{FF2B5EF4-FFF2-40B4-BE49-F238E27FC236}">
                <a16:creationId xmlns:a16="http://schemas.microsoft.com/office/drawing/2014/main" id="{13301EC8-DDD7-46DC-A9BF-53FB7138CB15}"/>
              </a:ext>
            </a:extLst>
          </p:cNvPr>
          <p:cNvSpPr>
            <a:spLocks noGrp="1"/>
          </p:cNvSpPr>
          <p:nvPr/>
        </p:nvSpPr>
        <p:spPr>
          <a:xfrm>
            <a:off x="1095375" y="3143250"/>
            <a:ext cx="3194018" cy="857250"/>
          </a:xfrm>
          <a:prstGeom prst="rect">
            <a:avLst/>
          </a:prstGeom>
          <a:noFill/>
          <a:ln w="0">
            <a:noFill/>
            <a:prstDash val="solid"/>
          </a:ln>
        </p:spPr>
        <p:txBody>
          <a:bodyPr wrap="square" lIns="0" tIns="0" rIns="76200" bIns="0" anchor="t">
            <a:normAutofit/>
          </a:bodyPr>
          <a:lstStyle/>
          <a:p>
            <a:pPr algn="l">
              <a:buNone/>
              <a:defRPr sz="1725">
                <a:solidFill>
                  <a:srgbClr val="262626"/>
                </a:solidFill>
              </a:defRPr>
            </a:pPr>
            <a:r>
              <a:rPr sz="1725" b="0">
                <a:solidFill>
                  <a:srgbClr val="262626"/>
                </a:solidFill>
                <a:latin typeface="Calibri"/>
                <a:ea typeface="Calibri"/>
                <a:cs typeface="Calibri"/>
              </a:rPr>
              <a:t>Capture documents, claim photos, speech, video, and sensor data.</a:t>
            </a:r>
          </a:p>
        </p:txBody>
      </p:sp>
      <p:sp>
        <p:nvSpPr>
          <p:cNvPr id="17" name="Framework divider 1">
            <a:extLst>
              <a:ext uri="{FF2B5EF4-FFF2-40B4-BE49-F238E27FC236}">
                <a16:creationId xmlns:a16="http://schemas.microsoft.com/office/drawing/2014/main" id="{405F3DE8-AF25-4F92-9EDE-AE212FE2ABA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CF7C88AF-9CA0-4768-A3D2-5B9F3857A8E3}"/>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REASONING</a:t>
            </a:r>
          </a:p>
        </p:txBody>
      </p:sp>
      <p:sp>
        <p:nvSpPr>
          <p:cNvPr id="19" name="Framework body 2">
            <a:extLst>
              <a:ext uri="{FF2B5EF4-FFF2-40B4-BE49-F238E27FC236}">
                <a16:creationId xmlns:a16="http://schemas.microsoft.com/office/drawing/2014/main" id="{91D44F55-A6BD-4900-BAF4-2F75C8E61D7B}"/>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Relate signals across modalities when business meaning cannot be represented by text alone.</a:t>
            </a:r>
          </a:p>
        </p:txBody>
      </p:sp>
      <p:sp>
        <p:nvSpPr>
          <p:cNvPr id="20" name="Framework divider 2">
            <a:extLst>
              <a:ext uri="{FF2B5EF4-FFF2-40B4-BE49-F238E27FC236}">
                <a16:creationId xmlns:a16="http://schemas.microsoft.com/office/drawing/2014/main" id="{0F2FD941-CD83-4D2F-8D40-3F091CE756C0}"/>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A97063F3-3142-46A5-9A4B-8487DD73E906}"/>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OUTPUT</a:t>
            </a:r>
          </a:p>
        </p:txBody>
      </p:sp>
      <p:sp>
        <p:nvSpPr>
          <p:cNvPr id="22" name="Framework body 3">
            <a:extLst>
              <a:ext uri="{FF2B5EF4-FFF2-40B4-BE49-F238E27FC236}">
                <a16:creationId xmlns:a16="http://schemas.microsoft.com/office/drawing/2014/main" id="{A731717A-ED2B-45E7-AD06-282D3FC0F06E}"/>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Generate text, speech, images, structured records, or tool actions for the workflow.</a:t>
            </a:r>
          </a:p>
        </p:txBody>
      </p:sp>
      <p:sp>
        <p:nvSpPr>
          <p:cNvPr id="23" name="Restored takeaway background">
            <a:extLst>
              <a:ext uri="{FF2B5EF4-FFF2-40B4-BE49-F238E27FC236}">
                <a16:creationId xmlns:a16="http://schemas.microsoft.com/office/drawing/2014/main" id="{84F58EA8-26C3-43B0-ADB8-D51A29C93EF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48872A7-2CBA-49B6-826A-4E2F24F49F98}"/>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b="1"/>
            </a:pPr>
            <a:r>
              <a:rPr sz="2000" b="1">
                <a:solidFill>
                  <a:srgbClr val="184E8A"/>
                </a:solidFill>
                <a:latin typeface="Calibri"/>
                <a:ea typeface="Calibri"/>
                <a:cs typeface="Calibri"/>
              </a:rPr>
              <a:t>Use multimodality when it materially improves the task—not simply because a model accepts more media types.</a:t>
            </a:r>
          </a:p>
        </p:txBody>
      </p:sp>
      <p:pic>
        <p:nvPicPr>
          <p:cNvPr id="40" name="Insurance claim workflow photo"/>
          <p:cNvPicPr>
            <a:picLocks noChangeAspect="1"/>
          </p:cNvPicPr>
          <p:nvPr/>
        </p:nvPicPr>
        <p:blipFill>
          <a:blip r:embed="rId3"/>
          <a:srcRect t="18688" b="18688"/>
          <a:stretch>
            <a:fillRect/>
          </a:stretch>
        </p:blipFill>
        <p:spPr>
          <a:xfrm>
            <a:off x="1095375" y="4095750"/>
            <a:ext cx="3194018" cy="1333500"/>
          </a:xfrm>
          <a:prstGeom prst="roundRect">
            <a:avLst>
              <a:gd name="adj" fmla="val 8571"/>
            </a:avLst>
          </a:prstGeom>
        </p:spPr>
      </p:pic>
      <p:sp>
        <p:nvSpPr>
          <p:cNvPr id="26" name="Editable insurance example caption">
            <a:extLst>
              <a:ext uri="{FF2B5EF4-FFF2-40B4-BE49-F238E27FC236}">
                <a16:creationId xmlns:a16="http://schemas.microsoft.com/office/drawing/2014/main" id="{FC056147-3192-4BD0-818A-25A40A8C9AFB}"/>
              </a:ext>
            </a:extLst>
          </p:cNvPr>
          <p:cNvSpPr>
            <a:spLocks noGrp="1"/>
          </p:cNvSpPr>
          <p:nvPr/>
        </p:nvSpPr>
        <p:spPr>
          <a:xfrm>
            <a:off x="1190625" y="5048250"/>
            <a:ext cx="3003518" cy="304800"/>
          </a:xfrm>
          <a:prstGeom prst="roundRect">
            <a:avLst>
              <a:gd name="adj" fmla="val 25000"/>
            </a:avLst>
          </a:prstGeom>
          <a:solidFill>
            <a:srgbClr val="1F5592"/>
          </a:solidFill>
          <a:ln w="0">
            <a:solidFill>
              <a:srgbClr val="1F5592"/>
            </a:solidFill>
            <a:prstDash val="solid"/>
          </a:ln>
        </p:spPr>
        <p:txBody>
          <a:bodyPr lIns="76200" tIns="38100" rIns="76200" bIns="38100" anchor="ctr">
            <a:normAutofit fontScale="96953"/>
          </a:bodyPr>
          <a:lstStyle/>
          <a:p>
            <a:pPr algn="ctr">
              <a:defRPr sz="1200" b="1">
                <a:solidFill>
                  <a:srgbClr val="FFFFFF"/>
                </a:solidFill>
              </a:defRPr>
            </a:pPr>
            <a:r>
              <a:rPr sz="1200" b="1">
                <a:solidFill>
                  <a:srgbClr val="FFFFFF"/>
                </a:solidFill>
              </a:rPr>
              <a:t>CLAIM PHOTO + FORM  →  CASE RECORD</a:t>
            </a:r>
          </a:p>
        </p:txBody>
      </p:sp>
    </p:spTree>
    <p:extLst>
      <p:ext uri="{BB962C8B-B14F-4D97-AF65-F5344CB8AC3E}">
        <p14:creationId xmlns:p14="http://schemas.microsoft.com/office/powerpoint/2010/main" val="23921581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Latency Has Two Components</a:t>
            </a:r>
          </a:p>
        </p:txBody>
      </p:sp>
      <p:sp>
        <p:nvSpPr>
          <p:cNvPr id="5" name="Editable content rail">
            <a:extLst>
              <a:ext uri="{FF2B5EF4-FFF2-40B4-BE49-F238E27FC236}">
                <a16:creationId xmlns:a16="http://schemas.microsoft.com/office/drawing/2014/main" id="{61C4D270-773F-4705-B7B4-E4B7B0434154}"/>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10D3DC3F-FE0D-4C16-ADBF-9C49BFE6307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Users experience both the wait before the first token and the pace of subsequent tokens.</a:t>
            </a:r>
          </a:p>
        </p:txBody>
      </p:sp>
      <p:sp>
        <p:nvSpPr>
          <p:cNvPr id="7" name="Editable text">
            <a:extLst>
              <a:ext uri="{FF2B5EF4-FFF2-40B4-BE49-F238E27FC236}">
                <a16:creationId xmlns:a16="http://schemas.microsoft.com/office/drawing/2014/main" id="{43B6649B-4B85-4A66-9B6A-265BCEA1F2A1}"/>
              </a:ext>
            </a:extLst>
          </p:cNvPr>
          <p:cNvSpPr>
            <a:spLocks noGrp="1"/>
          </p:cNvSpPr>
          <p:nvPr/>
        </p:nvSpPr>
        <p:spPr>
          <a:xfrm>
            <a:off x="1047750" y="2571750"/>
            <a:ext cx="1238250" cy="381000"/>
          </a:xfrm>
          <a:prstGeom prst="rect">
            <a:avLst/>
          </a:prstGeom>
          <a:noFill/>
          <a:ln w="0">
            <a:noFill/>
          </a:ln>
        </p:spPr>
        <p:txBody>
          <a:bodyPr anchor="ctr"/>
          <a:lstStyle/>
          <a:p>
            <a:pPr algn="l">
              <a:defRPr sz="1500" b="1">
                <a:solidFill>
                  <a:srgbClr val="184E8A"/>
                </a:solidFill>
              </a:defRPr>
            </a:pPr>
            <a:r>
              <a:rPr sz="1500" b="1">
                <a:solidFill>
                  <a:srgbClr val="184E8A"/>
                </a:solidFill>
              </a:rPr>
              <a:t>Request</a:t>
            </a:r>
          </a:p>
        </p:txBody>
      </p:sp>
      <p:sp>
        <p:nvSpPr>
          <p:cNvPr id="8" name="Editable box: PREFILL&#10;Time to first token">
            <a:extLst>
              <a:ext uri="{FF2B5EF4-FFF2-40B4-BE49-F238E27FC236}">
                <a16:creationId xmlns:a16="http://schemas.microsoft.com/office/drawing/2014/main" id="{DC4C2590-1143-43BB-8424-440F0E1E3CC7}"/>
              </a:ext>
            </a:extLst>
          </p:cNvPr>
          <p:cNvSpPr>
            <a:spLocks noGrp="1"/>
          </p:cNvSpPr>
          <p:nvPr/>
        </p:nvSpPr>
        <p:spPr>
          <a:xfrm>
            <a:off x="2381250" y="2428875"/>
            <a:ext cx="3524250" cy="952500"/>
          </a:xfrm>
          <a:prstGeom prst="roundRect">
            <a:avLst>
              <a:gd name="adj" fmla="val 14000"/>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PREFILL</a:t>
            </a:r>
          </a:p>
          <a:p>
            <a:pPr algn="ctr">
              <a:defRPr sz="1725" b="1">
                <a:solidFill>
                  <a:srgbClr val="184E8A"/>
                </a:solidFill>
              </a:defRPr>
            </a:pPr>
            <a:r>
              <a:rPr sz="1725" b="1">
                <a:solidFill>
                  <a:srgbClr val="184E8A"/>
                </a:solidFill>
              </a:rPr>
              <a:t>Time to first token</a:t>
            </a:r>
          </a:p>
        </p:txBody>
      </p:sp>
      <p:sp>
        <p:nvSpPr>
          <p:cNvPr id="9" name="Editable box: DECODE&#10;Inter-token latency">
            <a:extLst>
              <a:ext uri="{FF2B5EF4-FFF2-40B4-BE49-F238E27FC236}">
                <a16:creationId xmlns:a16="http://schemas.microsoft.com/office/drawing/2014/main" id="{9164E559-CACA-4EAC-942A-0CAB81D55CF2}"/>
              </a:ext>
            </a:extLst>
          </p:cNvPr>
          <p:cNvSpPr>
            <a:spLocks noGrp="1"/>
          </p:cNvSpPr>
          <p:nvPr/>
        </p:nvSpPr>
        <p:spPr>
          <a:xfrm>
            <a:off x="5905500" y="2428875"/>
            <a:ext cx="4476750" cy="952500"/>
          </a:xfrm>
          <a:prstGeom prst="roundRect">
            <a:avLst>
              <a:gd name="adj" fmla="val 14000"/>
            </a:avLst>
          </a:prstGeom>
          <a:solidFill>
            <a:srgbClr val="FFF4E8"/>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DECODE</a:t>
            </a:r>
          </a:p>
          <a:p>
            <a:pPr algn="ctr">
              <a:defRPr sz="1725" b="1">
                <a:solidFill>
                  <a:srgbClr val="E85A33"/>
                </a:solidFill>
              </a:defRPr>
            </a:pPr>
            <a:r>
              <a:rPr sz="1725" b="1">
                <a:solidFill>
                  <a:srgbClr val="E85A33"/>
                </a:solidFill>
              </a:rPr>
              <a:t>Inter-token latency</a:t>
            </a:r>
          </a:p>
        </p:txBody>
      </p:sp>
      <p:sp>
        <p:nvSpPr>
          <p:cNvPr id="10" name="Editable box: T1">
            <a:extLst>
              <a:ext uri="{FF2B5EF4-FFF2-40B4-BE49-F238E27FC236}">
                <a16:creationId xmlns:a16="http://schemas.microsoft.com/office/drawing/2014/main" id="{B5C15251-FC67-4CF9-918F-71BC532288B7}"/>
              </a:ext>
            </a:extLst>
          </p:cNvPr>
          <p:cNvSpPr>
            <a:spLocks noGrp="1"/>
          </p:cNvSpPr>
          <p:nvPr/>
        </p:nvSpPr>
        <p:spPr>
          <a:xfrm>
            <a:off x="6191250"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T1</a:t>
            </a:r>
          </a:p>
        </p:txBody>
      </p:sp>
      <p:sp>
        <p:nvSpPr>
          <p:cNvPr id="11" name="Editable box: T2">
            <a:extLst>
              <a:ext uri="{FF2B5EF4-FFF2-40B4-BE49-F238E27FC236}">
                <a16:creationId xmlns:a16="http://schemas.microsoft.com/office/drawing/2014/main" id="{6799CF82-249C-4A75-A611-8E6BE9AE7752}"/>
              </a:ext>
            </a:extLst>
          </p:cNvPr>
          <p:cNvSpPr>
            <a:spLocks noGrp="1"/>
          </p:cNvSpPr>
          <p:nvPr/>
        </p:nvSpPr>
        <p:spPr>
          <a:xfrm>
            <a:off x="7096125"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T2</a:t>
            </a:r>
          </a:p>
        </p:txBody>
      </p:sp>
      <p:sp>
        <p:nvSpPr>
          <p:cNvPr id="12" name="Editable box: T3">
            <a:extLst>
              <a:ext uri="{FF2B5EF4-FFF2-40B4-BE49-F238E27FC236}">
                <a16:creationId xmlns:a16="http://schemas.microsoft.com/office/drawing/2014/main" id="{E0AB35F8-8A68-4011-B0FC-A4D36CFBEBE7}"/>
              </a:ext>
            </a:extLst>
          </p:cNvPr>
          <p:cNvSpPr>
            <a:spLocks noGrp="1"/>
          </p:cNvSpPr>
          <p:nvPr/>
        </p:nvSpPr>
        <p:spPr>
          <a:xfrm>
            <a:off x="8001000"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T3</a:t>
            </a:r>
          </a:p>
        </p:txBody>
      </p:sp>
      <p:sp>
        <p:nvSpPr>
          <p:cNvPr id="13" name="Editable box: T4">
            <a:extLst>
              <a:ext uri="{FF2B5EF4-FFF2-40B4-BE49-F238E27FC236}">
                <a16:creationId xmlns:a16="http://schemas.microsoft.com/office/drawing/2014/main" id="{7D186A00-3878-4F3B-8A15-839985AD926D}"/>
              </a:ext>
            </a:extLst>
          </p:cNvPr>
          <p:cNvSpPr>
            <a:spLocks noGrp="1"/>
          </p:cNvSpPr>
          <p:nvPr/>
        </p:nvSpPr>
        <p:spPr>
          <a:xfrm>
            <a:off x="8905875"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T4</a:t>
            </a:r>
          </a:p>
        </p:txBody>
      </p:sp>
      <p:sp>
        <p:nvSpPr>
          <p:cNvPr id="14" name="Editable box: T5">
            <a:extLst>
              <a:ext uri="{FF2B5EF4-FFF2-40B4-BE49-F238E27FC236}">
                <a16:creationId xmlns:a16="http://schemas.microsoft.com/office/drawing/2014/main" id="{9436B33B-7B3E-4935-A145-7BA8B196AD5E}"/>
              </a:ext>
            </a:extLst>
          </p:cNvPr>
          <p:cNvSpPr>
            <a:spLocks noGrp="1"/>
          </p:cNvSpPr>
          <p:nvPr/>
        </p:nvSpPr>
        <p:spPr>
          <a:xfrm>
            <a:off x="9810750"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T5</a:t>
            </a:r>
          </a:p>
        </p:txBody>
      </p:sp>
      <p:sp>
        <p:nvSpPr>
          <p:cNvPr id="15" name="Editable text">
            <a:extLst>
              <a:ext uri="{FF2B5EF4-FFF2-40B4-BE49-F238E27FC236}">
                <a16:creationId xmlns:a16="http://schemas.microsoft.com/office/drawing/2014/main" id="{41C18991-E5BF-45FC-96B7-145C16804164}"/>
              </a:ext>
            </a:extLst>
          </p:cNvPr>
          <p:cNvSpPr>
            <a:spLocks noGrp="1"/>
          </p:cNvSpPr>
          <p:nvPr/>
        </p:nvSpPr>
        <p:spPr>
          <a:xfrm>
            <a:off x="3429000" y="3667125"/>
            <a:ext cx="1143000" cy="342900"/>
          </a:xfrm>
          <a:prstGeom prst="rect">
            <a:avLst/>
          </a:prstGeom>
          <a:noFill/>
          <a:ln w="0">
            <a:noFill/>
          </a:ln>
        </p:spPr>
        <p:txBody>
          <a:bodyPr anchor="ctr"/>
          <a:lstStyle/>
          <a:p>
            <a:pPr algn="ctr">
              <a:defRPr sz="1800" b="1">
                <a:solidFill>
                  <a:srgbClr val="2F73E8"/>
                </a:solidFill>
              </a:defRPr>
            </a:pPr>
            <a:r>
              <a:rPr sz="1800" b="1">
                <a:solidFill>
                  <a:srgbClr val="2F73E8"/>
                </a:solidFill>
              </a:rPr>
              <a:t>TTFT</a:t>
            </a:r>
          </a:p>
        </p:txBody>
      </p:sp>
      <p:sp>
        <p:nvSpPr>
          <p:cNvPr id="16" name="Editable text">
            <a:extLst>
              <a:ext uri="{FF2B5EF4-FFF2-40B4-BE49-F238E27FC236}">
                <a16:creationId xmlns:a16="http://schemas.microsoft.com/office/drawing/2014/main" id="{F71DB555-9C82-4FAB-891E-07CCEEDED256}"/>
              </a:ext>
            </a:extLst>
          </p:cNvPr>
          <p:cNvSpPr>
            <a:spLocks noGrp="1"/>
          </p:cNvSpPr>
          <p:nvPr/>
        </p:nvSpPr>
        <p:spPr>
          <a:xfrm>
            <a:off x="7096125" y="4619625"/>
            <a:ext cx="2000250" cy="342900"/>
          </a:xfrm>
          <a:prstGeom prst="rect">
            <a:avLst/>
          </a:prstGeom>
          <a:noFill/>
          <a:ln w="0">
            <a:noFill/>
          </a:ln>
        </p:spPr>
        <p:txBody>
          <a:bodyPr anchor="ctr"/>
          <a:lstStyle/>
          <a:p>
            <a:pPr algn="ctr">
              <a:defRPr sz="1800" b="1">
                <a:solidFill>
                  <a:srgbClr val="E85A33"/>
                </a:solidFill>
              </a:defRPr>
            </a:pPr>
            <a:r>
              <a:rPr sz="1800" b="1">
                <a:solidFill>
                  <a:srgbClr val="E85A33"/>
                </a:solidFill>
              </a:rPr>
              <a:t>ITL →</a:t>
            </a:r>
          </a:p>
        </p:txBody>
      </p:sp>
      <p:sp>
        <p:nvSpPr>
          <p:cNvPr id="17" name="Editable box: Optimize TTFT and ITL separately against the workload’s service objective.">
            <a:extLst>
              <a:ext uri="{FF2B5EF4-FFF2-40B4-BE49-F238E27FC236}">
                <a16:creationId xmlns:a16="http://schemas.microsoft.com/office/drawing/2014/main" id="{30A8ECF2-997D-47B5-969F-0C5C2C8DFA49}"/>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Optimize TTFT and ITL separately against the workload’s service objective.</a:t>
            </a:r>
          </a:p>
        </p:txBody>
      </p:sp>
    </p:spTree>
    <p:extLst>
      <p:ext uri="{BB962C8B-B14F-4D97-AF65-F5344CB8AC3E}">
        <p14:creationId xmlns:p14="http://schemas.microsoft.com/office/powerpoint/2010/main" val="11687781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Latency Splits into Prefill and Decode</a:t>
            </a:r>
          </a:p>
        </p:txBody>
      </p:sp>
      <p:sp>
        <p:nvSpPr>
          <p:cNvPr id="5" name="Editable content rail">
            <a:extLst>
              <a:ext uri="{FF2B5EF4-FFF2-40B4-BE49-F238E27FC236}">
                <a16:creationId xmlns:a16="http://schemas.microsoft.com/office/drawing/2014/main" id="{94225CBE-F3FA-49A8-AE6E-629B770795E8}"/>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9215A5E7-4A84-45F8-AE13-BA5AF787E7BC}"/>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Users experience both the wait before the first token and the pace of subsequent tokens.</a:t>
            </a:r>
          </a:p>
        </p:txBody>
      </p:sp>
      <p:sp>
        <p:nvSpPr>
          <p:cNvPr id="7" name="Editable text">
            <a:extLst>
              <a:ext uri="{FF2B5EF4-FFF2-40B4-BE49-F238E27FC236}">
                <a16:creationId xmlns:a16="http://schemas.microsoft.com/office/drawing/2014/main" id="{781111BB-B5BC-4123-A1D2-3DA053772888}"/>
              </a:ext>
            </a:extLst>
          </p:cNvPr>
          <p:cNvSpPr>
            <a:spLocks noGrp="1"/>
          </p:cNvSpPr>
          <p:nvPr/>
        </p:nvSpPr>
        <p:spPr>
          <a:xfrm>
            <a:off x="1047750" y="2571750"/>
            <a:ext cx="1238250" cy="381000"/>
          </a:xfrm>
          <a:prstGeom prst="rect">
            <a:avLst/>
          </a:prstGeom>
          <a:noFill/>
          <a:ln w="0">
            <a:noFill/>
          </a:ln>
        </p:spPr>
        <p:txBody>
          <a:bodyPr anchor="ctr"/>
          <a:lstStyle/>
          <a:p>
            <a:pPr algn="l">
              <a:defRPr sz="1500" b="1">
                <a:solidFill>
                  <a:srgbClr val="184E8A"/>
                </a:solidFill>
              </a:defRPr>
            </a:pPr>
            <a:r>
              <a:rPr sz="1500" b="1">
                <a:solidFill>
                  <a:srgbClr val="184E8A"/>
                </a:solidFill>
              </a:rPr>
              <a:t>Request</a:t>
            </a:r>
          </a:p>
        </p:txBody>
      </p:sp>
      <p:sp>
        <p:nvSpPr>
          <p:cNvPr id="8" name="Editable box: PREFILL&#10;Time to first token">
            <a:extLst>
              <a:ext uri="{FF2B5EF4-FFF2-40B4-BE49-F238E27FC236}">
                <a16:creationId xmlns:a16="http://schemas.microsoft.com/office/drawing/2014/main" id="{DB466CEF-24F0-47D6-800F-39673577941D}"/>
              </a:ext>
            </a:extLst>
          </p:cNvPr>
          <p:cNvSpPr>
            <a:spLocks noGrp="1"/>
          </p:cNvSpPr>
          <p:nvPr/>
        </p:nvSpPr>
        <p:spPr>
          <a:xfrm>
            <a:off x="2381250" y="2428875"/>
            <a:ext cx="3524250" cy="952500"/>
          </a:xfrm>
          <a:prstGeom prst="roundRect">
            <a:avLst>
              <a:gd name="adj" fmla="val 14000"/>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PREFILL</a:t>
            </a:r>
          </a:p>
          <a:p>
            <a:pPr algn="ctr">
              <a:defRPr sz="1725" b="1">
                <a:solidFill>
                  <a:srgbClr val="184E8A"/>
                </a:solidFill>
              </a:defRPr>
            </a:pPr>
            <a:r>
              <a:rPr sz="1725" b="1">
                <a:solidFill>
                  <a:srgbClr val="184E8A"/>
                </a:solidFill>
              </a:rPr>
              <a:t>Time to first token</a:t>
            </a:r>
          </a:p>
        </p:txBody>
      </p:sp>
      <p:sp>
        <p:nvSpPr>
          <p:cNvPr id="9" name="Editable box: DECODE&#10;Inter-token latency">
            <a:extLst>
              <a:ext uri="{FF2B5EF4-FFF2-40B4-BE49-F238E27FC236}">
                <a16:creationId xmlns:a16="http://schemas.microsoft.com/office/drawing/2014/main" id="{A6E4A0D8-58C9-4848-9EBB-2ED59876902B}"/>
              </a:ext>
            </a:extLst>
          </p:cNvPr>
          <p:cNvSpPr>
            <a:spLocks noGrp="1"/>
          </p:cNvSpPr>
          <p:nvPr/>
        </p:nvSpPr>
        <p:spPr>
          <a:xfrm>
            <a:off x="5905500" y="2428875"/>
            <a:ext cx="4476750" cy="952500"/>
          </a:xfrm>
          <a:prstGeom prst="roundRect">
            <a:avLst>
              <a:gd name="adj" fmla="val 14000"/>
            </a:avLst>
          </a:prstGeom>
          <a:solidFill>
            <a:srgbClr val="FFF4E8"/>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DECODE</a:t>
            </a:r>
          </a:p>
          <a:p>
            <a:pPr algn="ctr">
              <a:defRPr sz="1725" b="1">
                <a:solidFill>
                  <a:srgbClr val="E85A33"/>
                </a:solidFill>
              </a:defRPr>
            </a:pPr>
            <a:r>
              <a:rPr sz="1725" b="1">
                <a:solidFill>
                  <a:srgbClr val="E85A33"/>
                </a:solidFill>
              </a:rPr>
              <a:t>Inter-token latency</a:t>
            </a:r>
          </a:p>
        </p:txBody>
      </p:sp>
      <p:sp>
        <p:nvSpPr>
          <p:cNvPr id="10" name="Editable box: T1">
            <a:extLst>
              <a:ext uri="{FF2B5EF4-FFF2-40B4-BE49-F238E27FC236}">
                <a16:creationId xmlns:a16="http://schemas.microsoft.com/office/drawing/2014/main" id="{4AD30FD0-5FB2-4CBE-A4DE-EA3BA13C11EB}"/>
              </a:ext>
            </a:extLst>
          </p:cNvPr>
          <p:cNvSpPr>
            <a:spLocks noGrp="1"/>
          </p:cNvSpPr>
          <p:nvPr/>
        </p:nvSpPr>
        <p:spPr>
          <a:xfrm>
            <a:off x="6191250"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T1</a:t>
            </a:r>
          </a:p>
        </p:txBody>
      </p:sp>
      <p:sp>
        <p:nvSpPr>
          <p:cNvPr id="11" name="Editable box: T2">
            <a:extLst>
              <a:ext uri="{FF2B5EF4-FFF2-40B4-BE49-F238E27FC236}">
                <a16:creationId xmlns:a16="http://schemas.microsoft.com/office/drawing/2014/main" id="{E4F581F8-7954-4577-A43A-38A44E01DC3B}"/>
              </a:ext>
            </a:extLst>
          </p:cNvPr>
          <p:cNvSpPr>
            <a:spLocks noGrp="1"/>
          </p:cNvSpPr>
          <p:nvPr/>
        </p:nvSpPr>
        <p:spPr>
          <a:xfrm>
            <a:off x="7096125"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T2</a:t>
            </a:r>
          </a:p>
        </p:txBody>
      </p:sp>
      <p:sp>
        <p:nvSpPr>
          <p:cNvPr id="12" name="Editable box: T3">
            <a:extLst>
              <a:ext uri="{FF2B5EF4-FFF2-40B4-BE49-F238E27FC236}">
                <a16:creationId xmlns:a16="http://schemas.microsoft.com/office/drawing/2014/main" id="{7BC5C6FA-281E-4AC2-A933-2A173B8C24E0}"/>
              </a:ext>
            </a:extLst>
          </p:cNvPr>
          <p:cNvSpPr>
            <a:spLocks noGrp="1"/>
          </p:cNvSpPr>
          <p:nvPr/>
        </p:nvSpPr>
        <p:spPr>
          <a:xfrm>
            <a:off x="8001000"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T3</a:t>
            </a:r>
          </a:p>
        </p:txBody>
      </p:sp>
      <p:sp>
        <p:nvSpPr>
          <p:cNvPr id="13" name="Editable box: T4">
            <a:extLst>
              <a:ext uri="{FF2B5EF4-FFF2-40B4-BE49-F238E27FC236}">
                <a16:creationId xmlns:a16="http://schemas.microsoft.com/office/drawing/2014/main" id="{E7A17B4D-0B54-4A7F-965D-3DAC3E32BC29}"/>
              </a:ext>
            </a:extLst>
          </p:cNvPr>
          <p:cNvSpPr>
            <a:spLocks noGrp="1"/>
          </p:cNvSpPr>
          <p:nvPr/>
        </p:nvSpPr>
        <p:spPr>
          <a:xfrm>
            <a:off x="8905875"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T4</a:t>
            </a:r>
          </a:p>
        </p:txBody>
      </p:sp>
      <p:sp>
        <p:nvSpPr>
          <p:cNvPr id="14" name="Editable box: T5">
            <a:extLst>
              <a:ext uri="{FF2B5EF4-FFF2-40B4-BE49-F238E27FC236}">
                <a16:creationId xmlns:a16="http://schemas.microsoft.com/office/drawing/2014/main" id="{6013A177-4F2D-4E95-BEE4-CFFC5EEF3E28}"/>
              </a:ext>
            </a:extLst>
          </p:cNvPr>
          <p:cNvSpPr>
            <a:spLocks noGrp="1"/>
          </p:cNvSpPr>
          <p:nvPr/>
        </p:nvSpPr>
        <p:spPr>
          <a:xfrm>
            <a:off x="9810750" y="3905250"/>
            <a:ext cx="619125" cy="523875"/>
          </a:xfrm>
          <a:prstGeom prst="roundRect">
            <a:avLst>
              <a:gd name="adj" fmla="val 25455"/>
            </a:avLst>
          </a:prstGeom>
          <a:solidFill>
            <a:srgbClr val="FFFFFF"/>
          </a:solidFill>
          <a:ln w="14288">
            <a:solidFill>
              <a:srgbClr val="E85A33"/>
            </a:solidFill>
            <a:prstDash val="solid"/>
          </a:ln>
        </p:spPr>
        <p:txBody>
          <a:bodyPr anchor="ctr"/>
          <a:lstStyle/>
          <a:p>
            <a:pPr algn="ctr">
              <a:defRPr sz="1350" b="1">
                <a:solidFill>
                  <a:srgbClr val="E85A33"/>
                </a:solidFill>
              </a:defRPr>
            </a:pPr>
            <a:r>
              <a:rPr sz="1350" b="1">
                <a:solidFill>
                  <a:srgbClr val="E85A33"/>
                </a:solidFill>
              </a:rPr>
              <a:t>T5</a:t>
            </a:r>
          </a:p>
        </p:txBody>
      </p:sp>
      <p:sp>
        <p:nvSpPr>
          <p:cNvPr id="15" name="Editable text">
            <a:extLst>
              <a:ext uri="{FF2B5EF4-FFF2-40B4-BE49-F238E27FC236}">
                <a16:creationId xmlns:a16="http://schemas.microsoft.com/office/drawing/2014/main" id="{FB720FF8-97F2-4830-87EF-947FDEDED2D6}"/>
              </a:ext>
            </a:extLst>
          </p:cNvPr>
          <p:cNvSpPr>
            <a:spLocks noGrp="1"/>
          </p:cNvSpPr>
          <p:nvPr/>
        </p:nvSpPr>
        <p:spPr>
          <a:xfrm>
            <a:off x="3429000" y="3667125"/>
            <a:ext cx="1143000" cy="342900"/>
          </a:xfrm>
          <a:prstGeom prst="rect">
            <a:avLst/>
          </a:prstGeom>
          <a:noFill/>
          <a:ln w="0">
            <a:noFill/>
          </a:ln>
        </p:spPr>
        <p:txBody>
          <a:bodyPr anchor="ctr"/>
          <a:lstStyle/>
          <a:p>
            <a:pPr algn="ctr">
              <a:defRPr sz="1800" b="1">
                <a:solidFill>
                  <a:srgbClr val="2F73E8"/>
                </a:solidFill>
              </a:defRPr>
            </a:pPr>
            <a:r>
              <a:rPr sz="1800" b="1">
                <a:solidFill>
                  <a:srgbClr val="2F73E8"/>
                </a:solidFill>
              </a:rPr>
              <a:t>TTFT</a:t>
            </a:r>
          </a:p>
        </p:txBody>
      </p:sp>
      <p:sp>
        <p:nvSpPr>
          <p:cNvPr id="16" name="Editable text">
            <a:extLst>
              <a:ext uri="{FF2B5EF4-FFF2-40B4-BE49-F238E27FC236}">
                <a16:creationId xmlns:a16="http://schemas.microsoft.com/office/drawing/2014/main" id="{E178D2B8-3C8D-4485-838C-9DE4DB12582E}"/>
              </a:ext>
            </a:extLst>
          </p:cNvPr>
          <p:cNvSpPr>
            <a:spLocks noGrp="1"/>
          </p:cNvSpPr>
          <p:nvPr/>
        </p:nvSpPr>
        <p:spPr>
          <a:xfrm>
            <a:off x="7096125" y="4619625"/>
            <a:ext cx="2000250" cy="342900"/>
          </a:xfrm>
          <a:prstGeom prst="rect">
            <a:avLst/>
          </a:prstGeom>
          <a:noFill/>
          <a:ln w="0">
            <a:noFill/>
          </a:ln>
        </p:spPr>
        <p:txBody>
          <a:bodyPr anchor="ctr"/>
          <a:lstStyle/>
          <a:p>
            <a:pPr algn="ctr">
              <a:defRPr sz="1800" b="1">
                <a:solidFill>
                  <a:srgbClr val="E85A33"/>
                </a:solidFill>
              </a:defRPr>
            </a:pPr>
            <a:r>
              <a:rPr sz="1800" b="1">
                <a:solidFill>
                  <a:srgbClr val="E85A33"/>
                </a:solidFill>
              </a:rPr>
              <a:t>ITL →</a:t>
            </a:r>
          </a:p>
        </p:txBody>
      </p:sp>
      <p:sp>
        <p:nvSpPr>
          <p:cNvPr id="17" name="Editable box: Optimize TTFT and ITL separately against the workload’s service objective.">
            <a:extLst>
              <a:ext uri="{FF2B5EF4-FFF2-40B4-BE49-F238E27FC236}">
                <a16:creationId xmlns:a16="http://schemas.microsoft.com/office/drawing/2014/main" id="{0D1C7F3C-C174-4433-ACF8-7608FEFD0FE5}"/>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Optimize TTFT and ITL separately against the workload’s service objective.</a:t>
            </a:r>
          </a:p>
        </p:txBody>
      </p:sp>
    </p:spTree>
    <p:extLst>
      <p:ext uri="{BB962C8B-B14F-4D97-AF65-F5344CB8AC3E}">
        <p14:creationId xmlns:p14="http://schemas.microsoft.com/office/powerpoint/2010/main" val="1556011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Two Useful Inference Patterns</a:t>
            </a:r>
          </a:p>
        </p:txBody>
      </p:sp>
      <p:sp>
        <p:nvSpPr>
          <p:cNvPr id="13" name="Restored content rail">
            <a:extLst>
              <a:ext uri="{FF2B5EF4-FFF2-40B4-BE49-F238E27FC236}">
                <a16:creationId xmlns:a16="http://schemas.microsoft.com/office/drawing/2014/main" id="{BF15E465-0C08-408F-8180-9B25D4F8571A}"/>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0654B96-3703-456B-9B77-25DAFE4B0262}"/>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Serving systems can optimize for fast generation or spend additional inference compute on deliberate problem solving.</a:t>
            </a:r>
          </a:p>
        </p:txBody>
      </p:sp>
      <p:sp>
        <p:nvSpPr>
          <p:cNvPr id="15" name="Two-column divider">
            <a:extLst>
              <a:ext uri="{FF2B5EF4-FFF2-40B4-BE49-F238E27FC236}">
                <a16:creationId xmlns:a16="http://schemas.microsoft.com/office/drawing/2014/main" id="{42289713-9278-4084-94F6-DF858807F72E}"/>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8FB8B3C0-92A6-4B09-8D38-FC7354B416AA}"/>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Fast generation</a:t>
            </a:r>
          </a:p>
        </p:txBody>
      </p:sp>
      <p:sp>
        <p:nvSpPr>
          <p:cNvPr id="17" name="Restored right heading">
            <a:extLst>
              <a:ext uri="{FF2B5EF4-FFF2-40B4-BE49-F238E27FC236}">
                <a16:creationId xmlns:a16="http://schemas.microsoft.com/office/drawing/2014/main" id="{60DFE03A-2160-4E31-A31A-84F5BDB625F1}"/>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Deliberate reasoning</a:t>
            </a:r>
          </a:p>
        </p:txBody>
      </p:sp>
      <p:sp>
        <p:nvSpPr>
          <p:cNvPr id="18" name="Restored left bullets">
            <a:extLst>
              <a:ext uri="{FF2B5EF4-FFF2-40B4-BE49-F238E27FC236}">
                <a16:creationId xmlns:a16="http://schemas.microsoft.com/office/drawing/2014/main" id="{D6740D47-B25B-4606-AE21-CB1257A16741}"/>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Relies mainly on learned patterns and statistical recall</a:t>
            </a:r>
          </a:p>
          <a:p>
            <a:pPr marL="24" indent="-15">
              <a:spcAft>
                <a:spcPts val="9"/>
              </a:spcAft>
              <a:buChar char="•"/>
              <a:defRPr sz="1800"/>
            </a:pPr>
            <a:r>
              <a:rPr sz="2000">
                <a:solidFill>
                  <a:srgbClr val="262626"/>
                </a:solidFill>
                <a:latin typeface="Calibri"/>
                <a:ea typeface="Calibri"/>
                <a:cs typeface="Calibri"/>
              </a:rPr>
              <a:t>Fits summarization, drafting, extraction, and brainstorming</a:t>
            </a:r>
          </a:p>
          <a:p>
            <a:pPr marL="24" indent="-15">
              <a:spcAft>
                <a:spcPts val="9"/>
              </a:spcAft>
              <a:buChar char="•"/>
              <a:defRPr sz="1800"/>
            </a:pPr>
            <a:r>
              <a:rPr sz="2000">
                <a:solidFill>
                  <a:srgbClr val="262626"/>
                </a:solidFill>
                <a:latin typeface="Calibri"/>
                <a:ea typeface="Calibri"/>
                <a:cs typeface="Calibri"/>
              </a:rPr>
              <a:t>Usually lower latency and cost</a:t>
            </a:r>
          </a:p>
        </p:txBody>
      </p:sp>
      <p:sp>
        <p:nvSpPr>
          <p:cNvPr id="19" name="Restored right bullets">
            <a:extLst>
              <a:ext uri="{FF2B5EF4-FFF2-40B4-BE49-F238E27FC236}">
                <a16:creationId xmlns:a16="http://schemas.microsoft.com/office/drawing/2014/main" id="{5F9844A2-1009-40B1-9C79-952E3262A650}"/>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Uses additional steps to plan, check, or backtrack</a:t>
            </a:r>
          </a:p>
          <a:p>
            <a:pPr marL="24" indent="-15">
              <a:spcAft>
                <a:spcPts val="9"/>
              </a:spcAft>
              <a:buChar char="•"/>
              <a:defRPr sz="1800"/>
            </a:pPr>
            <a:r>
              <a:rPr sz="2000">
                <a:solidFill>
                  <a:srgbClr val="262626"/>
                </a:solidFill>
                <a:latin typeface="Calibri"/>
                <a:ea typeface="Calibri"/>
                <a:cs typeface="Calibri"/>
              </a:rPr>
              <a:t>Can improve mathematics, code, and multi-step analysis</a:t>
            </a:r>
          </a:p>
          <a:p>
            <a:pPr marL="24" indent="-15">
              <a:spcAft>
                <a:spcPts val="9"/>
              </a:spcAft>
              <a:buChar char="•"/>
              <a:defRPr sz="1800"/>
            </a:pPr>
            <a:r>
              <a:rPr sz="2000">
                <a:solidFill>
                  <a:srgbClr val="262626"/>
                </a:solidFill>
                <a:latin typeface="Calibri"/>
                <a:ea typeface="Calibri"/>
                <a:cs typeface="Calibri"/>
              </a:rPr>
              <a:t>Usually slower and more expensive</a:t>
            </a:r>
          </a:p>
        </p:txBody>
      </p:sp>
      <p:sp>
        <p:nvSpPr>
          <p:cNvPr id="20" name="Restored takeaway background">
            <a:extLst>
              <a:ext uri="{FF2B5EF4-FFF2-40B4-BE49-F238E27FC236}">
                <a16:creationId xmlns:a16="http://schemas.microsoft.com/office/drawing/2014/main" id="{B18BDF49-22EC-42CF-A21B-55FB2E891EC5}"/>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F3C4DEF0-159B-4FFC-8C3C-667A994597B1}"/>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b="1"/>
            </a:pPr>
            <a:r>
              <a:rPr sz="2000" b="1">
                <a:solidFill>
                  <a:srgbClr val="184E8A"/>
                </a:solidFill>
                <a:latin typeface="Calibri"/>
                <a:ea typeface="Calibri"/>
                <a:cs typeface="Calibri"/>
              </a:rPr>
              <a:t>Route each task to the least expensive pattern that still meets its accuracy and risk requirements.</a:t>
            </a:r>
          </a:p>
        </p:txBody>
      </p:sp>
    </p:spTree>
    <p:extLst>
      <p:ext uri="{BB962C8B-B14F-4D97-AF65-F5344CB8AC3E}">
        <p14:creationId xmlns:p14="http://schemas.microsoft.com/office/powerpoint/2010/main" val="35813456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Retrieval and Reasoning Solve Different Problems</a:t>
            </a:r>
          </a:p>
        </p:txBody>
      </p:sp>
      <p:sp>
        <p:nvSpPr>
          <p:cNvPr id="5" name="Editable content rail">
            <a:extLst>
              <a:ext uri="{FF2B5EF4-FFF2-40B4-BE49-F238E27FC236}">
                <a16:creationId xmlns:a16="http://schemas.microsoft.com/office/drawing/2014/main" id="{FD076558-4E45-47F0-ABF4-3C8BA7E4CADC}"/>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29C5C729-097C-4D0E-BE21-AA5E8990BFBF}"/>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Retrieval supplies evidence; reasoning organizes a process for using it.</a:t>
            </a:r>
          </a:p>
        </p:txBody>
      </p:sp>
      <p:sp>
        <p:nvSpPr>
          <p:cNvPr id="7" name="Editable box: RETRIEVAL">
            <a:extLst>
              <a:ext uri="{FF2B5EF4-FFF2-40B4-BE49-F238E27FC236}">
                <a16:creationId xmlns:a16="http://schemas.microsoft.com/office/drawing/2014/main" id="{E3716F09-F920-44E0-B83F-2EEE83416D17}"/>
              </a:ext>
            </a:extLst>
          </p:cNvPr>
          <p:cNvSpPr>
            <a:spLocks noGrp="1"/>
          </p:cNvSpPr>
          <p:nvPr/>
        </p:nvSpPr>
        <p:spPr>
          <a:xfrm>
            <a:off x="952500" y="2333625"/>
            <a:ext cx="4857750" cy="552450"/>
          </a:xfrm>
          <a:prstGeom prst="roundRect">
            <a:avLst>
              <a:gd name="adj" fmla="val 24138"/>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RETRIEVAL</a:t>
            </a:r>
          </a:p>
        </p:txBody>
      </p:sp>
      <p:sp>
        <p:nvSpPr>
          <p:cNvPr id="8" name="Editable text">
            <a:extLst>
              <a:ext uri="{FF2B5EF4-FFF2-40B4-BE49-F238E27FC236}">
                <a16:creationId xmlns:a16="http://schemas.microsoft.com/office/drawing/2014/main" id="{50E7BB66-433D-459F-8FE2-5C220979AC85}"/>
              </a:ext>
            </a:extLst>
          </p:cNvPr>
          <p:cNvSpPr>
            <a:spLocks noGrp="1"/>
          </p:cNvSpPr>
          <p:nvPr/>
        </p:nvSpPr>
        <p:spPr>
          <a:xfrm>
            <a:off x="114300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Find approved evidence</a:t>
            </a:r>
          </a:p>
          <a:p>
            <a:pPr algn="l">
              <a:defRPr sz="1500" b="0">
                <a:solidFill>
                  <a:srgbClr val="262626"/>
                </a:solidFill>
              </a:defRPr>
            </a:pPr>
            <a:r>
              <a:rPr sz="1500" b="0">
                <a:solidFill>
                  <a:srgbClr val="262626"/>
                </a:solidFill>
              </a:rPr>
              <a:t>Preserve source metadata</a:t>
            </a:r>
          </a:p>
          <a:p>
            <a:pPr algn="l">
              <a:defRPr sz="1500" b="0">
                <a:solidFill>
                  <a:srgbClr val="262626"/>
                </a:solidFill>
              </a:defRPr>
            </a:pPr>
            <a:r>
              <a:rPr sz="1500" b="0">
                <a:solidFill>
                  <a:srgbClr val="262626"/>
                </a:solidFill>
              </a:rPr>
              <a:t>Improve traceability</a:t>
            </a:r>
          </a:p>
          <a:p>
            <a:pPr algn="l">
              <a:defRPr sz="1500" b="0">
                <a:solidFill>
                  <a:srgbClr val="262626"/>
                </a:solidFill>
              </a:defRPr>
            </a:pPr>
            <a:r>
              <a:rPr sz="1500" b="0">
                <a:solidFill>
                  <a:srgbClr val="262626"/>
                </a:solidFill>
              </a:rPr>
              <a:t>Reduce unsupported memory</a:t>
            </a:r>
          </a:p>
        </p:txBody>
      </p:sp>
      <p:sp>
        <p:nvSpPr>
          <p:cNvPr id="9" name="Editable box: REASONING">
            <a:extLst>
              <a:ext uri="{FF2B5EF4-FFF2-40B4-BE49-F238E27FC236}">
                <a16:creationId xmlns:a16="http://schemas.microsoft.com/office/drawing/2014/main" id="{1ECF7A27-5E25-4573-AC90-69ACECB4FE91}"/>
              </a:ext>
            </a:extLst>
          </p:cNvPr>
          <p:cNvSpPr>
            <a:spLocks noGrp="1"/>
          </p:cNvSpPr>
          <p:nvPr/>
        </p:nvSpPr>
        <p:spPr>
          <a:xfrm>
            <a:off x="6381750" y="2333625"/>
            <a:ext cx="4857750" cy="552450"/>
          </a:xfrm>
          <a:prstGeom prst="roundRect">
            <a:avLst>
              <a:gd name="adj" fmla="val 24138"/>
            </a:avLst>
          </a:prstGeom>
          <a:solidFill>
            <a:srgbClr val="FFF2ED"/>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REASONING</a:t>
            </a:r>
          </a:p>
        </p:txBody>
      </p:sp>
      <p:sp>
        <p:nvSpPr>
          <p:cNvPr id="10" name="Editable text">
            <a:extLst>
              <a:ext uri="{FF2B5EF4-FFF2-40B4-BE49-F238E27FC236}">
                <a16:creationId xmlns:a16="http://schemas.microsoft.com/office/drawing/2014/main" id="{D743653B-E592-4AA0-8810-45F43D3FD543}"/>
              </a:ext>
            </a:extLst>
          </p:cNvPr>
          <p:cNvSpPr>
            <a:spLocks noGrp="1"/>
          </p:cNvSpPr>
          <p:nvPr/>
        </p:nvSpPr>
        <p:spPr>
          <a:xfrm>
            <a:off x="657225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Decompose the task</a:t>
            </a:r>
          </a:p>
          <a:p>
            <a:pPr algn="l">
              <a:defRPr sz="1500" b="0">
                <a:solidFill>
                  <a:srgbClr val="262626"/>
                </a:solidFill>
              </a:defRPr>
            </a:pPr>
            <a:r>
              <a:rPr sz="1500" b="0">
                <a:solidFill>
                  <a:srgbClr val="262626"/>
                </a:solidFill>
              </a:rPr>
              <a:t>Apply rules or tools</a:t>
            </a:r>
          </a:p>
          <a:p>
            <a:pPr algn="l">
              <a:defRPr sz="1500" b="0">
                <a:solidFill>
                  <a:srgbClr val="262626"/>
                </a:solidFill>
              </a:defRPr>
            </a:pPr>
            <a:r>
              <a:rPr sz="1500" b="0">
                <a:solidFill>
                  <a:srgbClr val="262626"/>
                </a:solidFill>
              </a:rPr>
              <a:t>Check intermediate outputs</a:t>
            </a:r>
          </a:p>
          <a:p>
            <a:pPr algn="l">
              <a:defRPr sz="1500" b="0">
                <a:solidFill>
                  <a:srgbClr val="262626"/>
                </a:solidFill>
              </a:defRPr>
            </a:pPr>
            <a:r>
              <a:rPr sz="1500" b="0">
                <a:solidFill>
                  <a:srgbClr val="262626"/>
                </a:solidFill>
              </a:rPr>
              <a:t>Synthesize a decision</a:t>
            </a:r>
          </a:p>
        </p:txBody>
      </p:sp>
      <p:sp>
        <p:nvSpPr>
          <p:cNvPr id="11" name="Editable box: Do not equate retrieval with reasoning; reliable systems often need both.">
            <a:extLst>
              <a:ext uri="{FF2B5EF4-FFF2-40B4-BE49-F238E27FC236}">
                <a16:creationId xmlns:a16="http://schemas.microsoft.com/office/drawing/2014/main" id="{F1E4754E-161D-49EC-8611-A8194A0EA69C}"/>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Do not equate retrieval with reasoning; reliable systems often need both.</a:t>
            </a:r>
          </a:p>
        </p:txBody>
      </p:sp>
    </p:spTree>
    <p:extLst>
      <p:ext uri="{BB962C8B-B14F-4D97-AF65-F5344CB8AC3E}">
        <p14:creationId xmlns:p14="http://schemas.microsoft.com/office/powerpoint/2010/main" val="12688527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Maximum Context Is Not Always Usable Context</a:t>
            </a:r>
          </a:p>
        </p:txBody>
      </p:sp>
      <p:sp>
        <p:nvSpPr>
          <p:cNvPr id="5" name="Editable content rail">
            <a:extLst>
              <a:ext uri="{FF2B5EF4-FFF2-40B4-BE49-F238E27FC236}">
                <a16:creationId xmlns:a16="http://schemas.microsoft.com/office/drawing/2014/main" id="{E43745DB-D79F-43C8-A5A2-22A2F2FBFE1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pic>
        <p:nvPicPr>
          <p:cNvPr id="13" name="Picture 12"/>
          <p:cNvPicPr>
            <a:picLocks noChangeAspect="1"/>
          </p:cNvPicPr>
          <p:nvPr/>
        </p:nvPicPr>
        <p:blipFill>
          <a:blip r:embed="rId3"/>
          <a:stretch/>
        </p:blipFill>
        <p:spPr>
          <a:xfrm>
            <a:off x="1485812" y="2000250"/>
            <a:ext cx="6458127" cy="3476625"/>
          </a:xfrm>
          <a:prstGeom prst="roundRect">
            <a:avLst>
              <a:gd name="adj" fmla="val 3288"/>
            </a:avLst>
          </a:prstGeom>
        </p:spPr>
      </p:pic>
      <p:sp>
        <p:nvSpPr>
          <p:cNvPr id="7" name="Editable box: PRIMACY&#10;strong">
            <a:extLst>
              <a:ext uri="{FF2B5EF4-FFF2-40B4-BE49-F238E27FC236}">
                <a16:creationId xmlns:a16="http://schemas.microsoft.com/office/drawing/2014/main" id="{08AE58DC-5506-443A-B356-40E15708E3CD}"/>
              </a:ext>
            </a:extLst>
          </p:cNvPr>
          <p:cNvSpPr>
            <a:spLocks noGrp="1"/>
          </p:cNvSpPr>
          <p:nvPr/>
        </p:nvSpPr>
        <p:spPr>
          <a:xfrm>
            <a:off x="8858250" y="2381250"/>
            <a:ext cx="2000250" cy="714375"/>
          </a:xfrm>
          <a:prstGeom prst="roundRect">
            <a:avLst>
              <a:gd name="adj" fmla="val 18667"/>
            </a:avLst>
          </a:prstGeom>
          <a:solidFill>
            <a:srgbClr val="EFF5FF"/>
          </a:solidFill>
          <a:ln w="14288">
            <a:solidFill>
              <a:srgbClr val="2F73E8"/>
            </a:solidFill>
            <a:prstDash val="solid"/>
          </a:ln>
        </p:spPr>
        <p:txBody>
          <a:bodyPr anchor="ctr"/>
          <a:lstStyle/>
          <a:p>
            <a:pPr algn="ctr">
              <a:defRPr sz="1575" b="1">
                <a:solidFill>
                  <a:srgbClr val="184E8A"/>
                </a:solidFill>
              </a:defRPr>
            </a:pPr>
            <a:r>
              <a:rPr sz="1575" b="1">
                <a:solidFill>
                  <a:srgbClr val="184E8A"/>
                </a:solidFill>
              </a:rPr>
              <a:t>PRIMACY</a:t>
            </a:r>
          </a:p>
          <a:p>
            <a:pPr algn="ctr">
              <a:defRPr sz="1575" b="1">
                <a:solidFill>
                  <a:srgbClr val="184E8A"/>
                </a:solidFill>
              </a:defRPr>
            </a:pPr>
            <a:r>
              <a:rPr sz="1575" b="1">
                <a:solidFill>
                  <a:srgbClr val="184E8A"/>
                </a:solidFill>
              </a:rPr>
              <a:t>strong</a:t>
            </a:r>
          </a:p>
        </p:txBody>
      </p:sp>
      <p:sp>
        <p:nvSpPr>
          <p:cNvPr id="8" name="Editable box: MIDDLE&#10;weak">
            <a:extLst>
              <a:ext uri="{FF2B5EF4-FFF2-40B4-BE49-F238E27FC236}">
                <a16:creationId xmlns:a16="http://schemas.microsoft.com/office/drawing/2014/main" id="{F190C668-A7DB-4E94-8F71-643486835E41}"/>
              </a:ext>
            </a:extLst>
          </p:cNvPr>
          <p:cNvSpPr>
            <a:spLocks noGrp="1"/>
          </p:cNvSpPr>
          <p:nvPr/>
        </p:nvSpPr>
        <p:spPr>
          <a:xfrm>
            <a:off x="8858250" y="3381375"/>
            <a:ext cx="2000250" cy="714375"/>
          </a:xfrm>
          <a:prstGeom prst="roundRect">
            <a:avLst>
              <a:gd name="adj" fmla="val 18667"/>
            </a:avLst>
          </a:prstGeom>
          <a:solidFill>
            <a:srgbClr val="FFF2ED"/>
          </a:solidFill>
          <a:ln w="14288">
            <a:solidFill>
              <a:srgbClr val="D83B42"/>
            </a:solidFill>
            <a:prstDash val="solid"/>
          </a:ln>
        </p:spPr>
        <p:txBody>
          <a:bodyPr anchor="ctr"/>
          <a:lstStyle/>
          <a:p>
            <a:pPr algn="ctr">
              <a:defRPr sz="1575" b="1">
                <a:solidFill>
                  <a:srgbClr val="D83B42"/>
                </a:solidFill>
              </a:defRPr>
            </a:pPr>
            <a:r>
              <a:rPr sz="1575" b="1">
                <a:solidFill>
                  <a:srgbClr val="D83B42"/>
                </a:solidFill>
              </a:rPr>
              <a:t>MIDDLE</a:t>
            </a:r>
          </a:p>
          <a:p>
            <a:pPr algn="ctr">
              <a:defRPr sz="1575" b="1">
                <a:solidFill>
                  <a:srgbClr val="D83B42"/>
                </a:solidFill>
              </a:defRPr>
            </a:pPr>
            <a:r>
              <a:rPr sz="1575" b="1">
                <a:solidFill>
                  <a:srgbClr val="D83B42"/>
                </a:solidFill>
              </a:rPr>
              <a:t>weak</a:t>
            </a:r>
          </a:p>
        </p:txBody>
      </p:sp>
      <p:sp>
        <p:nvSpPr>
          <p:cNvPr id="9" name="Editable box: RECENCY&#10;strong">
            <a:extLst>
              <a:ext uri="{FF2B5EF4-FFF2-40B4-BE49-F238E27FC236}">
                <a16:creationId xmlns:a16="http://schemas.microsoft.com/office/drawing/2014/main" id="{1EB638DE-ECFA-4375-A9E9-2C1C2082B8BF}"/>
              </a:ext>
            </a:extLst>
          </p:cNvPr>
          <p:cNvSpPr>
            <a:spLocks noGrp="1"/>
          </p:cNvSpPr>
          <p:nvPr/>
        </p:nvSpPr>
        <p:spPr>
          <a:xfrm>
            <a:off x="8858250" y="4381500"/>
            <a:ext cx="2000250" cy="714375"/>
          </a:xfrm>
          <a:prstGeom prst="roundRect">
            <a:avLst>
              <a:gd name="adj" fmla="val 18667"/>
            </a:avLst>
          </a:prstGeom>
          <a:solidFill>
            <a:srgbClr val="ECF8F1"/>
          </a:solidFill>
          <a:ln w="14288">
            <a:solidFill>
              <a:srgbClr val="2E9B63"/>
            </a:solidFill>
            <a:prstDash val="solid"/>
          </a:ln>
        </p:spPr>
        <p:txBody>
          <a:bodyPr anchor="ctr"/>
          <a:lstStyle/>
          <a:p>
            <a:pPr algn="ctr">
              <a:defRPr sz="1575" b="1">
                <a:solidFill>
                  <a:srgbClr val="2E9B63"/>
                </a:solidFill>
              </a:defRPr>
            </a:pPr>
            <a:r>
              <a:rPr sz="1575" b="1">
                <a:solidFill>
                  <a:srgbClr val="2E9B63"/>
                </a:solidFill>
              </a:rPr>
              <a:t>RECENCY</a:t>
            </a:r>
          </a:p>
          <a:p>
            <a:pPr algn="ctr">
              <a:defRPr sz="1575" b="1">
                <a:solidFill>
                  <a:srgbClr val="2E9B63"/>
                </a:solidFill>
              </a:defRPr>
            </a:pPr>
            <a:r>
              <a:rPr sz="1575" b="1">
                <a:solidFill>
                  <a:srgbClr val="2E9B63"/>
                </a:solidFill>
              </a:rPr>
              <a:t>strong</a:t>
            </a:r>
          </a:p>
        </p:txBody>
      </p:sp>
      <p:sp>
        <p:nvSpPr>
          <p:cNvPr id="10" name="Editable box: Maximum context is a capacity limit—not a guarantee of uniform retrieval accuracy.">
            <a:extLst>
              <a:ext uri="{FF2B5EF4-FFF2-40B4-BE49-F238E27FC236}">
                <a16:creationId xmlns:a16="http://schemas.microsoft.com/office/drawing/2014/main" id="{E44F641E-5414-4A83-951C-4598FF69B0F5}"/>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Maximum context is a capacity limit—not a guarantee of uniform retrieval accuracy.</a:t>
            </a:r>
          </a:p>
        </p:txBody>
      </p:sp>
    </p:spTree>
    <p:extLst>
      <p:ext uri="{BB962C8B-B14F-4D97-AF65-F5344CB8AC3E}">
        <p14:creationId xmlns:p14="http://schemas.microsoft.com/office/powerpoint/2010/main" val="24761486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Measure Effective Context Empirically</a:t>
            </a:r>
          </a:p>
        </p:txBody>
      </p:sp>
      <p:sp>
        <p:nvSpPr>
          <p:cNvPr id="13" name="Restored content rail">
            <a:extLst>
              <a:ext uri="{FF2B5EF4-FFF2-40B4-BE49-F238E27FC236}">
                <a16:creationId xmlns:a16="http://schemas.microsoft.com/office/drawing/2014/main" id="{F799C436-6222-4181-B23E-1C61211D8375}"/>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16363F9F-15C2-4F91-8B7E-67FFA028820E}"/>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Useful context depends on the model, task, evidence position, noise, and evaluation method.</a:t>
            </a:r>
          </a:p>
        </p:txBody>
      </p:sp>
      <p:sp>
        <p:nvSpPr>
          <p:cNvPr id="15" name="Two-column divider">
            <a:extLst>
              <a:ext uri="{FF2B5EF4-FFF2-40B4-BE49-F238E27FC236}">
                <a16:creationId xmlns:a16="http://schemas.microsoft.com/office/drawing/2014/main" id="{FC73923A-4288-4A89-95C3-889C21E59D11}"/>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DFECA3A9-0F3B-4CF4-B4C6-7EF8FCD67E5F}"/>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Evaluation protocol</a:t>
            </a:r>
          </a:p>
        </p:txBody>
      </p:sp>
      <p:sp>
        <p:nvSpPr>
          <p:cNvPr id="17" name="Restored right heading">
            <a:extLst>
              <a:ext uri="{FF2B5EF4-FFF2-40B4-BE49-F238E27FC236}">
                <a16:creationId xmlns:a16="http://schemas.microsoft.com/office/drawing/2014/main" id="{6A5B672E-98C6-47FC-AD74-1E95046AF429}"/>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Design response</a:t>
            </a:r>
          </a:p>
        </p:txBody>
      </p:sp>
      <p:sp>
        <p:nvSpPr>
          <p:cNvPr id="18" name="Restored left bullets">
            <a:extLst>
              <a:ext uri="{FF2B5EF4-FFF2-40B4-BE49-F238E27FC236}">
                <a16:creationId xmlns:a16="http://schemas.microsoft.com/office/drawing/2014/main" id="{7C3ECBB4-93F9-4D0D-A423-1ACB16B4501A}"/>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Sweep evidence across beginning, middle, and end</a:t>
            </a:r>
          </a:p>
          <a:p>
            <a:pPr marL="24" indent="-15">
              <a:spcAft>
                <a:spcPts val="9"/>
              </a:spcAft>
              <a:buChar char="•"/>
              <a:defRPr sz="1800"/>
            </a:pPr>
            <a:r>
              <a:rPr sz="2000">
                <a:solidFill>
                  <a:srgbClr val="262626"/>
                </a:solidFill>
                <a:latin typeface="Calibri"/>
                <a:ea typeface="Calibri"/>
                <a:cs typeface="Calibri"/>
              </a:rPr>
              <a:t> Vary document length and distracting content</a:t>
            </a:r>
          </a:p>
          <a:p>
            <a:pPr marL="24" indent="-15">
              <a:spcAft>
                <a:spcPts val="9"/>
              </a:spcAft>
              <a:buChar char="•"/>
              <a:defRPr sz="1800"/>
            </a:pPr>
            <a:r>
              <a:rPr sz="2000">
                <a:solidFill>
                  <a:srgbClr val="262626"/>
                </a:solidFill>
                <a:latin typeface="Calibri"/>
                <a:ea typeface="Calibri"/>
                <a:cs typeface="Calibri"/>
              </a:rPr>
              <a:t> Measure task accuracy, citation quality, and abstention</a:t>
            </a:r>
          </a:p>
        </p:txBody>
      </p:sp>
      <p:sp>
        <p:nvSpPr>
          <p:cNvPr id="19" name="Restored right bullets">
            <a:extLst>
              <a:ext uri="{FF2B5EF4-FFF2-40B4-BE49-F238E27FC236}">
                <a16:creationId xmlns:a16="http://schemas.microsoft.com/office/drawing/2014/main" id="{DD7065F8-AA5F-4A37-801A-1FEB689B49F6}"/>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Retrieve, rank, and compress evidence</a:t>
            </a:r>
          </a:p>
          <a:p>
            <a:pPr marL="24" indent="-15">
              <a:spcAft>
                <a:spcPts val="9"/>
              </a:spcAft>
              <a:buChar char="•"/>
              <a:defRPr sz="1800"/>
            </a:pPr>
            <a:r>
              <a:rPr sz="2000">
                <a:solidFill>
                  <a:srgbClr val="262626"/>
                </a:solidFill>
                <a:latin typeface="Calibri"/>
                <a:ea typeface="Calibri"/>
                <a:cs typeface="Calibri"/>
              </a:rPr>
              <a:t> Preserve source metadata</a:t>
            </a:r>
          </a:p>
          <a:p>
            <a:pPr marL="24" indent="-15">
              <a:spcAft>
                <a:spcPts val="9"/>
              </a:spcAft>
              <a:buChar char="•"/>
              <a:defRPr sz="1800"/>
            </a:pPr>
            <a:r>
              <a:rPr sz="2000">
                <a:solidFill>
                  <a:srgbClr val="262626"/>
                </a:solidFill>
                <a:latin typeface="Calibri"/>
                <a:ea typeface="Calibri"/>
                <a:cs typeface="Calibri"/>
              </a:rPr>
              <a:t> Reorder or chunk content for the target task</a:t>
            </a:r>
          </a:p>
        </p:txBody>
      </p:sp>
      <p:sp>
        <p:nvSpPr>
          <p:cNvPr id="20" name="Restored takeaway background">
            <a:extLst>
              <a:ext uri="{FF2B5EF4-FFF2-40B4-BE49-F238E27FC236}">
                <a16:creationId xmlns:a16="http://schemas.microsoft.com/office/drawing/2014/main" id="{0F45477B-4CC4-4182-93FC-CFAACD2CB7CB}"/>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E5CC19EA-FB2D-4792-9F9F-131A0285A424}"/>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Use effective context as an internal benchmark, not a standardized model specification.</a:t>
            </a:r>
          </a:p>
        </p:txBody>
      </p:sp>
    </p:spTree>
    <p:extLst>
      <p:ext uri="{BB962C8B-B14F-4D97-AF65-F5344CB8AC3E}">
        <p14:creationId xmlns:p14="http://schemas.microsoft.com/office/powerpoint/2010/main" val="2569807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Compare Context Windows Carefully</a:t>
            </a:r>
          </a:p>
        </p:txBody>
      </p:sp>
      <p:sp>
        <p:nvSpPr>
          <p:cNvPr id="5" name="Editable content rail">
            <a:extLst>
              <a:ext uri="{FF2B5EF4-FFF2-40B4-BE49-F238E27FC236}">
                <a16:creationId xmlns:a16="http://schemas.microsoft.com/office/drawing/2014/main" id="{4E44E1AA-18B2-48B1-8DC3-279861FC57D4}"/>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0B3D356E-9446-40F7-984C-CAE70102EEF8}"/>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Advertised token limits are useful ceilings, but they do not imply equal usable context.</a:t>
            </a:r>
          </a:p>
        </p:txBody>
      </p:sp>
      <p:sp>
        <p:nvSpPr>
          <p:cNvPr id="7" name="Editable text">
            <a:extLst>
              <a:ext uri="{FF2B5EF4-FFF2-40B4-BE49-F238E27FC236}">
                <a16:creationId xmlns:a16="http://schemas.microsoft.com/office/drawing/2014/main" id="{6D5A8342-1871-47CF-8E9C-2463DD54854D}"/>
              </a:ext>
            </a:extLst>
          </p:cNvPr>
          <p:cNvSpPr>
            <a:spLocks noGrp="1"/>
          </p:cNvSpPr>
          <p:nvPr/>
        </p:nvSpPr>
        <p:spPr>
          <a:xfrm>
            <a:off x="1095375" y="2476500"/>
            <a:ext cx="1238250" cy="523875"/>
          </a:xfrm>
          <a:prstGeom prst="rect">
            <a:avLst/>
          </a:prstGeom>
          <a:noFill/>
          <a:ln w="0">
            <a:noFill/>
          </a:ln>
        </p:spPr>
        <p:txBody>
          <a:bodyPr anchor="ctr"/>
          <a:lstStyle/>
          <a:p>
            <a:pPr algn="l">
              <a:defRPr sz="1575" b="1">
                <a:solidFill>
                  <a:srgbClr val="2F73E8"/>
                </a:solidFill>
              </a:defRPr>
            </a:pPr>
            <a:r>
              <a:rPr sz="1575" b="1">
                <a:solidFill>
                  <a:srgbClr val="2F73E8"/>
                </a:solidFill>
              </a:rPr>
              <a:t>Model A</a:t>
            </a:r>
          </a:p>
        </p:txBody>
      </p:sp>
      <p:sp>
        <p:nvSpPr>
          <p:cNvPr id="8" name="Editable box: 26k tokens">
            <a:extLst>
              <a:ext uri="{FF2B5EF4-FFF2-40B4-BE49-F238E27FC236}">
                <a16:creationId xmlns:a16="http://schemas.microsoft.com/office/drawing/2014/main" id="{80F0A29A-F568-4EEE-BD05-BFC0E111338E}"/>
              </a:ext>
            </a:extLst>
          </p:cNvPr>
          <p:cNvSpPr>
            <a:spLocks noGrp="1"/>
          </p:cNvSpPr>
          <p:nvPr/>
        </p:nvSpPr>
        <p:spPr>
          <a:xfrm>
            <a:off x="2571750" y="2476500"/>
            <a:ext cx="2476500" cy="523875"/>
          </a:xfrm>
          <a:prstGeom prst="roundRect">
            <a:avLst>
              <a:gd name="adj" fmla="val 25455"/>
            </a:avLst>
          </a:prstGeom>
          <a:solidFill>
            <a:srgbClr val="2F73E8"/>
          </a:solidFill>
          <a:ln w="14288">
            <a:solidFill>
              <a:srgbClr val="2F73E8"/>
            </a:solidFill>
            <a:prstDash val="solid"/>
          </a:ln>
        </p:spPr>
        <p:txBody>
          <a:bodyPr anchor="ctr"/>
          <a:lstStyle/>
          <a:p>
            <a:pPr algn="r">
              <a:defRPr sz="1425" b="1">
                <a:solidFill>
                  <a:srgbClr val="FFFFFF"/>
                </a:solidFill>
              </a:defRPr>
            </a:pPr>
            <a:r>
              <a:rPr sz="1425" b="1">
                <a:solidFill>
                  <a:srgbClr val="FFFFFF"/>
                </a:solidFill>
              </a:rPr>
              <a:t>26k tokens</a:t>
            </a:r>
          </a:p>
        </p:txBody>
      </p:sp>
      <p:sp>
        <p:nvSpPr>
          <p:cNvPr id="9" name="Editable text">
            <a:extLst>
              <a:ext uri="{FF2B5EF4-FFF2-40B4-BE49-F238E27FC236}">
                <a16:creationId xmlns:a16="http://schemas.microsoft.com/office/drawing/2014/main" id="{67F4DF79-9069-419D-9056-7D253382B535}"/>
              </a:ext>
            </a:extLst>
          </p:cNvPr>
          <p:cNvSpPr>
            <a:spLocks noGrp="1"/>
          </p:cNvSpPr>
          <p:nvPr/>
        </p:nvSpPr>
        <p:spPr>
          <a:xfrm>
            <a:off x="1095375" y="3429000"/>
            <a:ext cx="1238250" cy="523875"/>
          </a:xfrm>
          <a:prstGeom prst="rect">
            <a:avLst/>
          </a:prstGeom>
          <a:noFill/>
          <a:ln w="0">
            <a:noFill/>
          </a:ln>
        </p:spPr>
        <p:txBody>
          <a:bodyPr anchor="ctr"/>
          <a:lstStyle/>
          <a:p>
            <a:pPr algn="l">
              <a:defRPr sz="1575" b="1">
                <a:solidFill>
                  <a:srgbClr val="E85A33"/>
                </a:solidFill>
              </a:defRPr>
            </a:pPr>
            <a:r>
              <a:rPr sz="1575" b="1">
                <a:solidFill>
                  <a:srgbClr val="E85A33"/>
                </a:solidFill>
              </a:rPr>
              <a:t>Model B</a:t>
            </a:r>
          </a:p>
        </p:txBody>
      </p:sp>
      <p:sp>
        <p:nvSpPr>
          <p:cNvPr id="10" name="Editable box: 43k tokens">
            <a:extLst>
              <a:ext uri="{FF2B5EF4-FFF2-40B4-BE49-F238E27FC236}">
                <a16:creationId xmlns:a16="http://schemas.microsoft.com/office/drawing/2014/main" id="{077A8ABB-9FB3-4A20-B02C-905890DF8A4B}"/>
              </a:ext>
            </a:extLst>
          </p:cNvPr>
          <p:cNvSpPr>
            <a:spLocks noGrp="1"/>
          </p:cNvSpPr>
          <p:nvPr/>
        </p:nvSpPr>
        <p:spPr>
          <a:xfrm>
            <a:off x="2571750" y="3429000"/>
            <a:ext cx="4095750" cy="523875"/>
          </a:xfrm>
          <a:prstGeom prst="roundRect">
            <a:avLst>
              <a:gd name="adj" fmla="val 25455"/>
            </a:avLst>
          </a:prstGeom>
          <a:solidFill>
            <a:srgbClr val="E85A33"/>
          </a:solidFill>
          <a:ln w="14288">
            <a:solidFill>
              <a:srgbClr val="E85A33"/>
            </a:solidFill>
            <a:prstDash val="solid"/>
          </a:ln>
        </p:spPr>
        <p:txBody>
          <a:bodyPr anchor="ctr"/>
          <a:lstStyle/>
          <a:p>
            <a:pPr algn="r">
              <a:defRPr sz="1425" b="1">
                <a:solidFill>
                  <a:srgbClr val="FFFFFF"/>
                </a:solidFill>
              </a:defRPr>
            </a:pPr>
            <a:r>
              <a:rPr sz="1425" b="1">
                <a:solidFill>
                  <a:srgbClr val="FFFFFF"/>
                </a:solidFill>
              </a:rPr>
              <a:t>43k tokens</a:t>
            </a:r>
          </a:p>
        </p:txBody>
      </p:sp>
      <p:sp>
        <p:nvSpPr>
          <p:cNvPr id="11" name="Editable text">
            <a:extLst>
              <a:ext uri="{FF2B5EF4-FFF2-40B4-BE49-F238E27FC236}">
                <a16:creationId xmlns:a16="http://schemas.microsoft.com/office/drawing/2014/main" id="{E4F6AE8F-91BC-4B41-9BEF-149533437AC0}"/>
              </a:ext>
            </a:extLst>
          </p:cNvPr>
          <p:cNvSpPr>
            <a:spLocks noGrp="1"/>
          </p:cNvSpPr>
          <p:nvPr/>
        </p:nvSpPr>
        <p:spPr>
          <a:xfrm>
            <a:off x="1095375" y="4381500"/>
            <a:ext cx="1238250" cy="523875"/>
          </a:xfrm>
          <a:prstGeom prst="rect">
            <a:avLst/>
          </a:prstGeom>
          <a:noFill/>
          <a:ln w="0">
            <a:noFill/>
          </a:ln>
        </p:spPr>
        <p:txBody>
          <a:bodyPr anchor="ctr"/>
          <a:lstStyle/>
          <a:p>
            <a:pPr algn="l">
              <a:defRPr sz="1575" b="1">
                <a:solidFill>
                  <a:srgbClr val="7457C8"/>
                </a:solidFill>
              </a:defRPr>
            </a:pPr>
            <a:r>
              <a:rPr sz="1575" b="1">
                <a:solidFill>
                  <a:srgbClr val="7457C8"/>
                </a:solidFill>
              </a:rPr>
              <a:t>Model C</a:t>
            </a:r>
          </a:p>
        </p:txBody>
      </p:sp>
      <p:sp>
        <p:nvSpPr>
          <p:cNvPr id="12" name="Editable box: 62k tokens">
            <a:extLst>
              <a:ext uri="{FF2B5EF4-FFF2-40B4-BE49-F238E27FC236}">
                <a16:creationId xmlns:a16="http://schemas.microsoft.com/office/drawing/2014/main" id="{C5BBB729-5752-48B8-87B7-70B67AB1C544}"/>
              </a:ext>
            </a:extLst>
          </p:cNvPr>
          <p:cNvSpPr>
            <a:spLocks noGrp="1"/>
          </p:cNvSpPr>
          <p:nvPr/>
        </p:nvSpPr>
        <p:spPr>
          <a:xfrm>
            <a:off x="2571750" y="4381500"/>
            <a:ext cx="5905500" cy="523875"/>
          </a:xfrm>
          <a:prstGeom prst="roundRect">
            <a:avLst>
              <a:gd name="adj" fmla="val 25455"/>
            </a:avLst>
          </a:prstGeom>
          <a:solidFill>
            <a:srgbClr val="7457C8"/>
          </a:solidFill>
          <a:ln w="14288">
            <a:solidFill>
              <a:srgbClr val="7457C8"/>
            </a:solidFill>
            <a:prstDash val="solid"/>
          </a:ln>
        </p:spPr>
        <p:txBody>
          <a:bodyPr anchor="ctr"/>
          <a:lstStyle/>
          <a:p>
            <a:pPr algn="r">
              <a:defRPr sz="1425" b="1">
                <a:solidFill>
                  <a:srgbClr val="FFFFFF"/>
                </a:solidFill>
              </a:defRPr>
            </a:pPr>
            <a:r>
              <a:rPr sz="1425" b="1">
                <a:solidFill>
                  <a:srgbClr val="FFFFFF"/>
                </a:solidFill>
              </a:rPr>
              <a:t>62k tokens</a:t>
            </a:r>
          </a:p>
        </p:txBody>
      </p:sp>
      <p:sp>
        <p:nvSpPr>
          <p:cNvPr id="13" name="Editable text">
            <a:extLst>
              <a:ext uri="{FF2B5EF4-FFF2-40B4-BE49-F238E27FC236}">
                <a16:creationId xmlns:a16="http://schemas.microsoft.com/office/drawing/2014/main" id="{8C0BDA71-66B3-4D55-9438-253DFDEDF788}"/>
              </a:ext>
            </a:extLst>
          </p:cNvPr>
          <p:cNvSpPr>
            <a:spLocks noGrp="1"/>
          </p:cNvSpPr>
          <p:nvPr/>
        </p:nvSpPr>
        <p:spPr>
          <a:xfrm>
            <a:off x="3048000" y="5286375"/>
            <a:ext cx="6191250" cy="361950"/>
          </a:xfrm>
          <a:prstGeom prst="rect">
            <a:avLst/>
          </a:prstGeom>
          <a:noFill/>
          <a:ln w="0">
            <a:noFill/>
          </a:ln>
        </p:spPr>
        <p:txBody>
          <a:bodyPr anchor="ctr"/>
          <a:lstStyle/>
          <a:p>
            <a:pPr algn="ctr">
              <a:defRPr sz="1500" b="0">
                <a:solidFill>
                  <a:srgbClr val="5E6875"/>
                </a:solidFill>
              </a:defRPr>
            </a:pPr>
            <a:r>
              <a:rPr sz="1500" b="0">
                <a:solidFill>
                  <a:srgbClr val="5E6875"/>
                </a:solidFill>
              </a:rPr>
              <a:t>Tokenizer • modality • evidence position • task accuracy</a:t>
            </a:r>
          </a:p>
        </p:txBody>
      </p:sp>
      <p:sp>
        <p:nvSpPr>
          <p:cNvPr id="14" name="Editable box: Compare context windows with task-level accuracy, not token count alone.">
            <a:extLst>
              <a:ext uri="{FF2B5EF4-FFF2-40B4-BE49-F238E27FC236}">
                <a16:creationId xmlns:a16="http://schemas.microsoft.com/office/drawing/2014/main" id="{7F4C8D8E-E00F-474F-ABF5-D1DE48F4C8C9}"/>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Compare context windows with task-level accuracy, not token count alone.</a:t>
            </a:r>
          </a:p>
        </p:txBody>
      </p:sp>
    </p:spTree>
    <p:extLst>
      <p:ext uri="{BB962C8B-B14F-4D97-AF65-F5344CB8AC3E}">
        <p14:creationId xmlns:p14="http://schemas.microsoft.com/office/powerpoint/2010/main" val="5799060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Latency and Throughput Are Different</a:t>
            </a:r>
          </a:p>
        </p:txBody>
      </p:sp>
      <p:sp>
        <p:nvSpPr>
          <p:cNvPr id="5" name="Editable content rail">
            <a:extLst>
              <a:ext uri="{FF2B5EF4-FFF2-40B4-BE49-F238E27FC236}">
                <a16:creationId xmlns:a16="http://schemas.microsoft.com/office/drawing/2014/main" id="{F6E95CDC-885F-42B4-BA69-11C33794D87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C4324492-4DF6-4D40-89FA-3033A492F1E1}"/>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Latency measures one user’s waiting time; throughput measures fleet work completed.</a:t>
            </a:r>
          </a:p>
        </p:txBody>
      </p:sp>
      <p:sp>
        <p:nvSpPr>
          <p:cNvPr id="7" name="Editable box: LOW LATENCY">
            <a:extLst>
              <a:ext uri="{FF2B5EF4-FFF2-40B4-BE49-F238E27FC236}">
                <a16:creationId xmlns:a16="http://schemas.microsoft.com/office/drawing/2014/main" id="{BE9EF5D4-1582-4605-8FBA-39BEAA200479}"/>
              </a:ext>
            </a:extLst>
          </p:cNvPr>
          <p:cNvSpPr>
            <a:spLocks noGrp="1"/>
          </p:cNvSpPr>
          <p:nvPr/>
        </p:nvSpPr>
        <p:spPr>
          <a:xfrm>
            <a:off x="952500" y="2333625"/>
            <a:ext cx="4857750" cy="552450"/>
          </a:xfrm>
          <a:prstGeom prst="roundRect">
            <a:avLst>
              <a:gd name="adj" fmla="val 24138"/>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LOW LATENCY</a:t>
            </a:r>
          </a:p>
        </p:txBody>
      </p:sp>
      <p:sp>
        <p:nvSpPr>
          <p:cNvPr id="8" name="Editable text">
            <a:extLst>
              <a:ext uri="{FF2B5EF4-FFF2-40B4-BE49-F238E27FC236}">
                <a16:creationId xmlns:a16="http://schemas.microsoft.com/office/drawing/2014/main" id="{1A07340D-F6AE-4B30-A0FA-87CA95A6D3F1}"/>
              </a:ext>
            </a:extLst>
          </p:cNvPr>
          <p:cNvSpPr>
            <a:spLocks noGrp="1"/>
          </p:cNvSpPr>
          <p:nvPr/>
        </p:nvSpPr>
        <p:spPr>
          <a:xfrm>
            <a:off x="114300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Fast first token</a:t>
            </a:r>
          </a:p>
          <a:p>
            <a:pPr algn="l">
              <a:defRPr sz="1500" b="0">
                <a:solidFill>
                  <a:srgbClr val="262626"/>
                </a:solidFill>
              </a:defRPr>
            </a:pPr>
            <a:r>
              <a:rPr sz="1500" b="0">
                <a:solidFill>
                  <a:srgbClr val="262626"/>
                </a:solidFill>
              </a:rPr>
              <a:t>Small queues</a:t>
            </a:r>
          </a:p>
          <a:p>
            <a:pPr algn="l">
              <a:defRPr sz="1500" b="0">
                <a:solidFill>
                  <a:srgbClr val="262626"/>
                </a:solidFill>
              </a:defRPr>
            </a:pPr>
            <a:r>
              <a:rPr sz="1500" b="0">
                <a:solidFill>
                  <a:srgbClr val="262626"/>
                </a:solidFill>
              </a:rPr>
              <a:t>Interactive service</a:t>
            </a:r>
          </a:p>
          <a:p>
            <a:pPr algn="l">
              <a:defRPr sz="1500" b="0">
                <a:solidFill>
                  <a:srgbClr val="262626"/>
                </a:solidFill>
              </a:defRPr>
            </a:pPr>
            <a:r>
              <a:rPr sz="1500" b="0">
                <a:solidFill>
                  <a:srgbClr val="262626"/>
                </a:solidFill>
              </a:rPr>
              <a:t>User-level metric</a:t>
            </a:r>
          </a:p>
        </p:txBody>
      </p:sp>
      <p:sp>
        <p:nvSpPr>
          <p:cNvPr id="9" name="Editable box: HIGH THROUGHPUT">
            <a:extLst>
              <a:ext uri="{FF2B5EF4-FFF2-40B4-BE49-F238E27FC236}">
                <a16:creationId xmlns:a16="http://schemas.microsoft.com/office/drawing/2014/main" id="{649AFF8E-FD7C-4262-8A3C-93A05B98C35E}"/>
              </a:ext>
            </a:extLst>
          </p:cNvPr>
          <p:cNvSpPr>
            <a:spLocks noGrp="1"/>
          </p:cNvSpPr>
          <p:nvPr/>
        </p:nvSpPr>
        <p:spPr>
          <a:xfrm>
            <a:off x="6381750" y="2333625"/>
            <a:ext cx="4857750" cy="552450"/>
          </a:xfrm>
          <a:prstGeom prst="roundRect">
            <a:avLst>
              <a:gd name="adj" fmla="val 24138"/>
            </a:avLst>
          </a:prstGeom>
          <a:solidFill>
            <a:srgbClr val="FFF2ED"/>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HIGH THROUGHPUT</a:t>
            </a:r>
          </a:p>
        </p:txBody>
      </p:sp>
      <p:sp>
        <p:nvSpPr>
          <p:cNvPr id="10" name="Editable text">
            <a:extLst>
              <a:ext uri="{FF2B5EF4-FFF2-40B4-BE49-F238E27FC236}">
                <a16:creationId xmlns:a16="http://schemas.microsoft.com/office/drawing/2014/main" id="{126EAF8E-8ABE-4D13-8E65-8230EB06CF1B}"/>
              </a:ext>
            </a:extLst>
          </p:cNvPr>
          <p:cNvSpPr>
            <a:spLocks noGrp="1"/>
          </p:cNvSpPr>
          <p:nvPr/>
        </p:nvSpPr>
        <p:spPr>
          <a:xfrm>
            <a:off x="657225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More requests per second</a:t>
            </a:r>
          </a:p>
          <a:p>
            <a:pPr algn="l">
              <a:defRPr sz="1500" b="0">
                <a:solidFill>
                  <a:srgbClr val="262626"/>
                </a:solidFill>
              </a:defRPr>
            </a:pPr>
            <a:r>
              <a:rPr sz="1500" b="0">
                <a:solidFill>
                  <a:srgbClr val="262626"/>
                </a:solidFill>
              </a:rPr>
              <a:t>Higher utilization</a:t>
            </a:r>
          </a:p>
          <a:p>
            <a:pPr algn="l">
              <a:defRPr sz="1500" b="0">
                <a:solidFill>
                  <a:srgbClr val="262626"/>
                </a:solidFill>
              </a:defRPr>
            </a:pPr>
            <a:r>
              <a:rPr sz="1500" b="0">
                <a:solidFill>
                  <a:srgbClr val="262626"/>
                </a:solidFill>
              </a:rPr>
              <a:t>Batching</a:t>
            </a:r>
          </a:p>
          <a:p>
            <a:pPr algn="l">
              <a:defRPr sz="1500" b="0">
                <a:solidFill>
                  <a:srgbClr val="262626"/>
                </a:solidFill>
              </a:defRPr>
            </a:pPr>
            <a:r>
              <a:rPr sz="1500" b="0">
                <a:solidFill>
                  <a:srgbClr val="262626"/>
                </a:solidFill>
              </a:rPr>
              <a:t>System-level metric</a:t>
            </a:r>
          </a:p>
        </p:txBody>
      </p:sp>
      <p:sp>
        <p:nvSpPr>
          <p:cNvPr id="11" name="Editable box: Optimize for both user experience and fleet-level economics.">
            <a:extLst>
              <a:ext uri="{FF2B5EF4-FFF2-40B4-BE49-F238E27FC236}">
                <a16:creationId xmlns:a16="http://schemas.microsoft.com/office/drawing/2014/main" id="{645458A6-B9F4-47E4-881C-37399B69142A}"/>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Optimize for both user experience and fleet-level economics.</a:t>
            </a:r>
          </a:p>
        </p:txBody>
      </p:sp>
    </p:spTree>
    <p:extLst>
      <p:ext uri="{BB962C8B-B14F-4D97-AF65-F5344CB8AC3E}">
        <p14:creationId xmlns:p14="http://schemas.microsoft.com/office/powerpoint/2010/main" val="39272952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Batching Trades Per-Request Latency for Fleet Throughput</a:t>
            </a:r>
          </a:p>
        </p:txBody>
      </p:sp>
      <p:sp>
        <p:nvSpPr>
          <p:cNvPr id="5" name="Editable content rail">
            <a:extLst>
              <a:ext uri="{FF2B5EF4-FFF2-40B4-BE49-F238E27FC236}">
                <a16:creationId xmlns:a16="http://schemas.microsoft.com/office/drawing/2014/main" id="{3740E74C-AD52-4763-89CB-5862BB34B358}"/>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2C23BD11-37CF-4708-82BC-198C66BB30FE}"/>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Batching raises fleet utilization but can add waiting time for each request.</a:t>
            </a:r>
          </a:p>
        </p:txBody>
      </p:sp>
      <p:sp>
        <p:nvSpPr>
          <p:cNvPr id="7" name="Editable box: R1">
            <a:extLst>
              <a:ext uri="{FF2B5EF4-FFF2-40B4-BE49-F238E27FC236}">
                <a16:creationId xmlns:a16="http://schemas.microsoft.com/office/drawing/2014/main" id="{71F4660F-B107-42AD-850F-0495929BBD8E}"/>
              </a:ext>
            </a:extLst>
          </p:cNvPr>
          <p:cNvSpPr>
            <a:spLocks noGrp="1"/>
          </p:cNvSpPr>
          <p:nvPr/>
        </p:nvSpPr>
        <p:spPr>
          <a:xfrm>
            <a:off x="1047750" y="2571750"/>
            <a:ext cx="762000" cy="523875"/>
          </a:xfrm>
          <a:prstGeom prst="roundRect">
            <a:avLst>
              <a:gd name="adj" fmla="val 25455"/>
            </a:avLst>
          </a:prstGeom>
          <a:solidFill>
            <a:srgbClr val="EFF5FF"/>
          </a:solidFill>
          <a:ln w="14288">
            <a:solidFill>
              <a:srgbClr val="2F73E8"/>
            </a:solidFill>
            <a:prstDash val="solid"/>
          </a:ln>
        </p:spPr>
        <p:txBody>
          <a:bodyPr anchor="ctr"/>
          <a:lstStyle/>
          <a:p>
            <a:pPr algn="ctr">
              <a:defRPr sz="1350" b="1">
                <a:solidFill>
                  <a:srgbClr val="184E8A"/>
                </a:solidFill>
              </a:defRPr>
            </a:pPr>
            <a:r>
              <a:rPr sz="1350" b="1">
                <a:solidFill>
                  <a:srgbClr val="184E8A"/>
                </a:solidFill>
              </a:rPr>
              <a:t>R1</a:t>
            </a:r>
          </a:p>
        </p:txBody>
      </p:sp>
      <p:sp>
        <p:nvSpPr>
          <p:cNvPr id="8" name="Editable box: R2">
            <a:extLst>
              <a:ext uri="{FF2B5EF4-FFF2-40B4-BE49-F238E27FC236}">
                <a16:creationId xmlns:a16="http://schemas.microsoft.com/office/drawing/2014/main" id="{47D1CE83-C094-4CB6-9804-F500CBB848B3}"/>
              </a:ext>
            </a:extLst>
          </p:cNvPr>
          <p:cNvSpPr>
            <a:spLocks noGrp="1"/>
          </p:cNvSpPr>
          <p:nvPr/>
        </p:nvSpPr>
        <p:spPr>
          <a:xfrm>
            <a:off x="2095500" y="2571750"/>
            <a:ext cx="762000" cy="523875"/>
          </a:xfrm>
          <a:prstGeom prst="roundRect">
            <a:avLst>
              <a:gd name="adj" fmla="val 25455"/>
            </a:avLst>
          </a:prstGeom>
          <a:solidFill>
            <a:srgbClr val="EFF5FF"/>
          </a:solidFill>
          <a:ln w="14288">
            <a:solidFill>
              <a:srgbClr val="2F73E8"/>
            </a:solidFill>
            <a:prstDash val="solid"/>
          </a:ln>
        </p:spPr>
        <p:txBody>
          <a:bodyPr anchor="ctr"/>
          <a:lstStyle/>
          <a:p>
            <a:pPr algn="ctr">
              <a:defRPr sz="1350" b="1">
                <a:solidFill>
                  <a:srgbClr val="184E8A"/>
                </a:solidFill>
              </a:defRPr>
            </a:pPr>
            <a:r>
              <a:rPr sz="1350" b="1">
                <a:solidFill>
                  <a:srgbClr val="184E8A"/>
                </a:solidFill>
              </a:rPr>
              <a:t>R2</a:t>
            </a:r>
          </a:p>
        </p:txBody>
      </p:sp>
      <p:sp>
        <p:nvSpPr>
          <p:cNvPr id="9" name="Editable box: R3">
            <a:extLst>
              <a:ext uri="{FF2B5EF4-FFF2-40B4-BE49-F238E27FC236}">
                <a16:creationId xmlns:a16="http://schemas.microsoft.com/office/drawing/2014/main" id="{5051155D-425D-4906-A548-396DC53704CD}"/>
              </a:ext>
            </a:extLst>
          </p:cNvPr>
          <p:cNvSpPr>
            <a:spLocks noGrp="1"/>
          </p:cNvSpPr>
          <p:nvPr/>
        </p:nvSpPr>
        <p:spPr>
          <a:xfrm>
            <a:off x="3143250" y="2571750"/>
            <a:ext cx="762000" cy="523875"/>
          </a:xfrm>
          <a:prstGeom prst="roundRect">
            <a:avLst>
              <a:gd name="adj" fmla="val 25455"/>
            </a:avLst>
          </a:prstGeom>
          <a:solidFill>
            <a:srgbClr val="EFF5FF"/>
          </a:solidFill>
          <a:ln w="14288">
            <a:solidFill>
              <a:srgbClr val="2F73E8"/>
            </a:solidFill>
            <a:prstDash val="solid"/>
          </a:ln>
        </p:spPr>
        <p:txBody>
          <a:bodyPr anchor="ctr"/>
          <a:lstStyle/>
          <a:p>
            <a:pPr algn="ctr">
              <a:defRPr sz="1350" b="1">
                <a:solidFill>
                  <a:srgbClr val="184E8A"/>
                </a:solidFill>
              </a:defRPr>
            </a:pPr>
            <a:r>
              <a:rPr sz="1350" b="1">
                <a:solidFill>
                  <a:srgbClr val="184E8A"/>
                </a:solidFill>
              </a:rPr>
              <a:t>R3</a:t>
            </a:r>
          </a:p>
        </p:txBody>
      </p:sp>
      <p:sp>
        <p:nvSpPr>
          <p:cNvPr id="10" name="Editable box: R4">
            <a:extLst>
              <a:ext uri="{FF2B5EF4-FFF2-40B4-BE49-F238E27FC236}">
                <a16:creationId xmlns:a16="http://schemas.microsoft.com/office/drawing/2014/main" id="{CCE55592-C110-43F9-AA3A-C2FAB6D56203}"/>
              </a:ext>
            </a:extLst>
          </p:cNvPr>
          <p:cNvSpPr>
            <a:spLocks noGrp="1"/>
          </p:cNvSpPr>
          <p:nvPr/>
        </p:nvSpPr>
        <p:spPr>
          <a:xfrm>
            <a:off x="4191000" y="2571750"/>
            <a:ext cx="762000" cy="523875"/>
          </a:xfrm>
          <a:prstGeom prst="roundRect">
            <a:avLst>
              <a:gd name="adj" fmla="val 25455"/>
            </a:avLst>
          </a:prstGeom>
          <a:solidFill>
            <a:srgbClr val="EFF5FF"/>
          </a:solidFill>
          <a:ln w="14288">
            <a:solidFill>
              <a:srgbClr val="2F73E8"/>
            </a:solidFill>
            <a:prstDash val="solid"/>
          </a:ln>
        </p:spPr>
        <p:txBody>
          <a:bodyPr anchor="ctr"/>
          <a:lstStyle/>
          <a:p>
            <a:pPr algn="ctr">
              <a:defRPr sz="1350" b="1">
                <a:solidFill>
                  <a:srgbClr val="184E8A"/>
                </a:solidFill>
              </a:defRPr>
            </a:pPr>
            <a:r>
              <a:rPr sz="1350" b="1">
                <a:solidFill>
                  <a:srgbClr val="184E8A"/>
                </a:solidFill>
              </a:rPr>
              <a:t>R4</a:t>
            </a:r>
          </a:p>
        </p:txBody>
      </p:sp>
      <p:sp>
        <p:nvSpPr>
          <p:cNvPr id="11" name="Editable box: R5">
            <a:extLst>
              <a:ext uri="{FF2B5EF4-FFF2-40B4-BE49-F238E27FC236}">
                <a16:creationId xmlns:a16="http://schemas.microsoft.com/office/drawing/2014/main" id="{66D8D40B-DCA3-4947-B768-D06DE7B4F175}"/>
              </a:ext>
            </a:extLst>
          </p:cNvPr>
          <p:cNvSpPr>
            <a:spLocks noGrp="1"/>
          </p:cNvSpPr>
          <p:nvPr/>
        </p:nvSpPr>
        <p:spPr>
          <a:xfrm>
            <a:off x="5238750" y="2571750"/>
            <a:ext cx="762000" cy="523875"/>
          </a:xfrm>
          <a:prstGeom prst="roundRect">
            <a:avLst>
              <a:gd name="adj" fmla="val 25455"/>
            </a:avLst>
          </a:prstGeom>
          <a:solidFill>
            <a:srgbClr val="EFF5FF"/>
          </a:solidFill>
          <a:ln w="14288">
            <a:solidFill>
              <a:srgbClr val="2F73E8"/>
            </a:solidFill>
            <a:prstDash val="solid"/>
          </a:ln>
        </p:spPr>
        <p:txBody>
          <a:bodyPr anchor="ctr"/>
          <a:lstStyle/>
          <a:p>
            <a:pPr algn="ctr">
              <a:defRPr sz="1350" b="1">
                <a:solidFill>
                  <a:srgbClr val="184E8A"/>
                </a:solidFill>
              </a:defRPr>
            </a:pPr>
            <a:r>
              <a:rPr sz="1350" b="1">
                <a:solidFill>
                  <a:srgbClr val="184E8A"/>
                </a:solidFill>
              </a:rPr>
              <a:t>R5</a:t>
            </a:r>
          </a:p>
        </p:txBody>
      </p:sp>
      <p:sp>
        <p:nvSpPr>
          <p:cNvPr id="12" name="Editable box: R6">
            <a:extLst>
              <a:ext uri="{FF2B5EF4-FFF2-40B4-BE49-F238E27FC236}">
                <a16:creationId xmlns:a16="http://schemas.microsoft.com/office/drawing/2014/main" id="{59736723-B8CB-45F2-9E71-3E22BB6A936B}"/>
              </a:ext>
            </a:extLst>
          </p:cNvPr>
          <p:cNvSpPr>
            <a:spLocks noGrp="1"/>
          </p:cNvSpPr>
          <p:nvPr/>
        </p:nvSpPr>
        <p:spPr>
          <a:xfrm>
            <a:off x="6286500" y="2571750"/>
            <a:ext cx="762000" cy="523875"/>
          </a:xfrm>
          <a:prstGeom prst="roundRect">
            <a:avLst>
              <a:gd name="adj" fmla="val 25455"/>
            </a:avLst>
          </a:prstGeom>
          <a:solidFill>
            <a:srgbClr val="EFF5FF"/>
          </a:solidFill>
          <a:ln w="14288">
            <a:solidFill>
              <a:srgbClr val="2F73E8"/>
            </a:solidFill>
            <a:prstDash val="solid"/>
          </a:ln>
        </p:spPr>
        <p:txBody>
          <a:bodyPr anchor="ctr"/>
          <a:lstStyle/>
          <a:p>
            <a:pPr algn="ctr">
              <a:defRPr sz="1350" b="1">
                <a:solidFill>
                  <a:srgbClr val="184E8A"/>
                </a:solidFill>
              </a:defRPr>
            </a:pPr>
            <a:r>
              <a:rPr sz="1350" b="1">
                <a:solidFill>
                  <a:srgbClr val="184E8A"/>
                </a:solidFill>
              </a:rPr>
              <a:t>R6</a:t>
            </a:r>
          </a:p>
        </p:txBody>
      </p:sp>
      <p:sp>
        <p:nvSpPr>
          <p:cNvPr id="13" name="Editable box: DYNAMIC BATCH">
            <a:extLst>
              <a:ext uri="{FF2B5EF4-FFF2-40B4-BE49-F238E27FC236}">
                <a16:creationId xmlns:a16="http://schemas.microsoft.com/office/drawing/2014/main" id="{13652B0D-EE31-4575-8D89-B70019646E2B}"/>
              </a:ext>
            </a:extLst>
          </p:cNvPr>
          <p:cNvSpPr>
            <a:spLocks noGrp="1"/>
          </p:cNvSpPr>
          <p:nvPr/>
        </p:nvSpPr>
        <p:spPr>
          <a:xfrm>
            <a:off x="3905250" y="3762375"/>
            <a:ext cx="4000500" cy="857250"/>
          </a:xfrm>
          <a:prstGeom prst="roundRect">
            <a:avLst>
              <a:gd name="adj" fmla="val 15556"/>
            </a:avLst>
          </a:prstGeom>
          <a:solidFill>
            <a:srgbClr val="FFF4E8"/>
          </a:solidFill>
          <a:ln w="14288">
            <a:solidFill>
              <a:srgbClr val="E85A33"/>
            </a:solidFill>
            <a:prstDash val="solid"/>
          </a:ln>
        </p:spPr>
        <p:txBody>
          <a:bodyPr anchor="ctr"/>
          <a:lstStyle/>
          <a:p>
            <a:pPr algn="ctr">
              <a:defRPr sz="1800" b="1">
                <a:solidFill>
                  <a:srgbClr val="E85A33"/>
                </a:solidFill>
              </a:defRPr>
            </a:pPr>
            <a:r>
              <a:rPr sz="1800" b="1">
                <a:solidFill>
                  <a:srgbClr val="E85A33"/>
                </a:solidFill>
              </a:rPr>
              <a:t>DYNAMIC BATCH</a:t>
            </a:r>
          </a:p>
        </p:txBody>
      </p:sp>
      <p:cxnSp>
        <p:nvCxnSpPr>
          <p:cNvPr id="33" name="Straight Arrow Connector 32"/>
          <p:cNvCxnSpPr>
            <a:stCxn id="7" idx="2"/>
            <a:endCxn id="13" idx="0"/>
          </p:cNvCxnSpPr>
          <p:nvPr/>
        </p:nvCxnSpPr>
        <p:spPr>
          <a:xfrm>
            <a:off x="1428750" y="3095625"/>
            <a:ext cx="4476750" cy="666750"/>
          </a:xfrm>
          <a:prstGeom prst="straightConnector1">
            <a:avLst/>
          </a:prstGeom>
          <a:ln w="14288">
            <a:solidFill>
              <a:srgbClr val="5E6875"/>
            </a:solidFill>
            <a:prstDash val="solid"/>
            <a:headEnd type="none" w="med" len="med"/>
            <a:tailEnd type="arrow" w="med" len="med"/>
          </a:ln>
        </p:spPr>
      </p:cxnSp>
      <p:cxnSp>
        <p:nvCxnSpPr>
          <p:cNvPr id="34" name="Straight Arrow Connector 33"/>
          <p:cNvCxnSpPr>
            <a:stCxn id="8" idx="2"/>
            <a:endCxn id="13" idx="0"/>
          </p:cNvCxnSpPr>
          <p:nvPr/>
        </p:nvCxnSpPr>
        <p:spPr>
          <a:xfrm>
            <a:off x="2476500" y="3095625"/>
            <a:ext cx="3429000" cy="666750"/>
          </a:xfrm>
          <a:prstGeom prst="straightConnector1">
            <a:avLst/>
          </a:prstGeom>
          <a:ln w="14288">
            <a:solidFill>
              <a:srgbClr val="5E6875"/>
            </a:solidFill>
            <a:prstDash val="solid"/>
            <a:headEnd type="none" w="med" len="med"/>
            <a:tailEnd type="arrow" w="med" len="med"/>
          </a:ln>
        </p:spPr>
      </p:cxnSp>
      <p:cxnSp>
        <p:nvCxnSpPr>
          <p:cNvPr id="35" name="Straight Arrow Connector 34"/>
          <p:cNvCxnSpPr>
            <a:stCxn id="9" idx="2"/>
            <a:endCxn id="13" idx="0"/>
          </p:cNvCxnSpPr>
          <p:nvPr/>
        </p:nvCxnSpPr>
        <p:spPr>
          <a:xfrm>
            <a:off x="3524250" y="3095625"/>
            <a:ext cx="2381250" cy="666750"/>
          </a:xfrm>
          <a:prstGeom prst="straightConnector1">
            <a:avLst/>
          </a:prstGeom>
          <a:ln w="14288">
            <a:solidFill>
              <a:srgbClr val="5E6875"/>
            </a:solidFill>
            <a:prstDash val="solid"/>
            <a:headEnd type="none" w="med" len="med"/>
            <a:tailEnd type="arrow" w="med" len="med"/>
          </a:ln>
        </p:spPr>
      </p:cxnSp>
      <p:cxnSp>
        <p:nvCxnSpPr>
          <p:cNvPr id="36" name="Straight Arrow Connector 35"/>
          <p:cNvCxnSpPr>
            <a:stCxn id="10" idx="2"/>
            <a:endCxn id="13" idx="0"/>
          </p:cNvCxnSpPr>
          <p:nvPr/>
        </p:nvCxnSpPr>
        <p:spPr>
          <a:xfrm>
            <a:off x="4572000" y="3095625"/>
            <a:ext cx="1333500" cy="666750"/>
          </a:xfrm>
          <a:prstGeom prst="straightConnector1">
            <a:avLst/>
          </a:prstGeom>
          <a:ln w="14288">
            <a:solidFill>
              <a:srgbClr val="5E6875"/>
            </a:solidFill>
            <a:prstDash val="solid"/>
            <a:headEnd type="none" w="med" len="med"/>
            <a:tailEnd type="arrow" w="med" len="med"/>
          </a:ln>
        </p:spPr>
      </p:cxnSp>
      <p:cxnSp>
        <p:nvCxnSpPr>
          <p:cNvPr id="37" name="Straight Arrow Connector 36"/>
          <p:cNvCxnSpPr>
            <a:stCxn id="11" idx="2"/>
            <a:endCxn id="13" idx="0"/>
          </p:cNvCxnSpPr>
          <p:nvPr/>
        </p:nvCxnSpPr>
        <p:spPr>
          <a:xfrm>
            <a:off x="5619750" y="3095625"/>
            <a:ext cx="285750" cy="666750"/>
          </a:xfrm>
          <a:prstGeom prst="straightConnector1">
            <a:avLst/>
          </a:prstGeom>
          <a:ln w="14288">
            <a:solidFill>
              <a:srgbClr val="5E6875"/>
            </a:solidFill>
            <a:prstDash val="solid"/>
            <a:headEnd type="none" w="med" len="med"/>
            <a:tailEnd type="arrow" w="med" len="med"/>
          </a:ln>
        </p:spPr>
      </p:cxnSp>
      <p:cxnSp>
        <p:nvCxnSpPr>
          <p:cNvPr id="38" name="Straight Arrow Connector 37"/>
          <p:cNvCxnSpPr>
            <a:stCxn id="12" idx="2"/>
            <a:endCxn id="13" idx="0"/>
          </p:cNvCxnSpPr>
          <p:nvPr/>
        </p:nvCxnSpPr>
        <p:spPr>
          <a:xfrm flipH="1">
            <a:off x="5905500" y="3095625"/>
            <a:ext cx="762000" cy="666750"/>
          </a:xfrm>
          <a:prstGeom prst="straightConnector1">
            <a:avLst/>
          </a:prstGeom>
          <a:ln w="14288">
            <a:solidFill>
              <a:srgbClr val="5E6875"/>
            </a:solidFill>
            <a:prstDash val="solid"/>
            <a:headEnd type="none" w="med" len="med"/>
            <a:tailEnd type="arrow" w="med" len="med"/>
          </a:ln>
        </p:spPr>
      </p:cxnSp>
      <p:sp>
        <p:nvSpPr>
          <p:cNvPr id="20" name="Editable box: GPU">
            <a:extLst>
              <a:ext uri="{FF2B5EF4-FFF2-40B4-BE49-F238E27FC236}">
                <a16:creationId xmlns:a16="http://schemas.microsoft.com/office/drawing/2014/main" id="{98D11936-8CA3-4B09-85B4-589B090198AD}"/>
              </a:ext>
            </a:extLst>
          </p:cNvPr>
          <p:cNvSpPr>
            <a:spLocks noGrp="1"/>
          </p:cNvSpPr>
          <p:nvPr/>
        </p:nvSpPr>
        <p:spPr>
          <a:xfrm>
            <a:off x="9239250" y="3810000"/>
            <a:ext cx="1428750" cy="762000"/>
          </a:xfrm>
          <a:prstGeom prst="roundRect">
            <a:avLst>
              <a:gd name="adj" fmla="val 17500"/>
            </a:avLst>
          </a:prstGeom>
          <a:solidFill>
            <a:srgbClr val="ECF8F1"/>
          </a:solidFill>
          <a:ln w="14288">
            <a:solidFill>
              <a:srgbClr val="2E9B63"/>
            </a:solidFill>
            <a:prstDash val="solid"/>
          </a:ln>
        </p:spPr>
        <p:txBody>
          <a:bodyPr anchor="ctr"/>
          <a:lstStyle/>
          <a:p>
            <a:pPr algn="ctr">
              <a:defRPr sz="1950" b="1">
                <a:solidFill>
                  <a:srgbClr val="2E9B63"/>
                </a:solidFill>
              </a:defRPr>
            </a:pPr>
            <a:r>
              <a:rPr sz="1950" b="1">
                <a:solidFill>
                  <a:srgbClr val="2E9B63"/>
                </a:solidFill>
              </a:rPr>
              <a:t>GPU</a:t>
            </a:r>
          </a:p>
        </p:txBody>
      </p:sp>
      <p:cxnSp>
        <p:nvCxnSpPr>
          <p:cNvPr id="40" name="Straight Arrow Connector 39"/>
          <p:cNvCxnSpPr>
            <a:stCxn id="13" idx="3"/>
            <a:endCxn id="20" idx="1"/>
          </p:cNvCxnSpPr>
          <p:nvPr/>
        </p:nvCxnSpPr>
        <p:spPr>
          <a:xfrm>
            <a:off x="7905750" y="4191000"/>
            <a:ext cx="1333500" cy="0"/>
          </a:xfrm>
          <a:prstGeom prst="straightConnector1">
            <a:avLst/>
          </a:prstGeom>
          <a:ln w="19050">
            <a:solidFill>
              <a:srgbClr val="5E6875"/>
            </a:solidFill>
            <a:prstDash val="solid"/>
            <a:headEnd type="none" w="med" len="med"/>
            <a:tailEnd type="arrow" w="med" len="med"/>
          </a:ln>
        </p:spPr>
      </p:cxnSp>
      <p:sp>
        <p:nvSpPr>
          <p:cNvPr id="22" name="Editable box: Choose a batching policy that matches service-level objectives, not peak throughput alone.">
            <a:extLst>
              <a:ext uri="{FF2B5EF4-FFF2-40B4-BE49-F238E27FC236}">
                <a16:creationId xmlns:a16="http://schemas.microsoft.com/office/drawing/2014/main" id="{45705283-566C-4ECE-84C8-3985C1A1782E}"/>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Choose a batching policy that matches service-level objectives, not peak throughput alone.</a:t>
            </a:r>
          </a:p>
        </p:txBody>
      </p:sp>
    </p:spTree>
    <p:extLst>
      <p:ext uri="{BB962C8B-B14F-4D97-AF65-F5344CB8AC3E}">
        <p14:creationId xmlns:p14="http://schemas.microsoft.com/office/powerpoint/2010/main" val="6287206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Cost Has Hidden Multipliers</a:t>
            </a:r>
          </a:p>
        </p:txBody>
      </p:sp>
      <p:sp>
        <p:nvSpPr>
          <p:cNvPr id="5" name="Editable content rail">
            <a:extLst>
              <a:ext uri="{FF2B5EF4-FFF2-40B4-BE49-F238E27FC236}">
                <a16:creationId xmlns:a16="http://schemas.microsoft.com/office/drawing/2014/main" id="{DD49E8A1-6C2D-4443-A6A5-00198040BE4A}"/>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47CF788B-B114-4663-9ADC-D1F7BDBC42ED}"/>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Falling model prices do not automatically produce a low-cost GenAI system.</a:t>
            </a:r>
          </a:p>
        </p:txBody>
      </p:sp>
      <p:sp>
        <p:nvSpPr>
          <p:cNvPr id="7" name="Editable box: TOTAL COST">
            <a:extLst>
              <a:ext uri="{FF2B5EF4-FFF2-40B4-BE49-F238E27FC236}">
                <a16:creationId xmlns:a16="http://schemas.microsoft.com/office/drawing/2014/main" id="{74D7C0A6-04DD-4A3D-ACF8-98D0E7632219}"/>
              </a:ext>
            </a:extLst>
          </p:cNvPr>
          <p:cNvSpPr>
            <a:spLocks noGrp="1"/>
          </p:cNvSpPr>
          <p:nvPr/>
        </p:nvSpPr>
        <p:spPr>
          <a:xfrm>
            <a:off x="1000125" y="2714625"/>
            <a:ext cx="1809750" cy="857250"/>
          </a:xfrm>
          <a:prstGeom prst="roundRect">
            <a:avLst>
              <a:gd name="adj" fmla="val 15556"/>
            </a:avLst>
          </a:prstGeom>
          <a:solidFill>
            <a:srgbClr val="184E8A"/>
          </a:solidFill>
          <a:ln w="14288">
            <a:solidFill>
              <a:srgbClr val="184E8A"/>
            </a:solidFill>
            <a:prstDash val="solid"/>
          </a:ln>
        </p:spPr>
        <p:txBody>
          <a:bodyPr anchor="ctr"/>
          <a:lstStyle/>
          <a:p>
            <a:pPr algn="ctr">
              <a:defRPr sz="1950" b="1">
                <a:solidFill>
                  <a:srgbClr val="FFFFFF"/>
                </a:solidFill>
              </a:defRPr>
            </a:pPr>
            <a:r>
              <a:rPr sz="1950" b="1">
                <a:solidFill>
                  <a:srgbClr val="FFFFFF"/>
                </a:solidFill>
              </a:rPr>
              <a:t>TOTAL COST</a:t>
            </a:r>
          </a:p>
        </p:txBody>
      </p:sp>
      <p:sp>
        <p:nvSpPr>
          <p:cNvPr id="8" name="Editable text">
            <a:extLst>
              <a:ext uri="{FF2B5EF4-FFF2-40B4-BE49-F238E27FC236}">
                <a16:creationId xmlns:a16="http://schemas.microsoft.com/office/drawing/2014/main" id="{AC54A557-965D-4941-8F3D-05CC00FD9268}"/>
              </a:ext>
            </a:extLst>
          </p:cNvPr>
          <p:cNvSpPr>
            <a:spLocks noGrp="1"/>
          </p:cNvSpPr>
          <p:nvPr/>
        </p:nvSpPr>
        <p:spPr>
          <a:xfrm>
            <a:off x="3000375" y="2857500"/>
            <a:ext cx="523875" cy="571500"/>
          </a:xfrm>
          <a:prstGeom prst="rect">
            <a:avLst/>
          </a:prstGeom>
          <a:noFill/>
          <a:ln w="0">
            <a:noFill/>
          </a:ln>
        </p:spPr>
        <p:txBody>
          <a:bodyPr anchor="ctr"/>
          <a:lstStyle/>
          <a:p>
            <a:pPr algn="ctr">
              <a:defRPr sz="2850" b="1">
                <a:solidFill>
                  <a:srgbClr val="262626"/>
                </a:solidFill>
              </a:defRPr>
            </a:pPr>
            <a:r>
              <a:rPr sz="2850" b="1">
                <a:solidFill>
                  <a:srgbClr val="262626"/>
                </a:solidFill>
              </a:rPr>
              <a:t>=</a:t>
            </a:r>
          </a:p>
        </p:txBody>
      </p:sp>
      <p:sp>
        <p:nvSpPr>
          <p:cNvPr id="9" name="Editable box: Input tokens">
            <a:extLst>
              <a:ext uri="{FF2B5EF4-FFF2-40B4-BE49-F238E27FC236}">
                <a16:creationId xmlns:a16="http://schemas.microsoft.com/office/drawing/2014/main" id="{51899C1A-1A00-4B3E-ABAC-7D01AA81157F}"/>
              </a:ext>
            </a:extLst>
          </p:cNvPr>
          <p:cNvSpPr>
            <a:spLocks noGrp="1"/>
          </p:cNvSpPr>
          <p:nvPr/>
        </p:nvSpPr>
        <p:spPr>
          <a:xfrm>
            <a:off x="3714750" y="2333625"/>
            <a:ext cx="2000250" cy="714375"/>
          </a:xfrm>
          <a:prstGeom prst="roundRect">
            <a:avLst>
              <a:gd name="adj" fmla="val 18667"/>
            </a:avLst>
          </a:prstGeom>
          <a:solidFill>
            <a:srgbClr val="EFF5FF"/>
          </a:solidFill>
          <a:ln w="14288">
            <a:solidFill>
              <a:srgbClr val="2F73E8"/>
            </a:solidFill>
            <a:prstDash val="solid"/>
          </a:ln>
        </p:spPr>
        <p:txBody>
          <a:bodyPr anchor="ctr"/>
          <a:lstStyle/>
          <a:p>
            <a:pPr algn="ctr">
              <a:defRPr sz="1425" b="1">
                <a:solidFill>
                  <a:srgbClr val="262626"/>
                </a:solidFill>
              </a:defRPr>
            </a:pPr>
            <a:r>
              <a:rPr sz="1425" b="1">
                <a:solidFill>
                  <a:srgbClr val="262626"/>
                </a:solidFill>
              </a:rPr>
              <a:t>Input tokens</a:t>
            </a:r>
          </a:p>
        </p:txBody>
      </p:sp>
      <p:sp>
        <p:nvSpPr>
          <p:cNvPr id="10" name="Editable box: Output tokens">
            <a:extLst>
              <a:ext uri="{FF2B5EF4-FFF2-40B4-BE49-F238E27FC236}">
                <a16:creationId xmlns:a16="http://schemas.microsoft.com/office/drawing/2014/main" id="{AE2D01CF-46E9-493D-A028-146778B9AB68}"/>
              </a:ext>
            </a:extLst>
          </p:cNvPr>
          <p:cNvSpPr>
            <a:spLocks noGrp="1"/>
          </p:cNvSpPr>
          <p:nvPr/>
        </p:nvSpPr>
        <p:spPr>
          <a:xfrm>
            <a:off x="6096000" y="2333625"/>
            <a:ext cx="2000250" cy="714375"/>
          </a:xfrm>
          <a:prstGeom prst="roundRect">
            <a:avLst>
              <a:gd name="adj" fmla="val 18667"/>
            </a:avLst>
          </a:prstGeom>
          <a:solidFill>
            <a:srgbClr val="FFF4E8"/>
          </a:solidFill>
          <a:ln w="14288">
            <a:solidFill>
              <a:srgbClr val="E85A33"/>
            </a:solidFill>
            <a:prstDash val="solid"/>
          </a:ln>
        </p:spPr>
        <p:txBody>
          <a:bodyPr anchor="ctr"/>
          <a:lstStyle/>
          <a:p>
            <a:pPr algn="ctr">
              <a:defRPr sz="1425" b="1">
                <a:solidFill>
                  <a:srgbClr val="262626"/>
                </a:solidFill>
              </a:defRPr>
            </a:pPr>
            <a:r>
              <a:rPr sz="1425" b="1">
                <a:solidFill>
                  <a:srgbClr val="262626"/>
                </a:solidFill>
              </a:rPr>
              <a:t>Output tokens</a:t>
            </a:r>
          </a:p>
        </p:txBody>
      </p:sp>
      <p:sp>
        <p:nvSpPr>
          <p:cNvPr id="11" name="Editable box: Retrieval + tools">
            <a:extLst>
              <a:ext uri="{FF2B5EF4-FFF2-40B4-BE49-F238E27FC236}">
                <a16:creationId xmlns:a16="http://schemas.microsoft.com/office/drawing/2014/main" id="{CAD00D83-3DF6-4ADB-874B-F949C508E299}"/>
              </a:ext>
            </a:extLst>
          </p:cNvPr>
          <p:cNvSpPr>
            <a:spLocks noGrp="1"/>
          </p:cNvSpPr>
          <p:nvPr/>
        </p:nvSpPr>
        <p:spPr>
          <a:xfrm>
            <a:off x="8477250" y="2333625"/>
            <a:ext cx="2000250" cy="714375"/>
          </a:xfrm>
          <a:prstGeom prst="roundRect">
            <a:avLst>
              <a:gd name="adj" fmla="val 18667"/>
            </a:avLst>
          </a:prstGeom>
          <a:solidFill>
            <a:srgbClr val="ECF8F1"/>
          </a:solidFill>
          <a:ln w="14288">
            <a:solidFill>
              <a:srgbClr val="2E9B63"/>
            </a:solidFill>
            <a:prstDash val="solid"/>
          </a:ln>
        </p:spPr>
        <p:txBody>
          <a:bodyPr anchor="ctr"/>
          <a:lstStyle/>
          <a:p>
            <a:pPr algn="ctr">
              <a:defRPr sz="1425" b="1">
                <a:solidFill>
                  <a:srgbClr val="262626"/>
                </a:solidFill>
              </a:defRPr>
            </a:pPr>
            <a:r>
              <a:rPr sz="1425" b="1">
                <a:solidFill>
                  <a:srgbClr val="262626"/>
                </a:solidFill>
              </a:rPr>
              <a:t>Retrieval + tools</a:t>
            </a:r>
          </a:p>
        </p:txBody>
      </p:sp>
      <p:sp>
        <p:nvSpPr>
          <p:cNvPr id="12" name="Editable box: Hosting">
            <a:extLst>
              <a:ext uri="{FF2B5EF4-FFF2-40B4-BE49-F238E27FC236}">
                <a16:creationId xmlns:a16="http://schemas.microsoft.com/office/drawing/2014/main" id="{4D27FDDF-405C-4815-B992-05BBEAB93302}"/>
              </a:ext>
            </a:extLst>
          </p:cNvPr>
          <p:cNvSpPr>
            <a:spLocks noGrp="1"/>
          </p:cNvSpPr>
          <p:nvPr/>
        </p:nvSpPr>
        <p:spPr>
          <a:xfrm>
            <a:off x="3714750" y="3762375"/>
            <a:ext cx="2000250" cy="714375"/>
          </a:xfrm>
          <a:prstGeom prst="roundRect">
            <a:avLst>
              <a:gd name="adj" fmla="val 18667"/>
            </a:avLst>
          </a:prstGeom>
          <a:solidFill>
            <a:srgbClr val="F4F0FF"/>
          </a:solidFill>
          <a:ln w="14288">
            <a:solidFill>
              <a:srgbClr val="7457C8"/>
            </a:solidFill>
            <a:prstDash val="solid"/>
          </a:ln>
        </p:spPr>
        <p:txBody>
          <a:bodyPr anchor="ctr"/>
          <a:lstStyle/>
          <a:p>
            <a:pPr algn="ctr">
              <a:defRPr sz="1425" b="1">
                <a:solidFill>
                  <a:srgbClr val="262626"/>
                </a:solidFill>
              </a:defRPr>
            </a:pPr>
            <a:r>
              <a:rPr sz="1425" b="1">
                <a:solidFill>
                  <a:srgbClr val="262626"/>
                </a:solidFill>
              </a:rPr>
              <a:t>Hosting</a:t>
            </a:r>
          </a:p>
        </p:txBody>
      </p:sp>
      <p:sp>
        <p:nvSpPr>
          <p:cNvPr id="13" name="Editable box: People + controls">
            <a:extLst>
              <a:ext uri="{FF2B5EF4-FFF2-40B4-BE49-F238E27FC236}">
                <a16:creationId xmlns:a16="http://schemas.microsoft.com/office/drawing/2014/main" id="{833A304B-2222-4217-9175-70525BCAB12F}"/>
              </a:ext>
            </a:extLst>
          </p:cNvPr>
          <p:cNvSpPr>
            <a:spLocks noGrp="1"/>
          </p:cNvSpPr>
          <p:nvPr/>
        </p:nvSpPr>
        <p:spPr>
          <a:xfrm>
            <a:off x="6096000" y="3762375"/>
            <a:ext cx="2000250" cy="714375"/>
          </a:xfrm>
          <a:prstGeom prst="roundRect">
            <a:avLst>
              <a:gd name="adj" fmla="val 18667"/>
            </a:avLst>
          </a:prstGeom>
          <a:solidFill>
            <a:srgbClr val="FFF2ED"/>
          </a:solidFill>
          <a:ln w="14288">
            <a:solidFill>
              <a:srgbClr val="D83B42"/>
            </a:solidFill>
            <a:prstDash val="solid"/>
          </a:ln>
        </p:spPr>
        <p:txBody>
          <a:bodyPr anchor="ctr"/>
          <a:lstStyle/>
          <a:p>
            <a:pPr algn="ctr">
              <a:defRPr sz="1425" b="1">
                <a:solidFill>
                  <a:srgbClr val="262626"/>
                </a:solidFill>
              </a:defRPr>
            </a:pPr>
            <a:r>
              <a:rPr sz="1425" b="1">
                <a:solidFill>
                  <a:srgbClr val="262626"/>
                </a:solidFill>
              </a:rPr>
              <a:t>People + controls</a:t>
            </a:r>
          </a:p>
        </p:txBody>
      </p:sp>
      <p:sp>
        <p:nvSpPr>
          <p:cNvPr id="14" name="Editable box: Model the full input/output ratio and total cost of ownership before selecting an architecture.">
            <a:extLst>
              <a:ext uri="{FF2B5EF4-FFF2-40B4-BE49-F238E27FC236}">
                <a16:creationId xmlns:a16="http://schemas.microsoft.com/office/drawing/2014/main" id="{24D5DF5C-C7E1-4D88-B05C-67244CB63F92}"/>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Model the full input/output ratio and total cost of ownership before selecting an architecture.</a:t>
            </a:r>
          </a:p>
        </p:txBody>
      </p:sp>
    </p:spTree>
    <p:extLst>
      <p:ext uri="{BB962C8B-B14F-4D97-AF65-F5344CB8AC3E}">
        <p14:creationId xmlns:p14="http://schemas.microsoft.com/office/powerpoint/2010/main" val="5743080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Model Cost Depends on I/O and Deployment</a:t>
            </a:r>
          </a:p>
        </p:txBody>
      </p:sp>
      <p:sp>
        <p:nvSpPr>
          <p:cNvPr id="5" name="Editable content rail">
            <a:extLst>
              <a:ext uri="{FF2B5EF4-FFF2-40B4-BE49-F238E27FC236}">
                <a16:creationId xmlns:a16="http://schemas.microsoft.com/office/drawing/2014/main" id="{CD62CDD0-EB65-45A6-AC29-C5911044EEC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97FE68AB-DD73-4D58-A29B-278AD3C0A62A}"/>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Falling model prices do not automatically produce a low-cost GenAI system.</a:t>
            </a:r>
          </a:p>
        </p:txBody>
      </p:sp>
      <p:sp>
        <p:nvSpPr>
          <p:cNvPr id="7" name="Editable box: TOTAL COST">
            <a:extLst>
              <a:ext uri="{FF2B5EF4-FFF2-40B4-BE49-F238E27FC236}">
                <a16:creationId xmlns:a16="http://schemas.microsoft.com/office/drawing/2014/main" id="{41F8C0AA-2614-4D79-9C19-01A74F2FFDCD}"/>
              </a:ext>
            </a:extLst>
          </p:cNvPr>
          <p:cNvSpPr>
            <a:spLocks noGrp="1"/>
          </p:cNvSpPr>
          <p:nvPr/>
        </p:nvSpPr>
        <p:spPr>
          <a:xfrm>
            <a:off x="1000125" y="2714625"/>
            <a:ext cx="1809750" cy="857250"/>
          </a:xfrm>
          <a:prstGeom prst="roundRect">
            <a:avLst>
              <a:gd name="adj" fmla="val 15556"/>
            </a:avLst>
          </a:prstGeom>
          <a:solidFill>
            <a:srgbClr val="184E8A"/>
          </a:solidFill>
          <a:ln w="14288">
            <a:solidFill>
              <a:srgbClr val="184E8A"/>
            </a:solidFill>
            <a:prstDash val="solid"/>
          </a:ln>
        </p:spPr>
        <p:txBody>
          <a:bodyPr anchor="ctr"/>
          <a:lstStyle/>
          <a:p>
            <a:pPr algn="ctr">
              <a:defRPr sz="1950" b="1">
                <a:solidFill>
                  <a:srgbClr val="FFFFFF"/>
                </a:solidFill>
              </a:defRPr>
            </a:pPr>
            <a:r>
              <a:rPr sz="1950" b="1">
                <a:solidFill>
                  <a:srgbClr val="FFFFFF"/>
                </a:solidFill>
              </a:rPr>
              <a:t>TOTAL COST</a:t>
            </a:r>
          </a:p>
        </p:txBody>
      </p:sp>
      <p:sp>
        <p:nvSpPr>
          <p:cNvPr id="8" name="Editable text">
            <a:extLst>
              <a:ext uri="{FF2B5EF4-FFF2-40B4-BE49-F238E27FC236}">
                <a16:creationId xmlns:a16="http://schemas.microsoft.com/office/drawing/2014/main" id="{06F2C3BB-B609-46B4-8FD9-3BAF4ED7B0E0}"/>
              </a:ext>
            </a:extLst>
          </p:cNvPr>
          <p:cNvSpPr>
            <a:spLocks noGrp="1"/>
          </p:cNvSpPr>
          <p:nvPr/>
        </p:nvSpPr>
        <p:spPr>
          <a:xfrm>
            <a:off x="3000375" y="2857500"/>
            <a:ext cx="523875" cy="571500"/>
          </a:xfrm>
          <a:prstGeom prst="rect">
            <a:avLst/>
          </a:prstGeom>
          <a:noFill/>
          <a:ln w="0">
            <a:noFill/>
          </a:ln>
        </p:spPr>
        <p:txBody>
          <a:bodyPr anchor="ctr"/>
          <a:lstStyle/>
          <a:p>
            <a:pPr algn="ctr">
              <a:defRPr sz="2850" b="1">
                <a:solidFill>
                  <a:srgbClr val="262626"/>
                </a:solidFill>
              </a:defRPr>
            </a:pPr>
            <a:r>
              <a:rPr sz="2850" b="1">
                <a:solidFill>
                  <a:srgbClr val="262626"/>
                </a:solidFill>
              </a:rPr>
              <a:t>=</a:t>
            </a:r>
          </a:p>
        </p:txBody>
      </p:sp>
      <p:sp>
        <p:nvSpPr>
          <p:cNvPr id="9" name="Editable box: Input tokens">
            <a:extLst>
              <a:ext uri="{FF2B5EF4-FFF2-40B4-BE49-F238E27FC236}">
                <a16:creationId xmlns:a16="http://schemas.microsoft.com/office/drawing/2014/main" id="{26FFD7AD-F102-4B9F-A905-72FB97CD0F60}"/>
              </a:ext>
            </a:extLst>
          </p:cNvPr>
          <p:cNvSpPr>
            <a:spLocks noGrp="1"/>
          </p:cNvSpPr>
          <p:nvPr/>
        </p:nvSpPr>
        <p:spPr>
          <a:xfrm>
            <a:off x="3714750" y="2333625"/>
            <a:ext cx="2000250" cy="714375"/>
          </a:xfrm>
          <a:prstGeom prst="roundRect">
            <a:avLst>
              <a:gd name="adj" fmla="val 18667"/>
            </a:avLst>
          </a:prstGeom>
          <a:solidFill>
            <a:srgbClr val="EFF5FF"/>
          </a:solidFill>
          <a:ln w="14288">
            <a:solidFill>
              <a:srgbClr val="2F73E8"/>
            </a:solidFill>
            <a:prstDash val="solid"/>
          </a:ln>
        </p:spPr>
        <p:txBody>
          <a:bodyPr anchor="ctr"/>
          <a:lstStyle/>
          <a:p>
            <a:pPr algn="ctr">
              <a:defRPr sz="1425" b="1">
                <a:solidFill>
                  <a:srgbClr val="262626"/>
                </a:solidFill>
              </a:defRPr>
            </a:pPr>
            <a:r>
              <a:rPr sz="1425" b="1">
                <a:solidFill>
                  <a:srgbClr val="262626"/>
                </a:solidFill>
              </a:rPr>
              <a:t>Input tokens</a:t>
            </a:r>
          </a:p>
        </p:txBody>
      </p:sp>
      <p:sp>
        <p:nvSpPr>
          <p:cNvPr id="10" name="Editable box: Output tokens">
            <a:extLst>
              <a:ext uri="{FF2B5EF4-FFF2-40B4-BE49-F238E27FC236}">
                <a16:creationId xmlns:a16="http://schemas.microsoft.com/office/drawing/2014/main" id="{D674366D-210B-4537-9F43-2A50632026B5}"/>
              </a:ext>
            </a:extLst>
          </p:cNvPr>
          <p:cNvSpPr>
            <a:spLocks noGrp="1"/>
          </p:cNvSpPr>
          <p:nvPr/>
        </p:nvSpPr>
        <p:spPr>
          <a:xfrm>
            <a:off x="6096000" y="2333625"/>
            <a:ext cx="2000250" cy="714375"/>
          </a:xfrm>
          <a:prstGeom prst="roundRect">
            <a:avLst>
              <a:gd name="adj" fmla="val 18667"/>
            </a:avLst>
          </a:prstGeom>
          <a:solidFill>
            <a:srgbClr val="FFF4E8"/>
          </a:solidFill>
          <a:ln w="14288">
            <a:solidFill>
              <a:srgbClr val="E85A33"/>
            </a:solidFill>
            <a:prstDash val="solid"/>
          </a:ln>
        </p:spPr>
        <p:txBody>
          <a:bodyPr anchor="ctr"/>
          <a:lstStyle/>
          <a:p>
            <a:pPr algn="ctr">
              <a:defRPr sz="1425" b="1">
                <a:solidFill>
                  <a:srgbClr val="262626"/>
                </a:solidFill>
              </a:defRPr>
            </a:pPr>
            <a:r>
              <a:rPr sz="1425" b="1">
                <a:solidFill>
                  <a:srgbClr val="262626"/>
                </a:solidFill>
              </a:rPr>
              <a:t>Output tokens</a:t>
            </a:r>
          </a:p>
        </p:txBody>
      </p:sp>
      <p:sp>
        <p:nvSpPr>
          <p:cNvPr id="11" name="Editable box: Retrieval + tools">
            <a:extLst>
              <a:ext uri="{FF2B5EF4-FFF2-40B4-BE49-F238E27FC236}">
                <a16:creationId xmlns:a16="http://schemas.microsoft.com/office/drawing/2014/main" id="{43CEBEB4-D83C-4B14-A4E2-CC4E7B0AD0F9}"/>
              </a:ext>
            </a:extLst>
          </p:cNvPr>
          <p:cNvSpPr>
            <a:spLocks noGrp="1"/>
          </p:cNvSpPr>
          <p:nvPr/>
        </p:nvSpPr>
        <p:spPr>
          <a:xfrm>
            <a:off x="8477250" y="2333625"/>
            <a:ext cx="2000250" cy="714375"/>
          </a:xfrm>
          <a:prstGeom prst="roundRect">
            <a:avLst>
              <a:gd name="adj" fmla="val 18667"/>
            </a:avLst>
          </a:prstGeom>
          <a:solidFill>
            <a:srgbClr val="ECF8F1"/>
          </a:solidFill>
          <a:ln w="14288">
            <a:solidFill>
              <a:srgbClr val="2E9B63"/>
            </a:solidFill>
            <a:prstDash val="solid"/>
          </a:ln>
        </p:spPr>
        <p:txBody>
          <a:bodyPr anchor="ctr"/>
          <a:lstStyle/>
          <a:p>
            <a:pPr algn="ctr">
              <a:defRPr sz="1425" b="1">
                <a:solidFill>
                  <a:srgbClr val="262626"/>
                </a:solidFill>
              </a:defRPr>
            </a:pPr>
            <a:r>
              <a:rPr sz="1425" b="1">
                <a:solidFill>
                  <a:srgbClr val="262626"/>
                </a:solidFill>
              </a:rPr>
              <a:t>Retrieval + tools</a:t>
            </a:r>
          </a:p>
        </p:txBody>
      </p:sp>
      <p:sp>
        <p:nvSpPr>
          <p:cNvPr id="12" name="Editable box: Hosting">
            <a:extLst>
              <a:ext uri="{FF2B5EF4-FFF2-40B4-BE49-F238E27FC236}">
                <a16:creationId xmlns:a16="http://schemas.microsoft.com/office/drawing/2014/main" id="{421F3BFE-D7BA-4539-BD5B-E6802FF46C44}"/>
              </a:ext>
            </a:extLst>
          </p:cNvPr>
          <p:cNvSpPr>
            <a:spLocks noGrp="1"/>
          </p:cNvSpPr>
          <p:nvPr/>
        </p:nvSpPr>
        <p:spPr>
          <a:xfrm>
            <a:off x="3714750" y="3762375"/>
            <a:ext cx="2000250" cy="714375"/>
          </a:xfrm>
          <a:prstGeom prst="roundRect">
            <a:avLst>
              <a:gd name="adj" fmla="val 18667"/>
            </a:avLst>
          </a:prstGeom>
          <a:solidFill>
            <a:srgbClr val="F4F0FF"/>
          </a:solidFill>
          <a:ln w="14288">
            <a:solidFill>
              <a:srgbClr val="7457C8"/>
            </a:solidFill>
            <a:prstDash val="solid"/>
          </a:ln>
        </p:spPr>
        <p:txBody>
          <a:bodyPr anchor="ctr"/>
          <a:lstStyle/>
          <a:p>
            <a:pPr algn="ctr">
              <a:defRPr sz="1425" b="1">
                <a:solidFill>
                  <a:srgbClr val="262626"/>
                </a:solidFill>
              </a:defRPr>
            </a:pPr>
            <a:r>
              <a:rPr sz="1425" b="1">
                <a:solidFill>
                  <a:srgbClr val="262626"/>
                </a:solidFill>
              </a:rPr>
              <a:t>Hosting</a:t>
            </a:r>
          </a:p>
        </p:txBody>
      </p:sp>
      <p:sp>
        <p:nvSpPr>
          <p:cNvPr id="13" name="Editable box: People + controls">
            <a:extLst>
              <a:ext uri="{FF2B5EF4-FFF2-40B4-BE49-F238E27FC236}">
                <a16:creationId xmlns:a16="http://schemas.microsoft.com/office/drawing/2014/main" id="{BCA4D28C-3BE3-4BE9-B2A0-F7D604AA62E4}"/>
              </a:ext>
            </a:extLst>
          </p:cNvPr>
          <p:cNvSpPr>
            <a:spLocks noGrp="1"/>
          </p:cNvSpPr>
          <p:nvPr/>
        </p:nvSpPr>
        <p:spPr>
          <a:xfrm>
            <a:off x="6096000" y="3762375"/>
            <a:ext cx="2000250" cy="714375"/>
          </a:xfrm>
          <a:prstGeom prst="roundRect">
            <a:avLst>
              <a:gd name="adj" fmla="val 18667"/>
            </a:avLst>
          </a:prstGeom>
          <a:solidFill>
            <a:srgbClr val="FFF2ED"/>
          </a:solidFill>
          <a:ln w="14288">
            <a:solidFill>
              <a:srgbClr val="D83B42"/>
            </a:solidFill>
            <a:prstDash val="solid"/>
          </a:ln>
        </p:spPr>
        <p:txBody>
          <a:bodyPr anchor="ctr"/>
          <a:lstStyle/>
          <a:p>
            <a:pPr algn="ctr">
              <a:defRPr sz="1425" b="1">
                <a:solidFill>
                  <a:srgbClr val="262626"/>
                </a:solidFill>
              </a:defRPr>
            </a:pPr>
            <a:r>
              <a:rPr sz="1425" b="1">
                <a:solidFill>
                  <a:srgbClr val="262626"/>
                </a:solidFill>
              </a:rPr>
              <a:t>People + controls</a:t>
            </a:r>
          </a:p>
        </p:txBody>
      </p:sp>
      <p:sp>
        <p:nvSpPr>
          <p:cNvPr id="14" name="Editable box: Model the full input/output ratio and total cost of ownership before selecting an architecture.">
            <a:extLst>
              <a:ext uri="{FF2B5EF4-FFF2-40B4-BE49-F238E27FC236}">
                <a16:creationId xmlns:a16="http://schemas.microsoft.com/office/drawing/2014/main" id="{EEFAA73A-E9FE-4619-B412-28852D2051D0}"/>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Model the full input/output ratio and total cost of ownership before selecting an architecture.</a:t>
            </a:r>
          </a:p>
        </p:txBody>
      </p:sp>
    </p:spTree>
    <p:extLst>
      <p:ext uri="{BB962C8B-B14F-4D97-AF65-F5344CB8AC3E}">
        <p14:creationId xmlns:p14="http://schemas.microsoft.com/office/powerpoint/2010/main" val="13448323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Calculate Workload-Specific Total Cost</a:t>
            </a:r>
          </a:p>
        </p:txBody>
      </p:sp>
      <p:sp>
        <p:nvSpPr>
          <p:cNvPr id="13" name="Restored content rail">
            <a:extLst>
              <a:ext uri="{FF2B5EF4-FFF2-40B4-BE49-F238E27FC236}">
                <a16:creationId xmlns:a16="http://schemas.microsoft.com/office/drawing/2014/main" id="{C9BD11DC-EDDE-4406-852C-FD95262A3FED}"/>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9BDA8EDA-DA68-4AA0-8DCD-E402EAC9B977}"/>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Total cost depends on usage patterns, service requirements, and deployment choices—not a single token price.</a:t>
            </a:r>
          </a:p>
        </p:txBody>
      </p:sp>
      <p:sp>
        <p:nvSpPr>
          <p:cNvPr id="15" name="Two-column divider">
            <a:extLst>
              <a:ext uri="{FF2B5EF4-FFF2-40B4-BE49-F238E27FC236}">
                <a16:creationId xmlns:a16="http://schemas.microsoft.com/office/drawing/2014/main" id="{868EA9B8-029F-4A5F-847E-D33ECDF0B390}"/>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7549CFCA-7CCB-430D-AB76-7E5F54C8956A}"/>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Variable usage cost</a:t>
            </a:r>
          </a:p>
        </p:txBody>
      </p:sp>
      <p:sp>
        <p:nvSpPr>
          <p:cNvPr id="17" name="Restored right heading">
            <a:extLst>
              <a:ext uri="{FF2B5EF4-FFF2-40B4-BE49-F238E27FC236}">
                <a16:creationId xmlns:a16="http://schemas.microsoft.com/office/drawing/2014/main" id="{0EEC5D81-C097-472D-9FBD-06B4EB725F9B}"/>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Deployment TCO</a:t>
            </a:r>
          </a:p>
        </p:txBody>
      </p:sp>
      <p:sp>
        <p:nvSpPr>
          <p:cNvPr id="18" name="Restored left bullets">
            <a:extLst>
              <a:ext uri="{FF2B5EF4-FFF2-40B4-BE49-F238E27FC236}">
                <a16:creationId xmlns:a16="http://schemas.microsoft.com/office/drawing/2014/main" id="{79789D28-C48B-452E-9968-1669B0E7C10B}"/>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Input and output tokens</a:t>
            </a:r>
          </a:p>
          <a:p>
            <a:pPr marL="24" indent="-15">
              <a:spcAft>
                <a:spcPts val="9"/>
              </a:spcAft>
              <a:buChar char="•"/>
              <a:defRPr sz="1800"/>
            </a:pPr>
            <a:r>
              <a:rPr sz="2000">
                <a:solidFill>
                  <a:srgbClr val="262626"/>
                </a:solidFill>
                <a:latin typeface="Calibri"/>
                <a:ea typeface="Calibri"/>
                <a:cs typeface="Calibri"/>
              </a:rPr>
              <a:t> Reasoning, retries, retrieval, and tool calls</a:t>
            </a:r>
          </a:p>
          <a:p>
            <a:pPr marL="24" indent="-15">
              <a:spcAft>
                <a:spcPts val="9"/>
              </a:spcAft>
              <a:buChar char="•"/>
              <a:defRPr sz="1800"/>
            </a:pPr>
            <a:r>
              <a:rPr sz="2000">
                <a:solidFill>
                  <a:srgbClr val="262626"/>
                </a:solidFill>
                <a:latin typeface="Calibri"/>
                <a:ea typeface="Calibri"/>
                <a:cs typeface="Calibri"/>
              </a:rPr>
              <a:t> Model- and provider-specific pricing</a:t>
            </a:r>
          </a:p>
        </p:txBody>
      </p:sp>
      <p:sp>
        <p:nvSpPr>
          <p:cNvPr id="19" name="Restored right bullets">
            <a:extLst>
              <a:ext uri="{FF2B5EF4-FFF2-40B4-BE49-F238E27FC236}">
                <a16:creationId xmlns:a16="http://schemas.microsoft.com/office/drawing/2014/main" id="{21B130E7-A4A7-458B-A1C7-8CEE158E23E6}"/>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API versus self-hosted infrastructure</a:t>
            </a:r>
          </a:p>
          <a:p>
            <a:pPr marL="24" indent="-15">
              <a:spcAft>
                <a:spcPts val="9"/>
              </a:spcAft>
              <a:buChar char="•"/>
              <a:defRPr sz="1800"/>
            </a:pPr>
            <a:r>
              <a:rPr sz="2000">
                <a:solidFill>
                  <a:srgbClr val="262626"/>
                </a:solidFill>
                <a:latin typeface="Calibri"/>
                <a:ea typeface="Calibri"/>
                <a:cs typeface="Calibri"/>
              </a:rPr>
              <a:t> Hardware, energy, staff, and monitoring</a:t>
            </a:r>
          </a:p>
          <a:p>
            <a:pPr marL="24" indent="-15">
              <a:spcAft>
                <a:spcPts val="9"/>
              </a:spcAft>
              <a:buChar char="•"/>
              <a:defRPr sz="1800"/>
            </a:pPr>
            <a:r>
              <a:rPr sz="2000">
                <a:solidFill>
                  <a:srgbClr val="262626"/>
                </a:solidFill>
                <a:latin typeface="Calibri"/>
                <a:ea typeface="Calibri"/>
                <a:cs typeface="Calibri"/>
              </a:rPr>
              <a:t> No universal breakeven point</a:t>
            </a:r>
          </a:p>
        </p:txBody>
      </p:sp>
      <p:sp>
        <p:nvSpPr>
          <p:cNvPr id="20" name="Restored takeaway background">
            <a:extLst>
              <a:ext uri="{FF2B5EF4-FFF2-40B4-BE49-F238E27FC236}">
                <a16:creationId xmlns:a16="http://schemas.microsoft.com/office/drawing/2014/main" id="{75721C51-431A-4916-A972-C8E91038AECE}"/>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A2DFB196-A3B8-4D61-9F0A-C8C2D61468E6}"/>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Model representative workloads before choosing a deployment architecture.</a:t>
            </a:r>
          </a:p>
        </p:txBody>
      </p:sp>
    </p:spTree>
    <p:extLst>
      <p:ext uri="{BB962C8B-B14F-4D97-AF65-F5344CB8AC3E}">
        <p14:creationId xmlns:p14="http://schemas.microsoft.com/office/powerpoint/2010/main" val="8750732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Start Architecture Design with the Mission</a:t>
            </a:r>
          </a:p>
        </p:txBody>
      </p:sp>
      <p:sp>
        <p:nvSpPr>
          <p:cNvPr id="13" name="Restored content rail">
            <a:extLst>
              <a:ext uri="{FF2B5EF4-FFF2-40B4-BE49-F238E27FC236}">
                <a16:creationId xmlns:a16="http://schemas.microsoft.com/office/drawing/2014/main" id="{6F42D949-DDD8-493B-944B-83BBE8D2AEC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16D1C0E7-47C7-4EF3-8D19-F083B2FB614B}"/>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No single system can maximize every objective at once. Begin by identifying the primary constraint.</a:t>
            </a:r>
          </a:p>
        </p:txBody>
      </p:sp>
      <p:sp>
        <p:nvSpPr>
          <p:cNvPr id="15" name="Framework heading 1">
            <a:extLst>
              <a:ext uri="{FF2B5EF4-FFF2-40B4-BE49-F238E27FC236}">
                <a16:creationId xmlns:a16="http://schemas.microsoft.com/office/drawing/2014/main" id="{028D537D-5A96-469F-96D3-565546764F18}"/>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User need</a:t>
            </a:r>
          </a:p>
        </p:txBody>
      </p:sp>
      <p:sp>
        <p:nvSpPr>
          <p:cNvPr id="16" name="Framework body 1">
            <a:extLst>
              <a:ext uri="{FF2B5EF4-FFF2-40B4-BE49-F238E27FC236}">
                <a16:creationId xmlns:a16="http://schemas.microsoft.com/office/drawing/2014/main" id="{B10F599A-93CC-45F6-8313-18486D70E1AA}"/>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Required modality, responsiveness, and workflow integration.</a:t>
            </a:r>
          </a:p>
        </p:txBody>
      </p:sp>
      <p:sp>
        <p:nvSpPr>
          <p:cNvPr id="17" name="Framework divider 1">
            <a:extLst>
              <a:ext uri="{FF2B5EF4-FFF2-40B4-BE49-F238E27FC236}">
                <a16:creationId xmlns:a16="http://schemas.microsoft.com/office/drawing/2014/main" id="{0FBE18F0-D8B3-4FDA-8BE0-08DC1A658644}"/>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7BFD2067-11FA-4B2A-B1EE-3757C4969840}"/>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Quality need</a:t>
            </a:r>
          </a:p>
        </p:txBody>
      </p:sp>
      <p:sp>
        <p:nvSpPr>
          <p:cNvPr id="19" name="Framework body 2">
            <a:extLst>
              <a:ext uri="{FF2B5EF4-FFF2-40B4-BE49-F238E27FC236}">
                <a16:creationId xmlns:a16="http://schemas.microsoft.com/office/drawing/2014/main" id="{B0AEF7A6-7860-466C-9FA2-D587E0ADACBE}"/>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Accuracy, reasoning depth, context, and acceptable failure modes.</a:t>
            </a:r>
          </a:p>
        </p:txBody>
      </p:sp>
      <p:sp>
        <p:nvSpPr>
          <p:cNvPr id="20" name="Framework divider 2">
            <a:extLst>
              <a:ext uri="{FF2B5EF4-FFF2-40B4-BE49-F238E27FC236}">
                <a16:creationId xmlns:a16="http://schemas.microsoft.com/office/drawing/2014/main" id="{76332BCA-D53B-4B2C-B722-2346BB4E19E2}"/>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7FCDFB52-E070-4B2A-B353-B2FEE93295B2}"/>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Operating need</a:t>
            </a:r>
          </a:p>
        </p:txBody>
      </p:sp>
      <p:sp>
        <p:nvSpPr>
          <p:cNvPr id="22" name="Framework body 3">
            <a:extLst>
              <a:ext uri="{FF2B5EF4-FFF2-40B4-BE49-F238E27FC236}">
                <a16:creationId xmlns:a16="http://schemas.microsoft.com/office/drawing/2014/main" id="{C2992D2B-70D1-43BD-879D-B8262C3950BD}"/>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Traffic volume, unit economics, governance, and deployment constraints.</a:t>
            </a:r>
          </a:p>
        </p:txBody>
      </p:sp>
      <p:sp>
        <p:nvSpPr>
          <p:cNvPr id="23" name="Restored takeaway background">
            <a:extLst>
              <a:ext uri="{FF2B5EF4-FFF2-40B4-BE49-F238E27FC236}">
                <a16:creationId xmlns:a16="http://schemas.microsoft.com/office/drawing/2014/main" id="{14BECBB6-C5A1-4B04-9569-A4BF24AE9BA0}"/>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33698D7C-A618-4AD2-B1CA-F908BF971DBF}"/>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Architecture follows mission priorities; secondary vectors are optimized within those constraints.</a:t>
            </a:r>
          </a:p>
        </p:txBody>
      </p:sp>
    </p:spTree>
    <p:extLst>
      <p:ext uri="{BB962C8B-B14F-4D97-AF65-F5344CB8AC3E}">
        <p14:creationId xmlns:p14="http://schemas.microsoft.com/office/powerpoint/2010/main" val="5647476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Two Missions Need Different Architectures</a:t>
            </a:r>
          </a:p>
        </p:txBody>
      </p:sp>
      <p:sp>
        <p:nvSpPr>
          <p:cNvPr id="13" name="Restored content rail">
            <a:extLst>
              <a:ext uri="{FF2B5EF4-FFF2-40B4-BE49-F238E27FC236}">
                <a16:creationId xmlns:a16="http://schemas.microsoft.com/office/drawing/2014/main" id="{14A32675-7C73-422B-99C6-AA98DF91EC0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transition statement">
            <a:extLst>
              <a:ext uri="{FF2B5EF4-FFF2-40B4-BE49-F238E27FC236}">
                <a16:creationId xmlns:a16="http://schemas.microsoft.com/office/drawing/2014/main" id="{A1729FAB-7B0D-435A-A460-7005F2783779}"/>
              </a:ext>
            </a:extLst>
          </p:cNvPr>
          <p:cNvSpPr>
            <a:spLocks noGrp="1"/>
          </p:cNvSpPr>
          <p:nvPr/>
        </p:nvSpPr>
        <p:spPr>
          <a:xfrm>
            <a:off x="1238250" y="1952625"/>
            <a:ext cx="9715500" cy="1095375"/>
          </a:xfrm>
          <a:prstGeom prst="rect">
            <a:avLst/>
          </a:prstGeom>
          <a:noFill/>
          <a:ln w="0">
            <a:noFill/>
            <a:prstDash val="solid"/>
          </a:ln>
        </p:spPr>
        <p:txBody>
          <a:bodyPr wrap="square" lIns="28575" tIns="19050" rIns="28575" bIns="19050" anchor="ctr">
            <a:noAutofit/>
          </a:bodyPr>
          <a:lstStyle/>
          <a:p>
            <a:pPr>
              <a:buNone/>
              <a:defRPr sz="1800"/>
            </a:pPr>
            <a:r>
              <a:rPr sz="2000" b="1">
                <a:solidFill>
                  <a:srgbClr val="262626"/>
                </a:solidFill>
                <a:latin typeface="Calibri"/>
                <a:ea typeface="Calibri"/>
                <a:cs typeface="Calibri"/>
              </a:rPr>
              <a:t>A real-time voice agent and a complex financial-analysis system may use the same model family but require different system designs.</a:t>
            </a:r>
          </a:p>
        </p:txBody>
      </p:sp>
      <p:sp>
        <p:nvSpPr>
          <p:cNvPr id="15" name="Transition divider">
            <a:extLst>
              <a:ext uri="{FF2B5EF4-FFF2-40B4-BE49-F238E27FC236}">
                <a16:creationId xmlns:a16="http://schemas.microsoft.com/office/drawing/2014/main" id="{FDC4C203-B521-4694-9960-89E2D86C8772}"/>
              </a:ext>
            </a:extLst>
          </p:cNvPr>
          <p:cNvSpPr>
            <a:spLocks noGrp="1"/>
          </p:cNvSpPr>
          <p:nvPr/>
        </p:nvSpPr>
        <p:spPr>
          <a:xfrm>
            <a:off x="1238250" y="3190875"/>
            <a:ext cx="9715500" cy="19050"/>
          </a:xfrm>
          <a:prstGeom prst="rect">
            <a:avLst/>
          </a:prstGeom>
          <a:solidFill>
            <a:srgbClr val="D7DEE8"/>
          </a:solidFill>
          <a:ln w="0">
            <a:noFill/>
            <a:prstDash val="solid"/>
          </a:ln>
        </p:spPr>
        <p:txBody>
          <a:bodyPr/>
          <a:lstStyle/>
          <a:p>
            <a:endParaRPr/>
          </a:p>
        </p:txBody>
      </p:sp>
      <p:sp>
        <p:nvSpPr>
          <p:cNvPr id="16" name="Restored transition points">
            <a:extLst>
              <a:ext uri="{FF2B5EF4-FFF2-40B4-BE49-F238E27FC236}">
                <a16:creationId xmlns:a16="http://schemas.microsoft.com/office/drawing/2014/main" id="{A49A11A5-067E-4BB6-9B2F-B7A7D744A355}"/>
              </a:ext>
            </a:extLst>
          </p:cNvPr>
          <p:cNvSpPr>
            <a:spLocks noGrp="1"/>
          </p:cNvSpPr>
          <p:nvPr/>
        </p:nvSpPr>
        <p:spPr>
          <a:xfrm>
            <a:off x="1381125" y="3476625"/>
            <a:ext cx="9334500" cy="171450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Voice prioritizes low latency and native audio interaction.</a:t>
            </a:r>
          </a:p>
          <a:p>
            <a:pPr marL="24" indent="-15">
              <a:spcAft>
                <a:spcPts val="9"/>
              </a:spcAft>
              <a:buChar char="•"/>
              <a:defRPr sz="1800"/>
            </a:pPr>
            <a:r>
              <a:rPr sz="2000">
                <a:solidFill>
                  <a:srgbClr val="262626"/>
                </a:solidFill>
                <a:latin typeface="Calibri"/>
                <a:ea typeface="Calibri"/>
                <a:cs typeface="Calibri"/>
              </a:rPr>
              <a:t> Financial analysis prioritizes accuracy, reasoning, and large evidence sets.</a:t>
            </a:r>
          </a:p>
          <a:p>
            <a:pPr marL="24" indent="-15">
              <a:spcAft>
                <a:spcPts val="9"/>
              </a:spcAft>
              <a:buChar char="•"/>
              <a:defRPr sz="1800"/>
            </a:pPr>
            <a:r>
              <a:rPr sz="2000">
                <a:solidFill>
                  <a:srgbClr val="262626"/>
                </a:solidFill>
                <a:latin typeface="Calibri"/>
                <a:ea typeface="Calibri"/>
                <a:cs typeface="Calibri"/>
              </a:rPr>
              <a:t> The primary constraint determines the model, retrieval, and hardware choices.</a:t>
            </a:r>
          </a:p>
        </p:txBody>
      </p:sp>
      <p:sp>
        <p:nvSpPr>
          <p:cNvPr id="17" name="Restored takeaway background">
            <a:extLst>
              <a:ext uri="{FF2B5EF4-FFF2-40B4-BE49-F238E27FC236}">
                <a16:creationId xmlns:a16="http://schemas.microsoft.com/office/drawing/2014/main" id="{365553DD-1F45-4F5E-8F77-D2A3C4FB83A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18" name="Restored takeaway">
            <a:extLst>
              <a:ext uri="{FF2B5EF4-FFF2-40B4-BE49-F238E27FC236}">
                <a16:creationId xmlns:a16="http://schemas.microsoft.com/office/drawing/2014/main" id="{E4F26EFE-D585-48BA-89EF-96BA6DB648D2}"/>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200" b="1">
                <a:solidFill>
                  <a:srgbClr val="184E8A"/>
                </a:solidFill>
                <a:latin typeface="Calibri"/>
                <a:ea typeface="Calibri"/>
                <a:cs typeface="Calibri"/>
              </a:rPr>
              <a:t>There is no universally optimal GenAI stack.</a:t>
            </a:r>
          </a:p>
        </p:txBody>
      </p:sp>
    </p:spTree>
    <p:extLst>
      <p:ext uri="{BB962C8B-B14F-4D97-AF65-F5344CB8AC3E}">
        <p14:creationId xmlns:p14="http://schemas.microsoft.com/office/powerpoint/2010/main" val="15440295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Voice Agent vs. Financial Analysis</a:t>
            </a:r>
          </a:p>
        </p:txBody>
      </p:sp>
      <p:sp>
        <p:nvSpPr>
          <p:cNvPr id="5" name="Editable content rail">
            <a:extLst>
              <a:ext uri="{FF2B5EF4-FFF2-40B4-BE49-F238E27FC236}">
                <a16:creationId xmlns:a16="http://schemas.microsoft.com/office/drawing/2014/main" id="{61EBDF0D-1FF6-47AE-9CFB-7ECED7F34612}"/>
              </a:ext>
            </a:extLst>
          </p:cNvPr>
          <p:cNvSpPr>
            <a:spLocks noGrp="1"/>
          </p:cNvSpPr>
          <p:nvPr/>
        </p:nvSpPr>
        <p:spPr>
          <a:xfrm>
            <a:off x="628650" y="1619250"/>
            <a:ext cx="38100" cy="4429125"/>
          </a:xfrm>
          <a:prstGeom prst="rect">
            <a:avLst/>
          </a:prstGeom>
          <a:solidFill>
            <a:srgbClr val="2F73E8"/>
          </a:solidFill>
          <a:ln w="0">
            <a:noFill/>
          </a:ln>
        </p:spPr>
        <p:txBody>
          <a:bodyPr/>
          <a:lstStyle/>
          <a:p>
            <a:endParaRPr/>
          </a:p>
        </p:txBody>
      </p:sp>
      <p:sp>
        <p:nvSpPr>
          <p:cNvPr id="6" name="Editable text">
            <a:extLst>
              <a:ext uri="{FF2B5EF4-FFF2-40B4-BE49-F238E27FC236}">
                <a16:creationId xmlns:a16="http://schemas.microsoft.com/office/drawing/2014/main" id="{8DAE5EB8-A302-4314-BEFD-80D50411748F}"/>
              </a:ext>
            </a:extLst>
          </p:cNvPr>
          <p:cNvSpPr>
            <a:spLocks noGrp="1"/>
          </p:cNvSpPr>
          <p:nvPr/>
        </p:nvSpPr>
        <p:spPr>
          <a:xfrm>
            <a:off x="933450" y="1581150"/>
            <a:ext cx="10287000" cy="476250"/>
          </a:xfrm>
          <a:prstGeom prst="rect">
            <a:avLst/>
          </a:prstGeom>
          <a:noFill/>
          <a:ln w="0">
            <a:noFill/>
          </a:ln>
        </p:spPr>
        <p:txBody>
          <a:bodyPr anchor="ctr"/>
          <a:lstStyle/>
          <a:p>
            <a:pPr algn="l">
              <a:buNone/>
              <a:defRPr sz="1500" b="0">
                <a:solidFill>
                  <a:srgbClr val="5E6875"/>
                </a:solidFill>
              </a:defRPr>
            </a:pPr>
            <a:r>
              <a:rPr sz="1500" b="0">
                <a:solidFill>
                  <a:srgbClr val="5E6875"/>
                </a:solidFill>
              </a:rPr>
              <a:t>The same six vectors produce different architectures when business objectives change.</a:t>
            </a:r>
          </a:p>
        </p:txBody>
      </p:sp>
      <p:sp>
        <p:nvSpPr>
          <p:cNvPr id="7" name="Editable box: REAL-TIME VOICE AGENT">
            <a:extLst>
              <a:ext uri="{FF2B5EF4-FFF2-40B4-BE49-F238E27FC236}">
                <a16:creationId xmlns:a16="http://schemas.microsoft.com/office/drawing/2014/main" id="{D419AFD0-C1F7-4FF4-B26F-6BA653C969F8}"/>
              </a:ext>
            </a:extLst>
          </p:cNvPr>
          <p:cNvSpPr>
            <a:spLocks noGrp="1"/>
          </p:cNvSpPr>
          <p:nvPr/>
        </p:nvSpPr>
        <p:spPr>
          <a:xfrm>
            <a:off x="952500" y="2238375"/>
            <a:ext cx="4857750" cy="552450"/>
          </a:xfrm>
          <a:prstGeom prst="roundRect">
            <a:avLst>
              <a:gd name="adj" fmla="val 24138"/>
            </a:avLst>
          </a:prstGeom>
          <a:solidFill>
            <a:srgbClr val="EFF5FF"/>
          </a:solidFill>
          <a:ln w="14288">
            <a:solidFill>
              <a:srgbClr val="2F73E8"/>
            </a:solidFill>
            <a:prstDash val="solid"/>
          </a:ln>
        </p:spPr>
        <p:txBody>
          <a:bodyPr anchor="ctr"/>
          <a:lstStyle/>
          <a:p>
            <a:pPr algn="ctr">
              <a:buNone/>
              <a:defRPr sz="1725" b="1">
                <a:solidFill>
                  <a:srgbClr val="184E8A"/>
                </a:solidFill>
              </a:defRPr>
            </a:pPr>
            <a:r>
              <a:rPr sz="1725" b="1">
                <a:solidFill>
                  <a:srgbClr val="184E8A"/>
                </a:solidFill>
              </a:rPr>
              <a:t>REAL-TIME VOICE AGENT</a:t>
            </a:r>
          </a:p>
        </p:txBody>
      </p:sp>
      <p:sp>
        <p:nvSpPr>
          <p:cNvPr id="8" name="Editable text">
            <a:extLst>
              <a:ext uri="{FF2B5EF4-FFF2-40B4-BE49-F238E27FC236}">
                <a16:creationId xmlns:a16="http://schemas.microsoft.com/office/drawing/2014/main" id="{9B91B779-BE4A-488E-AB60-863E22EBE8FA}"/>
              </a:ext>
            </a:extLst>
          </p:cNvPr>
          <p:cNvSpPr>
            <a:spLocks noGrp="1"/>
          </p:cNvSpPr>
          <p:nvPr/>
        </p:nvSpPr>
        <p:spPr>
          <a:xfrm>
            <a:off x="1143000" y="4667250"/>
            <a:ext cx="4476750" cy="1000125"/>
          </a:xfrm>
          <a:prstGeom prst="rect">
            <a:avLst/>
          </a:prstGeom>
          <a:noFill/>
          <a:ln w="0">
            <a:noFill/>
          </a:ln>
        </p:spPr>
        <p:txBody>
          <a:bodyPr lIns="95250" tIns="0" rIns="76200" bIns="0" anchor="t">
            <a:normAutofit/>
          </a:bodyPr>
          <a:lstStyle/>
          <a:p>
            <a:pPr algn="l">
              <a:buNone/>
              <a:defRPr sz="1575" b="0">
                <a:solidFill>
                  <a:srgbClr val="262626"/>
                </a:solidFill>
              </a:defRPr>
            </a:pPr>
            <a:r>
              <a:rPr sz="1575" b="0">
                <a:solidFill>
                  <a:srgbClr val="262626"/>
                </a:solidFill>
              </a:rPr>
              <a:t>Primary: latency + interaction</a:t>
            </a:r>
          </a:p>
          <a:p>
            <a:pPr algn="l">
              <a:buNone/>
              <a:defRPr sz="1575" b="0">
                <a:solidFill>
                  <a:srgbClr val="262626"/>
                </a:solidFill>
              </a:defRPr>
            </a:pPr>
            <a:r>
              <a:rPr sz="1575" b="0">
                <a:solidFill>
                  <a:srgbClr val="262626"/>
                </a:solidFill>
              </a:rPr>
              <a:t>Short context</a:t>
            </a:r>
          </a:p>
          <a:p>
            <a:pPr algn="l">
              <a:buNone/>
              <a:defRPr sz="1575" b="0">
                <a:solidFill>
                  <a:srgbClr val="262626"/>
                </a:solidFill>
              </a:defRPr>
            </a:pPr>
            <a:r>
              <a:rPr sz="1575" b="0">
                <a:solidFill>
                  <a:srgbClr val="262626"/>
                </a:solidFill>
              </a:rPr>
              <a:t>Streaming speech</a:t>
            </a:r>
          </a:p>
          <a:p>
            <a:pPr algn="l">
              <a:buNone/>
              <a:defRPr sz="1575" b="0">
                <a:solidFill>
                  <a:srgbClr val="262626"/>
                </a:solidFill>
              </a:defRPr>
            </a:pPr>
            <a:r>
              <a:rPr sz="1575" b="0">
                <a:solidFill>
                  <a:srgbClr val="262626"/>
                </a:solidFill>
              </a:rPr>
              <a:t>Fallback to human</a:t>
            </a:r>
          </a:p>
        </p:txBody>
      </p:sp>
      <p:sp>
        <p:nvSpPr>
          <p:cNvPr id="9" name="Editable box: FINANCIAL ANALYSIS">
            <a:extLst>
              <a:ext uri="{FF2B5EF4-FFF2-40B4-BE49-F238E27FC236}">
                <a16:creationId xmlns:a16="http://schemas.microsoft.com/office/drawing/2014/main" id="{538C9270-826F-4DB2-A523-143C3751B6BC}"/>
              </a:ext>
            </a:extLst>
          </p:cNvPr>
          <p:cNvSpPr>
            <a:spLocks noGrp="1"/>
          </p:cNvSpPr>
          <p:nvPr/>
        </p:nvSpPr>
        <p:spPr>
          <a:xfrm>
            <a:off x="6381750" y="2238375"/>
            <a:ext cx="4857750" cy="552450"/>
          </a:xfrm>
          <a:prstGeom prst="roundRect">
            <a:avLst>
              <a:gd name="adj" fmla="val 24138"/>
            </a:avLst>
          </a:prstGeom>
          <a:solidFill>
            <a:srgbClr val="FFF2ED"/>
          </a:solidFill>
          <a:ln w="14288">
            <a:solidFill>
              <a:srgbClr val="E85A33"/>
            </a:solidFill>
            <a:prstDash val="solid"/>
          </a:ln>
        </p:spPr>
        <p:txBody>
          <a:bodyPr anchor="ctr"/>
          <a:lstStyle/>
          <a:p>
            <a:pPr algn="ctr">
              <a:buNone/>
              <a:defRPr sz="1725" b="1">
                <a:solidFill>
                  <a:srgbClr val="E85A33"/>
                </a:solidFill>
              </a:defRPr>
            </a:pPr>
            <a:r>
              <a:rPr sz="1725" b="1">
                <a:solidFill>
                  <a:srgbClr val="E85A33"/>
                </a:solidFill>
              </a:rPr>
              <a:t>FINANCIAL ANALYSIS</a:t>
            </a:r>
          </a:p>
        </p:txBody>
      </p:sp>
      <p:sp>
        <p:nvSpPr>
          <p:cNvPr id="10" name="Editable text">
            <a:extLst>
              <a:ext uri="{FF2B5EF4-FFF2-40B4-BE49-F238E27FC236}">
                <a16:creationId xmlns:a16="http://schemas.microsoft.com/office/drawing/2014/main" id="{09DE6EF7-BCD3-4D3C-81AE-DAD4A32E483A}"/>
              </a:ext>
            </a:extLst>
          </p:cNvPr>
          <p:cNvSpPr>
            <a:spLocks noGrp="1"/>
          </p:cNvSpPr>
          <p:nvPr/>
        </p:nvSpPr>
        <p:spPr>
          <a:xfrm>
            <a:off x="6572250" y="4667250"/>
            <a:ext cx="4476750" cy="1000125"/>
          </a:xfrm>
          <a:prstGeom prst="rect">
            <a:avLst/>
          </a:prstGeom>
          <a:noFill/>
          <a:ln w="0">
            <a:noFill/>
          </a:ln>
        </p:spPr>
        <p:txBody>
          <a:bodyPr lIns="95250" tIns="0" rIns="76200" bIns="0" anchor="t">
            <a:normAutofit/>
          </a:bodyPr>
          <a:lstStyle/>
          <a:p>
            <a:pPr algn="l">
              <a:buNone/>
              <a:defRPr sz="1575" b="0">
                <a:solidFill>
                  <a:srgbClr val="262626"/>
                </a:solidFill>
              </a:defRPr>
            </a:pPr>
            <a:r>
              <a:rPr sz="1575" b="0">
                <a:solidFill>
                  <a:srgbClr val="262626"/>
                </a:solidFill>
              </a:rPr>
              <a:t>Primary: evidence + accuracy</a:t>
            </a:r>
          </a:p>
          <a:p>
            <a:pPr algn="l">
              <a:buNone/>
              <a:defRPr sz="1575" b="0">
                <a:solidFill>
                  <a:srgbClr val="262626"/>
                </a:solidFill>
              </a:defRPr>
            </a:pPr>
            <a:r>
              <a:rPr sz="1575" b="0">
                <a:solidFill>
                  <a:srgbClr val="262626"/>
                </a:solidFill>
              </a:rPr>
              <a:t>Long context</a:t>
            </a:r>
          </a:p>
          <a:p>
            <a:pPr algn="l">
              <a:buNone/>
              <a:defRPr sz="1575" b="0">
                <a:solidFill>
                  <a:srgbClr val="262626"/>
                </a:solidFill>
              </a:defRPr>
            </a:pPr>
            <a:r>
              <a:rPr sz="1575" b="0">
                <a:solidFill>
                  <a:srgbClr val="262626"/>
                </a:solidFill>
              </a:rPr>
              <a:t>RAG and calculation tools</a:t>
            </a:r>
          </a:p>
          <a:p>
            <a:pPr algn="l">
              <a:buNone/>
              <a:defRPr sz="1575" b="0">
                <a:solidFill>
                  <a:srgbClr val="262626"/>
                </a:solidFill>
              </a:defRPr>
            </a:pPr>
            <a:r>
              <a:rPr sz="1575" b="0">
                <a:solidFill>
                  <a:srgbClr val="262626"/>
                </a:solidFill>
              </a:rPr>
              <a:t>Human approval</a:t>
            </a:r>
          </a:p>
        </p:txBody>
      </p:sp>
      <p:sp>
        <p:nvSpPr>
          <p:cNvPr id="11" name="Editable box: Optimize the architecture around the dominant failure cost for each mission.">
            <a:extLst>
              <a:ext uri="{FF2B5EF4-FFF2-40B4-BE49-F238E27FC236}">
                <a16:creationId xmlns:a16="http://schemas.microsoft.com/office/drawing/2014/main" id="{F14340D9-FCC5-4E11-878A-1026C701DE33}"/>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buNone/>
              <a:defRPr sz="1275" b="1">
                <a:solidFill>
                  <a:srgbClr val="184E8A"/>
                </a:solidFill>
              </a:defRPr>
            </a:pPr>
            <a:r>
              <a:rPr sz="1275" b="1">
                <a:solidFill>
                  <a:srgbClr val="184E8A"/>
                </a:solidFill>
              </a:rPr>
              <a:t>Optimize the architecture around the dominant failure cost for each mission.</a:t>
            </a:r>
          </a:p>
        </p:txBody>
      </p:sp>
      <p:pic>
        <p:nvPicPr>
          <p:cNvPr id="24" name="Voice agent scenario illustration"/>
          <p:cNvPicPr>
            <a:picLocks noChangeAspect="1"/>
          </p:cNvPicPr>
          <p:nvPr/>
        </p:nvPicPr>
        <p:blipFill>
          <a:blip r:embed="rId3"/>
          <a:srcRect t="22872" b="22872"/>
          <a:stretch>
            <a:fillRect/>
          </a:stretch>
        </p:blipFill>
        <p:spPr>
          <a:xfrm>
            <a:off x="1143000" y="2905125"/>
            <a:ext cx="4476750" cy="1619250"/>
          </a:xfrm>
          <a:prstGeom prst="roundRect">
            <a:avLst>
              <a:gd name="adj" fmla="val 7059"/>
            </a:avLst>
          </a:prstGeom>
        </p:spPr>
      </p:pic>
      <p:pic>
        <p:nvPicPr>
          <p:cNvPr id="25" name="Financial analysis scenario photo"/>
          <p:cNvPicPr>
            <a:picLocks noChangeAspect="1"/>
          </p:cNvPicPr>
          <p:nvPr/>
        </p:nvPicPr>
        <p:blipFill>
          <a:blip r:embed="rId4"/>
          <a:srcRect t="22895" b="22895"/>
          <a:stretch>
            <a:fillRect/>
          </a:stretch>
        </p:blipFill>
        <p:spPr>
          <a:xfrm>
            <a:off x="6572250" y="2905125"/>
            <a:ext cx="4476750" cy="1619250"/>
          </a:xfrm>
          <a:prstGeom prst="roundRect">
            <a:avLst>
              <a:gd name="adj" fmla="val 7059"/>
            </a:avLst>
          </a:prstGeom>
        </p:spPr>
      </p:pic>
      <p:sp>
        <p:nvSpPr>
          <p:cNvPr id="14" name="Editable voice scenario caption">
            <a:extLst>
              <a:ext uri="{FF2B5EF4-FFF2-40B4-BE49-F238E27FC236}">
                <a16:creationId xmlns:a16="http://schemas.microsoft.com/office/drawing/2014/main" id="{0A0678FA-ABF9-4FBF-95B6-51C54523517B}"/>
              </a:ext>
            </a:extLst>
          </p:cNvPr>
          <p:cNvSpPr>
            <a:spLocks noGrp="1"/>
          </p:cNvSpPr>
          <p:nvPr/>
        </p:nvSpPr>
        <p:spPr>
          <a:xfrm>
            <a:off x="1257300" y="4162425"/>
            <a:ext cx="4248150" cy="285750"/>
          </a:xfrm>
          <a:prstGeom prst="roundRect">
            <a:avLst>
              <a:gd name="adj" fmla="val 26667"/>
            </a:avLst>
          </a:prstGeom>
          <a:solidFill>
            <a:srgbClr val="1F5592"/>
          </a:solidFill>
          <a:ln w="0">
            <a:solidFill>
              <a:srgbClr val="1F5592"/>
            </a:solidFill>
            <a:prstDash val="solid"/>
          </a:ln>
        </p:spPr>
        <p:txBody>
          <a:bodyPr lIns="76200" tIns="38100" rIns="76200" bIns="38100" anchor="ctr">
            <a:normAutofit fontScale="90175" lnSpcReduction="10000"/>
          </a:bodyPr>
          <a:lstStyle/>
          <a:p>
            <a:pPr algn="ctr">
              <a:defRPr sz="1200" b="1">
                <a:solidFill>
                  <a:srgbClr val="FFFFFF"/>
                </a:solidFill>
              </a:defRPr>
            </a:pPr>
            <a:r>
              <a:rPr sz="1200" b="1">
                <a:solidFill>
                  <a:srgbClr val="FFFFFF"/>
                </a:solidFill>
              </a:rPr>
              <a:t>STREAMING INTERACTION • FAST ESCALATION</a:t>
            </a:r>
          </a:p>
        </p:txBody>
      </p:sp>
      <p:sp>
        <p:nvSpPr>
          <p:cNvPr id="15" name="Editable finance scenario caption">
            <a:extLst>
              <a:ext uri="{FF2B5EF4-FFF2-40B4-BE49-F238E27FC236}">
                <a16:creationId xmlns:a16="http://schemas.microsoft.com/office/drawing/2014/main" id="{55423EBB-4888-4BF9-B5C0-98BFBAA4BB91}"/>
              </a:ext>
            </a:extLst>
          </p:cNvPr>
          <p:cNvSpPr>
            <a:spLocks noGrp="1"/>
          </p:cNvSpPr>
          <p:nvPr/>
        </p:nvSpPr>
        <p:spPr>
          <a:xfrm>
            <a:off x="6686550" y="4162425"/>
            <a:ext cx="4248150" cy="285750"/>
          </a:xfrm>
          <a:prstGeom prst="roundRect">
            <a:avLst>
              <a:gd name="adj" fmla="val 26667"/>
            </a:avLst>
          </a:prstGeom>
          <a:solidFill>
            <a:srgbClr val="D95532"/>
          </a:solidFill>
          <a:ln w="0">
            <a:solidFill>
              <a:srgbClr val="D95532"/>
            </a:solidFill>
            <a:prstDash val="solid"/>
          </a:ln>
        </p:spPr>
        <p:txBody>
          <a:bodyPr lIns="76200" tIns="38100" rIns="76200" bIns="38100" anchor="ctr">
            <a:normAutofit fontScale="90175" lnSpcReduction="10000"/>
          </a:bodyPr>
          <a:lstStyle/>
          <a:p>
            <a:pPr algn="ctr">
              <a:defRPr sz="1200" b="1">
                <a:solidFill>
                  <a:srgbClr val="FFFFFF"/>
                </a:solidFill>
              </a:defRPr>
            </a:pPr>
            <a:r>
              <a:rPr sz="1200" b="1">
                <a:solidFill>
                  <a:srgbClr val="FFFFFF"/>
                </a:solidFill>
              </a:rPr>
              <a:t>EVIDENCE • TOOLS • HUMAN APPROVAL</a:t>
            </a:r>
          </a:p>
        </p:txBody>
      </p:sp>
    </p:spTree>
    <p:extLst>
      <p:ext uri="{BB962C8B-B14F-4D97-AF65-F5344CB8AC3E}">
        <p14:creationId xmlns:p14="http://schemas.microsoft.com/office/powerpoint/2010/main" val="23551310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Voice-Agent Architecture Starts with Interaction Latency</a:t>
            </a:r>
          </a:p>
        </p:txBody>
      </p:sp>
      <p:sp>
        <p:nvSpPr>
          <p:cNvPr id="5" name="Editable content rail">
            <a:extLst>
              <a:ext uri="{FF2B5EF4-FFF2-40B4-BE49-F238E27FC236}">
                <a16:creationId xmlns:a16="http://schemas.microsoft.com/office/drawing/2014/main" id="{728B580C-73AD-4E8C-8ADC-1B3DB9C34AD7}"/>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34483848-B010-4B8E-8DEC-777B0C76E51F}"/>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voice agent must feel responsive while handling interruption and fallback.</a:t>
            </a:r>
          </a:p>
        </p:txBody>
      </p:sp>
      <p:sp>
        <p:nvSpPr>
          <p:cNvPr id="7" name="Editable box: Speech in">
            <a:extLst>
              <a:ext uri="{FF2B5EF4-FFF2-40B4-BE49-F238E27FC236}">
                <a16:creationId xmlns:a16="http://schemas.microsoft.com/office/drawing/2014/main" id="{10D2F497-3E43-473B-ACED-020936DC3337}"/>
              </a:ext>
            </a:extLst>
          </p:cNvPr>
          <p:cNvSpPr>
            <a:spLocks noGrp="1"/>
          </p:cNvSpPr>
          <p:nvPr/>
        </p:nvSpPr>
        <p:spPr>
          <a:xfrm>
            <a:off x="952500" y="285750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Speech in</a:t>
            </a:r>
          </a:p>
        </p:txBody>
      </p:sp>
      <p:sp>
        <p:nvSpPr>
          <p:cNvPr id="8" name="Editable box: Streaming ASR">
            <a:extLst>
              <a:ext uri="{FF2B5EF4-FFF2-40B4-BE49-F238E27FC236}">
                <a16:creationId xmlns:a16="http://schemas.microsoft.com/office/drawing/2014/main" id="{9D75AB16-00A1-4B99-8CE0-A2C1F47C51AF}"/>
              </a:ext>
            </a:extLst>
          </p:cNvPr>
          <p:cNvSpPr>
            <a:spLocks noGrp="1"/>
          </p:cNvSpPr>
          <p:nvPr/>
        </p:nvSpPr>
        <p:spPr>
          <a:xfrm>
            <a:off x="3070860" y="2857500"/>
            <a:ext cx="181356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Streaming ASR</a:t>
            </a:r>
          </a:p>
        </p:txBody>
      </p:sp>
      <p:sp>
        <p:nvSpPr>
          <p:cNvPr id="9" name="Editable box: Fast LLM">
            <a:extLst>
              <a:ext uri="{FF2B5EF4-FFF2-40B4-BE49-F238E27FC236}">
                <a16:creationId xmlns:a16="http://schemas.microsoft.com/office/drawing/2014/main" id="{694DEB70-0475-49CF-BBB8-F417332C2A5B}"/>
              </a:ext>
            </a:extLst>
          </p:cNvPr>
          <p:cNvSpPr>
            <a:spLocks noGrp="1"/>
          </p:cNvSpPr>
          <p:nvPr/>
        </p:nvSpPr>
        <p:spPr>
          <a:xfrm>
            <a:off x="5189220" y="2857500"/>
            <a:ext cx="181356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Fast LLM</a:t>
            </a:r>
          </a:p>
        </p:txBody>
      </p:sp>
      <p:sp>
        <p:nvSpPr>
          <p:cNvPr id="10" name="Editable box: Streaming TTS">
            <a:extLst>
              <a:ext uri="{FF2B5EF4-FFF2-40B4-BE49-F238E27FC236}">
                <a16:creationId xmlns:a16="http://schemas.microsoft.com/office/drawing/2014/main" id="{9010C961-2170-4968-A1DF-D3E863BF7E4E}"/>
              </a:ext>
            </a:extLst>
          </p:cNvPr>
          <p:cNvSpPr>
            <a:spLocks noGrp="1"/>
          </p:cNvSpPr>
          <p:nvPr/>
        </p:nvSpPr>
        <p:spPr>
          <a:xfrm>
            <a:off x="7307580" y="2857500"/>
            <a:ext cx="181356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Streaming TTS</a:t>
            </a:r>
          </a:p>
        </p:txBody>
      </p:sp>
      <p:sp>
        <p:nvSpPr>
          <p:cNvPr id="11" name="Editable box: Human fallback">
            <a:extLst>
              <a:ext uri="{FF2B5EF4-FFF2-40B4-BE49-F238E27FC236}">
                <a16:creationId xmlns:a16="http://schemas.microsoft.com/office/drawing/2014/main" id="{702FCE0B-0A9C-4B91-B6E0-311D7C89DA79}"/>
              </a:ext>
            </a:extLst>
          </p:cNvPr>
          <p:cNvSpPr>
            <a:spLocks noGrp="1"/>
          </p:cNvSpPr>
          <p:nvPr/>
        </p:nvSpPr>
        <p:spPr>
          <a:xfrm>
            <a:off x="9425940" y="285750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Human fallback</a:t>
            </a:r>
          </a:p>
        </p:txBody>
      </p:sp>
      <p:cxnSp>
        <p:nvCxnSpPr>
          <p:cNvPr id="25" name="Straight Arrow Connector 24"/>
          <p:cNvCxnSpPr>
            <a:stCxn id="7" idx="3"/>
            <a:endCxn id="8" idx="1"/>
          </p:cNvCxnSpPr>
          <p:nvPr/>
        </p:nvCxnSpPr>
        <p:spPr>
          <a:xfrm>
            <a:off x="2766060" y="3333750"/>
            <a:ext cx="304800" cy="0"/>
          </a:xfrm>
          <a:prstGeom prst="straightConnector1">
            <a:avLst/>
          </a:prstGeom>
          <a:ln w="19050">
            <a:solidFill>
              <a:srgbClr val="5E6875"/>
            </a:solidFill>
            <a:prstDash val="solid"/>
            <a:headEnd type="none" w="med" len="med"/>
            <a:tailEnd type="arrow" w="med" len="med"/>
          </a:ln>
        </p:spPr>
      </p:cxnSp>
      <p:cxnSp>
        <p:nvCxnSpPr>
          <p:cNvPr id="26" name="Straight Arrow Connector 25"/>
          <p:cNvCxnSpPr>
            <a:stCxn id="8" idx="3"/>
            <a:endCxn id="9" idx="1"/>
          </p:cNvCxnSpPr>
          <p:nvPr/>
        </p:nvCxnSpPr>
        <p:spPr>
          <a:xfrm>
            <a:off x="4884420" y="3333750"/>
            <a:ext cx="304800" cy="0"/>
          </a:xfrm>
          <a:prstGeom prst="straightConnector1">
            <a:avLst/>
          </a:prstGeom>
          <a:ln w="19050">
            <a:solidFill>
              <a:srgbClr val="5E6875"/>
            </a:solidFill>
            <a:prstDash val="solid"/>
            <a:headEnd type="none" w="med" len="med"/>
            <a:tailEnd type="arrow" w="med" len="med"/>
          </a:ln>
        </p:spPr>
      </p:cxnSp>
      <p:cxnSp>
        <p:nvCxnSpPr>
          <p:cNvPr id="27" name="Straight Arrow Connector 26"/>
          <p:cNvCxnSpPr>
            <a:stCxn id="9" idx="3"/>
            <a:endCxn id="10" idx="1"/>
          </p:cNvCxnSpPr>
          <p:nvPr/>
        </p:nvCxnSpPr>
        <p:spPr>
          <a:xfrm>
            <a:off x="7002780" y="3333750"/>
            <a:ext cx="304800" cy="0"/>
          </a:xfrm>
          <a:prstGeom prst="straightConnector1">
            <a:avLst/>
          </a:prstGeom>
          <a:ln w="19050">
            <a:solidFill>
              <a:srgbClr val="5E6875"/>
            </a:solidFill>
            <a:prstDash val="solid"/>
            <a:headEnd type="none" w="med" len="med"/>
            <a:tailEnd type="arrow" w="med" len="med"/>
          </a:ln>
        </p:spPr>
      </p:cxnSp>
      <p:cxnSp>
        <p:nvCxnSpPr>
          <p:cNvPr id="28" name="Straight Arrow Connector 27"/>
          <p:cNvCxnSpPr>
            <a:stCxn id="10" idx="3"/>
            <a:endCxn id="11" idx="1"/>
          </p:cNvCxnSpPr>
          <p:nvPr/>
        </p:nvCxnSpPr>
        <p:spPr>
          <a:xfrm>
            <a:off x="9121140" y="3333750"/>
            <a:ext cx="304800" cy="0"/>
          </a:xfrm>
          <a:prstGeom prst="straightConnector1">
            <a:avLst/>
          </a:prstGeom>
          <a:ln w="19050">
            <a:solidFill>
              <a:srgbClr val="5E6875"/>
            </a:solidFill>
            <a:prstDash val="solid"/>
            <a:headEnd type="none" w="med" len="med"/>
            <a:tailEnd type="arrow" w="med" len="med"/>
          </a:ln>
        </p:spPr>
      </p:cxnSp>
      <p:sp>
        <p:nvSpPr>
          <p:cNvPr id="16" name="Editable box: Set response thresholds through user testing; no universal sub-500 ms rule applies.">
            <a:extLst>
              <a:ext uri="{FF2B5EF4-FFF2-40B4-BE49-F238E27FC236}">
                <a16:creationId xmlns:a16="http://schemas.microsoft.com/office/drawing/2014/main" id="{F08F2EFA-84F3-43D6-AF20-10640D369793}"/>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Set response thresholds through user testing; no universal sub-500 ms rule applies.</a:t>
            </a:r>
          </a:p>
        </p:txBody>
      </p:sp>
    </p:spTree>
    <p:extLst>
      <p:ext uri="{BB962C8B-B14F-4D97-AF65-F5344CB8AC3E}">
        <p14:creationId xmlns:p14="http://schemas.microsoft.com/office/powerpoint/2010/main" val="20520050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Financial Analysis Prioritizes Evidence and Verification</a:t>
            </a:r>
          </a:p>
        </p:txBody>
      </p:sp>
      <p:sp>
        <p:nvSpPr>
          <p:cNvPr id="5" name="Editable content rail">
            <a:extLst>
              <a:ext uri="{FF2B5EF4-FFF2-40B4-BE49-F238E27FC236}">
                <a16:creationId xmlns:a16="http://schemas.microsoft.com/office/drawing/2014/main" id="{067A0A07-6DB7-467A-B03B-B797C3D4960C}"/>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AD6A60A5-D379-486D-85D2-63491F9AE508}"/>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financial workflow should favor traceable evidence and controlled decisions over speed.</a:t>
            </a:r>
          </a:p>
        </p:txBody>
      </p:sp>
      <p:sp>
        <p:nvSpPr>
          <p:cNvPr id="7" name="Editable box: Question">
            <a:extLst>
              <a:ext uri="{FF2B5EF4-FFF2-40B4-BE49-F238E27FC236}">
                <a16:creationId xmlns:a16="http://schemas.microsoft.com/office/drawing/2014/main" id="{9AF00A41-6181-463E-855E-FF4F011FD3EE}"/>
              </a:ext>
            </a:extLst>
          </p:cNvPr>
          <p:cNvSpPr>
            <a:spLocks noGrp="1"/>
          </p:cNvSpPr>
          <p:nvPr/>
        </p:nvSpPr>
        <p:spPr>
          <a:xfrm>
            <a:off x="952500" y="285750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Question</a:t>
            </a:r>
          </a:p>
        </p:txBody>
      </p:sp>
      <p:sp>
        <p:nvSpPr>
          <p:cNvPr id="8" name="Editable box: Retrieve evidence">
            <a:extLst>
              <a:ext uri="{FF2B5EF4-FFF2-40B4-BE49-F238E27FC236}">
                <a16:creationId xmlns:a16="http://schemas.microsoft.com/office/drawing/2014/main" id="{33734DF9-4C0B-4E7E-8A2E-9EF88F9EC08E}"/>
              </a:ext>
            </a:extLst>
          </p:cNvPr>
          <p:cNvSpPr>
            <a:spLocks noGrp="1"/>
          </p:cNvSpPr>
          <p:nvPr/>
        </p:nvSpPr>
        <p:spPr>
          <a:xfrm>
            <a:off x="3070860" y="2857500"/>
            <a:ext cx="181356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Retrieve evidence</a:t>
            </a:r>
          </a:p>
        </p:txBody>
      </p:sp>
      <p:sp>
        <p:nvSpPr>
          <p:cNvPr id="9" name="Editable box: LLM + calculator">
            <a:extLst>
              <a:ext uri="{FF2B5EF4-FFF2-40B4-BE49-F238E27FC236}">
                <a16:creationId xmlns:a16="http://schemas.microsoft.com/office/drawing/2014/main" id="{E0892D31-ED66-4908-8BB8-FB9C1FE399D7}"/>
              </a:ext>
            </a:extLst>
          </p:cNvPr>
          <p:cNvSpPr>
            <a:spLocks noGrp="1"/>
          </p:cNvSpPr>
          <p:nvPr/>
        </p:nvSpPr>
        <p:spPr>
          <a:xfrm>
            <a:off x="5189220" y="2857500"/>
            <a:ext cx="181356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LLM + calculator</a:t>
            </a:r>
          </a:p>
        </p:txBody>
      </p:sp>
      <p:sp>
        <p:nvSpPr>
          <p:cNvPr id="10" name="Editable box: Citation check">
            <a:extLst>
              <a:ext uri="{FF2B5EF4-FFF2-40B4-BE49-F238E27FC236}">
                <a16:creationId xmlns:a16="http://schemas.microsoft.com/office/drawing/2014/main" id="{1A9AA668-0D9C-416F-8552-D9A17128BBFA}"/>
              </a:ext>
            </a:extLst>
          </p:cNvPr>
          <p:cNvSpPr>
            <a:spLocks noGrp="1"/>
          </p:cNvSpPr>
          <p:nvPr/>
        </p:nvSpPr>
        <p:spPr>
          <a:xfrm>
            <a:off x="7307580" y="2857500"/>
            <a:ext cx="181356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Citation check</a:t>
            </a:r>
          </a:p>
        </p:txBody>
      </p:sp>
      <p:sp>
        <p:nvSpPr>
          <p:cNvPr id="11" name="Editable box: Human approval">
            <a:extLst>
              <a:ext uri="{FF2B5EF4-FFF2-40B4-BE49-F238E27FC236}">
                <a16:creationId xmlns:a16="http://schemas.microsoft.com/office/drawing/2014/main" id="{5F87F4F1-A6BA-4CB1-80AF-DB0D2FA182C1}"/>
              </a:ext>
            </a:extLst>
          </p:cNvPr>
          <p:cNvSpPr>
            <a:spLocks noGrp="1"/>
          </p:cNvSpPr>
          <p:nvPr/>
        </p:nvSpPr>
        <p:spPr>
          <a:xfrm>
            <a:off x="9425940" y="285750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Human approval</a:t>
            </a:r>
          </a:p>
        </p:txBody>
      </p:sp>
      <p:cxnSp>
        <p:nvCxnSpPr>
          <p:cNvPr id="25" name="Straight Arrow Connector 24"/>
          <p:cNvCxnSpPr>
            <a:stCxn id="7" idx="3"/>
            <a:endCxn id="8" idx="1"/>
          </p:cNvCxnSpPr>
          <p:nvPr/>
        </p:nvCxnSpPr>
        <p:spPr>
          <a:xfrm>
            <a:off x="2766060" y="3333750"/>
            <a:ext cx="304800" cy="0"/>
          </a:xfrm>
          <a:prstGeom prst="straightConnector1">
            <a:avLst/>
          </a:prstGeom>
          <a:ln w="19050">
            <a:solidFill>
              <a:srgbClr val="5E6875"/>
            </a:solidFill>
            <a:prstDash val="solid"/>
            <a:headEnd type="none" w="med" len="med"/>
            <a:tailEnd type="arrow" w="med" len="med"/>
          </a:ln>
        </p:spPr>
      </p:cxnSp>
      <p:cxnSp>
        <p:nvCxnSpPr>
          <p:cNvPr id="26" name="Straight Arrow Connector 25"/>
          <p:cNvCxnSpPr>
            <a:stCxn id="8" idx="3"/>
            <a:endCxn id="9" idx="1"/>
          </p:cNvCxnSpPr>
          <p:nvPr/>
        </p:nvCxnSpPr>
        <p:spPr>
          <a:xfrm>
            <a:off x="4884420" y="3333750"/>
            <a:ext cx="304800" cy="0"/>
          </a:xfrm>
          <a:prstGeom prst="straightConnector1">
            <a:avLst/>
          </a:prstGeom>
          <a:ln w="19050">
            <a:solidFill>
              <a:srgbClr val="5E6875"/>
            </a:solidFill>
            <a:prstDash val="solid"/>
            <a:headEnd type="none" w="med" len="med"/>
            <a:tailEnd type="arrow" w="med" len="med"/>
          </a:ln>
        </p:spPr>
      </p:cxnSp>
      <p:cxnSp>
        <p:nvCxnSpPr>
          <p:cNvPr id="27" name="Straight Arrow Connector 26"/>
          <p:cNvCxnSpPr>
            <a:stCxn id="9" idx="3"/>
            <a:endCxn id="10" idx="1"/>
          </p:cNvCxnSpPr>
          <p:nvPr/>
        </p:nvCxnSpPr>
        <p:spPr>
          <a:xfrm>
            <a:off x="7002780" y="3333750"/>
            <a:ext cx="304800" cy="0"/>
          </a:xfrm>
          <a:prstGeom prst="straightConnector1">
            <a:avLst/>
          </a:prstGeom>
          <a:ln w="19050">
            <a:solidFill>
              <a:srgbClr val="5E6875"/>
            </a:solidFill>
            <a:prstDash val="solid"/>
            <a:headEnd type="none" w="med" len="med"/>
            <a:tailEnd type="arrow" w="med" len="med"/>
          </a:ln>
        </p:spPr>
      </p:cxnSp>
      <p:cxnSp>
        <p:nvCxnSpPr>
          <p:cNvPr id="28" name="Straight Arrow Connector 27"/>
          <p:cNvCxnSpPr>
            <a:stCxn id="10" idx="3"/>
            <a:endCxn id="11" idx="1"/>
          </p:cNvCxnSpPr>
          <p:nvPr/>
        </p:nvCxnSpPr>
        <p:spPr>
          <a:xfrm>
            <a:off x="9121140" y="3333750"/>
            <a:ext cx="304800" cy="0"/>
          </a:xfrm>
          <a:prstGeom prst="straightConnector1">
            <a:avLst/>
          </a:prstGeom>
          <a:ln w="19050">
            <a:solidFill>
              <a:srgbClr val="5E6875"/>
            </a:solidFill>
            <a:prstDash val="solid"/>
            <a:headEnd type="none" w="med" len="med"/>
            <a:tailEnd type="arrow" w="med" len="med"/>
          </a:ln>
        </p:spPr>
      </p:cxnSp>
      <p:sp>
        <p:nvSpPr>
          <p:cNvPr id="16" name="Editable box: Latency is secondary to accuracy in this mission—but it is still measured.">
            <a:extLst>
              <a:ext uri="{FF2B5EF4-FFF2-40B4-BE49-F238E27FC236}">
                <a16:creationId xmlns:a16="http://schemas.microsoft.com/office/drawing/2014/main" id="{52BBB34B-675B-47F7-8C9C-977CC3367047}"/>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Latency is secondary to accuracy in this mission—but it is still measured.</a:t>
            </a:r>
          </a:p>
        </p:txBody>
      </p:sp>
    </p:spTree>
    <p:extLst>
      <p:ext uri="{BB962C8B-B14F-4D97-AF65-F5344CB8AC3E}">
        <p14:creationId xmlns:p14="http://schemas.microsoft.com/office/powerpoint/2010/main" val="27656687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Compound AI Matches Requests to Components</a:t>
            </a:r>
          </a:p>
        </p:txBody>
      </p:sp>
      <p:sp>
        <p:nvSpPr>
          <p:cNvPr id="5" name="Editable content rail">
            <a:extLst>
              <a:ext uri="{FF2B5EF4-FFF2-40B4-BE49-F238E27FC236}">
                <a16:creationId xmlns:a16="http://schemas.microsoft.com/office/drawing/2014/main" id="{B0910065-1B0D-43FB-A715-33FB7165BE8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D7127D3B-1072-4FB0-82EF-D8663B8633AF}"/>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coordinated system routes each request to the least expensive capable component.</a:t>
            </a:r>
          </a:p>
        </p:txBody>
      </p:sp>
      <p:sp>
        <p:nvSpPr>
          <p:cNvPr id="7" name="Editable box: User request">
            <a:extLst>
              <a:ext uri="{FF2B5EF4-FFF2-40B4-BE49-F238E27FC236}">
                <a16:creationId xmlns:a16="http://schemas.microsoft.com/office/drawing/2014/main" id="{4580ADF5-66EB-404D-8DF4-88CA1CC520BE}"/>
              </a:ext>
            </a:extLst>
          </p:cNvPr>
          <p:cNvSpPr>
            <a:spLocks noGrp="1"/>
          </p:cNvSpPr>
          <p:nvPr/>
        </p:nvSpPr>
        <p:spPr>
          <a:xfrm>
            <a:off x="952500" y="3238500"/>
            <a:ext cx="1714500" cy="762000"/>
          </a:xfrm>
          <a:prstGeom prst="roundRect">
            <a:avLst>
              <a:gd name="adj" fmla="val 175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User request</a:t>
            </a:r>
          </a:p>
        </p:txBody>
      </p:sp>
      <p:sp>
        <p:nvSpPr>
          <p:cNvPr id="8" name="Editable box: ROUTER">
            <a:extLst>
              <a:ext uri="{FF2B5EF4-FFF2-40B4-BE49-F238E27FC236}">
                <a16:creationId xmlns:a16="http://schemas.microsoft.com/office/drawing/2014/main" id="{FBA80407-F79E-4BEC-B3FC-5D828C8E14BE}"/>
              </a:ext>
            </a:extLst>
          </p:cNvPr>
          <p:cNvSpPr>
            <a:spLocks noGrp="1"/>
          </p:cNvSpPr>
          <p:nvPr/>
        </p:nvSpPr>
        <p:spPr>
          <a:xfrm>
            <a:off x="3905250" y="3143250"/>
            <a:ext cx="1619250" cy="952500"/>
          </a:xfrm>
          <a:prstGeom prst="roundRect">
            <a:avLst>
              <a:gd name="adj" fmla="val 14000"/>
            </a:avLst>
          </a:prstGeom>
          <a:solidFill>
            <a:srgbClr val="FFF4E8"/>
          </a:solidFill>
          <a:ln w="14288">
            <a:solidFill>
              <a:srgbClr val="E85A33"/>
            </a:solidFill>
            <a:prstDash val="solid"/>
          </a:ln>
        </p:spPr>
        <p:txBody>
          <a:bodyPr anchor="ctr"/>
          <a:lstStyle/>
          <a:p>
            <a:pPr algn="ctr">
              <a:defRPr sz="1875" b="1">
                <a:solidFill>
                  <a:srgbClr val="E85A33"/>
                </a:solidFill>
              </a:defRPr>
            </a:pPr>
            <a:r>
              <a:rPr sz="1875" b="1">
                <a:solidFill>
                  <a:srgbClr val="E85A33"/>
                </a:solidFill>
              </a:rPr>
              <a:t>ROUTER</a:t>
            </a:r>
          </a:p>
        </p:txBody>
      </p:sp>
      <p:cxnSp>
        <p:nvCxnSpPr>
          <p:cNvPr id="24" name="Straight Arrow Connector 23"/>
          <p:cNvCxnSpPr>
            <a:stCxn id="7" idx="3"/>
            <a:endCxn id="8" idx="1"/>
          </p:cNvCxnSpPr>
          <p:nvPr/>
        </p:nvCxnSpPr>
        <p:spPr>
          <a:xfrm>
            <a:off x="2667000" y="3619500"/>
            <a:ext cx="1238250" cy="0"/>
          </a:xfrm>
          <a:prstGeom prst="straightConnector1">
            <a:avLst/>
          </a:prstGeom>
          <a:ln w="19050">
            <a:solidFill>
              <a:srgbClr val="5E6875"/>
            </a:solidFill>
            <a:prstDash val="solid"/>
            <a:headEnd type="none" w="med" len="med"/>
            <a:tailEnd type="arrow" w="med" len="med"/>
          </a:ln>
        </p:spPr>
      </p:cxnSp>
      <p:sp>
        <p:nvSpPr>
          <p:cNvPr id="10" name="Editable box: Small model">
            <a:extLst>
              <a:ext uri="{FF2B5EF4-FFF2-40B4-BE49-F238E27FC236}">
                <a16:creationId xmlns:a16="http://schemas.microsoft.com/office/drawing/2014/main" id="{BAF8553B-204C-4874-A345-EEEA0FC01899}"/>
              </a:ext>
            </a:extLst>
          </p:cNvPr>
          <p:cNvSpPr>
            <a:spLocks noGrp="1"/>
          </p:cNvSpPr>
          <p:nvPr/>
        </p:nvSpPr>
        <p:spPr>
          <a:xfrm>
            <a:off x="7239000" y="2143125"/>
            <a:ext cx="2857500" cy="619125"/>
          </a:xfrm>
          <a:prstGeom prst="roundRect">
            <a:avLst>
              <a:gd name="adj" fmla="val 21538"/>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Small model</a:t>
            </a:r>
          </a:p>
        </p:txBody>
      </p:sp>
      <p:sp>
        <p:nvSpPr>
          <p:cNvPr id="11" name="Editable box: Knowledge + RAG">
            <a:extLst>
              <a:ext uri="{FF2B5EF4-FFF2-40B4-BE49-F238E27FC236}">
                <a16:creationId xmlns:a16="http://schemas.microsoft.com/office/drawing/2014/main" id="{8883E829-C61E-4DB4-8061-897447FD600F}"/>
              </a:ext>
            </a:extLst>
          </p:cNvPr>
          <p:cNvSpPr>
            <a:spLocks noGrp="1"/>
          </p:cNvSpPr>
          <p:nvPr/>
        </p:nvSpPr>
        <p:spPr>
          <a:xfrm>
            <a:off x="7239000" y="3143250"/>
            <a:ext cx="2857500" cy="619125"/>
          </a:xfrm>
          <a:prstGeom prst="roundRect">
            <a:avLst>
              <a:gd name="adj" fmla="val 21538"/>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Knowledge + RAG</a:t>
            </a:r>
          </a:p>
        </p:txBody>
      </p:sp>
      <p:sp>
        <p:nvSpPr>
          <p:cNvPr id="12" name="Editable box: Code / tools">
            <a:extLst>
              <a:ext uri="{FF2B5EF4-FFF2-40B4-BE49-F238E27FC236}">
                <a16:creationId xmlns:a16="http://schemas.microsoft.com/office/drawing/2014/main" id="{38AE2A80-7B59-4BC8-A519-0E887B1D562E}"/>
              </a:ext>
            </a:extLst>
          </p:cNvPr>
          <p:cNvSpPr>
            <a:spLocks noGrp="1"/>
          </p:cNvSpPr>
          <p:nvPr/>
        </p:nvSpPr>
        <p:spPr>
          <a:xfrm>
            <a:off x="7239000" y="4143375"/>
            <a:ext cx="2857500" cy="619125"/>
          </a:xfrm>
          <a:prstGeom prst="roundRect">
            <a:avLst>
              <a:gd name="adj" fmla="val 21538"/>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Code / tools</a:t>
            </a:r>
          </a:p>
        </p:txBody>
      </p:sp>
      <p:sp>
        <p:nvSpPr>
          <p:cNvPr id="13" name="Editable box: Human review">
            <a:extLst>
              <a:ext uri="{FF2B5EF4-FFF2-40B4-BE49-F238E27FC236}">
                <a16:creationId xmlns:a16="http://schemas.microsoft.com/office/drawing/2014/main" id="{1927C4E7-A194-4051-A4D1-39B6784FA8EC}"/>
              </a:ext>
            </a:extLst>
          </p:cNvPr>
          <p:cNvSpPr>
            <a:spLocks noGrp="1"/>
          </p:cNvSpPr>
          <p:nvPr/>
        </p:nvSpPr>
        <p:spPr>
          <a:xfrm>
            <a:off x="7239000" y="5143500"/>
            <a:ext cx="2857500" cy="619125"/>
          </a:xfrm>
          <a:prstGeom prst="roundRect">
            <a:avLst>
              <a:gd name="adj" fmla="val 21538"/>
            </a:avLst>
          </a:prstGeom>
          <a:solidFill>
            <a:srgbClr val="FFF2ED"/>
          </a:solidFill>
          <a:ln w="14288">
            <a:solidFill>
              <a:srgbClr val="D83B42"/>
            </a:solidFill>
            <a:prstDash val="solid"/>
          </a:ln>
        </p:spPr>
        <p:txBody>
          <a:bodyPr anchor="ctr"/>
          <a:lstStyle/>
          <a:p>
            <a:pPr algn="ctr">
              <a:defRPr sz="1500" b="1">
                <a:solidFill>
                  <a:srgbClr val="262626"/>
                </a:solidFill>
              </a:defRPr>
            </a:pPr>
            <a:r>
              <a:rPr sz="1500" b="1">
                <a:solidFill>
                  <a:srgbClr val="262626"/>
                </a:solidFill>
              </a:rPr>
              <a:t>Human review</a:t>
            </a:r>
          </a:p>
        </p:txBody>
      </p:sp>
      <p:cxnSp>
        <p:nvCxnSpPr>
          <p:cNvPr id="29" name="Straight Arrow Connector 28"/>
          <p:cNvCxnSpPr>
            <a:stCxn id="8" idx="3"/>
            <a:endCxn id="10" idx="1"/>
          </p:cNvCxnSpPr>
          <p:nvPr/>
        </p:nvCxnSpPr>
        <p:spPr>
          <a:xfrm flipV="1">
            <a:off x="5524500" y="2452688"/>
            <a:ext cx="1714500" cy="1166813"/>
          </a:xfrm>
          <a:prstGeom prst="straightConnector1">
            <a:avLst/>
          </a:prstGeom>
          <a:ln w="19050">
            <a:solidFill>
              <a:srgbClr val="5E6875"/>
            </a:solidFill>
            <a:prstDash val="solid"/>
            <a:headEnd type="none" w="med" len="med"/>
            <a:tailEnd type="arrow" w="med" len="med"/>
          </a:ln>
        </p:spPr>
      </p:cxnSp>
      <p:cxnSp>
        <p:nvCxnSpPr>
          <p:cNvPr id="30" name="Straight Arrow Connector 29"/>
          <p:cNvCxnSpPr>
            <a:stCxn id="8" idx="3"/>
            <a:endCxn id="11" idx="1"/>
          </p:cNvCxnSpPr>
          <p:nvPr/>
        </p:nvCxnSpPr>
        <p:spPr>
          <a:xfrm flipV="1">
            <a:off x="5524500" y="3452813"/>
            <a:ext cx="1714500" cy="166688"/>
          </a:xfrm>
          <a:prstGeom prst="straightConnector1">
            <a:avLst/>
          </a:prstGeom>
          <a:ln w="19050">
            <a:solidFill>
              <a:srgbClr val="5E6875"/>
            </a:solidFill>
            <a:prstDash val="solid"/>
            <a:headEnd type="none" w="med" len="med"/>
            <a:tailEnd type="arrow" w="med" len="med"/>
          </a:ln>
        </p:spPr>
      </p:cxnSp>
      <p:cxnSp>
        <p:nvCxnSpPr>
          <p:cNvPr id="31" name="Straight Arrow Connector 30"/>
          <p:cNvCxnSpPr>
            <a:stCxn id="8" idx="3"/>
            <a:endCxn id="12" idx="1"/>
          </p:cNvCxnSpPr>
          <p:nvPr/>
        </p:nvCxnSpPr>
        <p:spPr>
          <a:xfrm>
            <a:off x="5524500" y="3619500"/>
            <a:ext cx="1714500" cy="833438"/>
          </a:xfrm>
          <a:prstGeom prst="straightConnector1">
            <a:avLst/>
          </a:prstGeom>
          <a:ln w="19050">
            <a:solidFill>
              <a:srgbClr val="5E6875"/>
            </a:solidFill>
            <a:prstDash val="solid"/>
            <a:headEnd type="none" w="med" len="med"/>
            <a:tailEnd type="arrow" w="med" len="med"/>
          </a:ln>
        </p:spPr>
      </p:cxnSp>
      <p:cxnSp>
        <p:nvCxnSpPr>
          <p:cNvPr id="32" name="Straight Arrow Connector 31"/>
          <p:cNvCxnSpPr>
            <a:stCxn id="8" idx="3"/>
            <a:endCxn id="13" idx="1"/>
          </p:cNvCxnSpPr>
          <p:nvPr/>
        </p:nvCxnSpPr>
        <p:spPr>
          <a:xfrm>
            <a:off x="5524500" y="3619500"/>
            <a:ext cx="1714500" cy="1833563"/>
          </a:xfrm>
          <a:prstGeom prst="straightConnector1">
            <a:avLst/>
          </a:prstGeom>
          <a:ln w="19050">
            <a:solidFill>
              <a:srgbClr val="5E6875"/>
            </a:solidFill>
            <a:prstDash val="solid"/>
            <a:headEnd type="none" w="med" len="med"/>
            <a:tailEnd type="arrow" w="med" len="med"/>
          </a:ln>
        </p:spPr>
      </p:cxnSp>
      <p:sp>
        <p:nvSpPr>
          <p:cNvPr id="18" name="Editable box: Compound AI improves cost and control through selective allocation—not merely a larger model.">
            <a:extLst>
              <a:ext uri="{FF2B5EF4-FFF2-40B4-BE49-F238E27FC236}">
                <a16:creationId xmlns:a16="http://schemas.microsoft.com/office/drawing/2014/main" id="{26DF67C8-8B82-4A4C-90CA-6FDF1D378E91}"/>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Compound AI improves cost and control through selective allocation—not merely a larger model.</a:t>
            </a:r>
          </a:p>
        </p:txBody>
      </p:sp>
    </p:spTree>
    <p:extLst>
      <p:ext uri="{BB962C8B-B14F-4D97-AF65-F5344CB8AC3E}">
        <p14:creationId xmlns:p14="http://schemas.microsoft.com/office/powerpoint/2010/main" val="40411336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A Router Assigns Work to the Right Specialist</a:t>
            </a:r>
          </a:p>
        </p:txBody>
      </p:sp>
      <p:sp>
        <p:nvSpPr>
          <p:cNvPr id="5" name="Editable content rail">
            <a:extLst>
              <a:ext uri="{FF2B5EF4-FFF2-40B4-BE49-F238E27FC236}">
                <a16:creationId xmlns:a16="http://schemas.microsoft.com/office/drawing/2014/main" id="{0A25D133-9140-475A-8733-A558190ECFDE}"/>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B4C17184-D9E2-4FC3-879B-D62629819F6D}"/>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A coordinated system routes each request to the least expensive capable component.</a:t>
            </a:r>
          </a:p>
        </p:txBody>
      </p:sp>
      <p:sp>
        <p:nvSpPr>
          <p:cNvPr id="7" name="Editable box: User request">
            <a:extLst>
              <a:ext uri="{FF2B5EF4-FFF2-40B4-BE49-F238E27FC236}">
                <a16:creationId xmlns:a16="http://schemas.microsoft.com/office/drawing/2014/main" id="{4928B2D0-1CD6-441A-8170-BE5F170C928B}"/>
              </a:ext>
            </a:extLst>
          </p:cNvPr>
          <p:cNvSpPr>
            <a:spLocks noGrp="1"/>
          </p:cNvSpPr>
          <p:nvPr/>
        </p:nvSpPr>
        <p:spPr>
          <a:xfrm>
            <a:off x="952500" y="3238500"/>
            <a:ext cx="1714500" cy="762000"/>
          </a:xfrm>
          <a:prstGeom prst="roundRect">
            <a:avLst>
              <a:gd name="adj" fmla="val 175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User request</a:t>
            </a:r>
          </a:p>
        </p:txBody>
      </p:sp>
      <p:sp>
        <p:nvSpPr>
          <p:cNvPr id="8" name="Editable box: ROUTER">
            <a:extLst>
              <a:ext uri="{FF2B5EF4-FFF2-40B4-BE49-F238E27FC236}">
                <a16:creationId xmlns:a16="http://schemas.microsoft.com/office/drawing/2014/main" id="{0EF4EBAF-BB24-440E-8678-52181C8717EE}"/>
              </a:ext>
            </a:extLst>
          </p:cNvPr>
          <p:cNvSpPr>
            <a:spLocks noGrp="1"/>
          </p:cNvSpPr>
          <p:nvPr/>
        </p:nvSpPr>
        <p:spPr>
          <a:xfrm>
            <a:off x="3905250" y="3143250"/>
            <a:ext cx="1619250" cy="952500"/>
          </a:xfrm>
          <a:prstGeom prst="roundRect">
            <a:avLst>
              <a:gd name="adj" fmla="val 14000"/>
            </a:avLst>
          </a:prstGeom>
          <a:solidFill>
            <a:srgbClr val="FFF4E8"/>
          </a:solidFill>
          <a:ln w="14288">
            <a:solidFill>
              <a:srgbClr val="E85A33"/>
            </a:solidFill>
            <a:prstDash val="solid"/>
          </a:ln>
        </p:spPr>
        <p:txBody>
          <a:bodyPr anchor="ctr"/>
          <a:lstStyle/>
          <a:p>
            <a:pPr algn="ctr">
              <a:defRPr sz="1875" b="1">
                <a:solidFill>
                  <a:srgbClr val="E85A33"/>
                </a:solidFill>
              </a:defRPr>
            </a:pPr>
            <a:r>
              <a:rPr sz="1875" b="1">
                <a:solidFill>
                  <a:srgbClr val="E85A33"/>
                </a:solidFill>
              </a:rPr>
              <a:t>ROUTER</a:t>
            </a:r>
          </a:p>
        </p:txBody>
      </p:sp>
      <p:cxnSp>
        <p:nvCxnSpPr>
          <p:cNvPr id="24" name="Straight Arrow Connector 23"/>
          <p:cNvCxnSpPr>
            <a:stCxn id="7" idx="3"/>
            <a:endCxn id="8" idx="1"/>
          </p:cNvCxnSpPr>
          <p:nvPr/>
        </p:nvCxnSpPr>
        <p:spPr>
          <a:xfrm>
            <a:off x="2667000" y="3619500"/>
            <a:ext cx="1238250" cy="0"/>
          </a:xfrm>
          <a:prstGeom prst="straightConnector1">
            <a:avLst/>
          </a:prstGeom>
          <a:ln w="19050">
            <a:solidFill>
              <a:srgbClr val="5E6875"/>
            </a:solidFill>
            <a:prstDash val="solid"/>
            <a:headEnd type="none" w="med" len="med"/>
            <a:tailEnd type="arrow" w="med" len="med"/>
          </a:ln>
        </p:spPr>
      </p:cxnSp>
      <p:sp>
        <p:nvSpPr>
          <p:cNvPr id="10" name="Editable box: Small model">
            <a:extLst>
              <a:ext uri="{FF2B5EF4-FFF2-40B4-BE49-F238E27FC236}">
                <a16:creationId xmlns:a16="http://schemas.microsoft.com/office/drawing/2014/main" id="{7F18D7F6-96F9-416A-A749-D95A14425B64}"/>
              </a:ext>
            </a:extLst>
          </p:cNvPr>
          <p:cNvSpPr>
            <a:spLocks noGrp="1"/>
          </p:cNvSpPr>
          <p:nvPr/>
        </p:nvSpPr>
        <p:spPr>
          <a:xfrm>
            <a:off x="7239000" y="2143125"/>
            <a:ext cx="2857500" cy="619125"/>
          </a:xfrm>
          <a:prstGeom prst="roundRect">
            <a:avLst>
              <a:gd name="adj" fmla="val 21538"/>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Small model</a:t>
            </a:r>
          </a:p>
        </p:txBody>
      </p:sp>
      <p:sp>
        <p:nvSpPr>
          <p:cNvPr id="11" name="Editable box: Knowledge + RAG">
            <a:extLst>
              <a:ext uri="{FF2B5EF4-FFF2-40B4-BE49-F238E27FC236}">
                <a16:creationId xmlns:a16="http://schemas.microsoft.com/office/drawing/2014/main" id="{9205CA7C-89C1-40E4-AD16-29CB9B032CFD}"/>
              </a:ext>
            </a:extLst>
          </p:cNvPr>
          <p:cNvSpPr>
            <a:spLocks noGrp="1"/>
          </p:cNvSpPr>
          <p:nvPr/>
        </p:nvSpPr>
        <p:spPr>
          <a:xfrm>
            <a:off x="7239000" y="3143250"/>
            <a:ext cx="2857500" cy="619125"/>
          </a:xfrm>
          <a:prstGeom prst="roundRect">
            <a:avLst>
              <a:gd name="adj" fmla="val 21538"/>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Knowledge + RAG</a:t>
            </a:r>
          </a:p>
        </p:txBody>
      </p:sp>
      <p:sp>
        <p:nvSpPr>
          <p:cNvPr id="12" name="Editable box: Code / tools">
            <a:extLst>
              <a:ext uri="{FF2B5EF4-FFF2-40B4-BE49-F238E27FC236}">
                <a16:creationId xmlns:a16="http://schemas.microsoft.com/office/drawing/2014/main" id="{6D48259F-A96E-4ACC-AF4D-C1C6E1BD8FF3}"/>
              </a:ext>
            </a:extLst>
          </p:cNvPr>
          <p:cNvSpPr>
            <a:spLocks noGrp="1"/>
          </p:cNvSpPr>
          <p:nvPr/>
        </p:nvSpPr>
        <p:spPr>
          <a:xfrm>
            <a:off x="7239000" y="4143375"/>
            <a:ext cx="2857500" cy="619125"/>
          </a:xfrm>
          <a:prstGeom prst="roundRect">
            <a:avLst>
              <a:gd name="adj" fmla="val 21538"/>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Code / tools</a:t>
            </a:r>
          </a:p>
        </p:txBody>
      </p:sp>
      <p:sp>
        <p:nvSpPr>
          <p:cNvPr id="13" name="Editable box: Human review">
            <a:extLst>
              <a:ext uri="{FF2B5EF4-FFF2-40B4-BE49-F238E27FC236}">
                <a16:creationId xmlns:a16="http://schemas.microsoft.com/office/drawing/2014/main" id="{F90A3FEE-68C4-4080-BF16-23BC17766FD4}"/>
              </a:ext>
            </a:extLst>
          </p:cNvPr>
          <p:cNvSpPr>
            <a:spLocks noGrp="1"/>
          </p:cNvSpPr>
          <p:nvPr/>
        </p:nvSpPr>
        <p:spPr>
          <a:xfrm>
            <a:off x="7239000" y="5143500"/>
            <a:ext cx="2857500" cy="619125"/>
          </a:xfrm>
          <a:prstGeom prst="roundRect">
            <a:avLst>
              <a:gd name="adj" fmla="val 21538"/>
            </a:avLst>
          </a:prstGeom>
          <a:solidFill>
            <a:srgbClr val="FFF2ED"/>
          </a:solidFill>
          <a:ln w="14288">
            <a:solidFill>
              <a:srgbClr val="D83B42"/>
            </a:solidFill>
            <a:prstDash val="solid"/>
          </a:ln>
        </p:spPr>
        <p:txBody>
          <a:bodyPr anchor="ctr"/>
          <a:lstStyle/>
          <a:p>
            <a:pPr algn="ctr">
              <a:defRPr sz="1500" b="1">
                <a:solidFill>
                  <a:srgbClr val="262626"/>
                </a:solidFill>
              </a:defRPr>
            </a:pPr>
            <a:r>
              <a:rPr sz="1500" b="1">
                <a:solidFill>
                  <a:srgbClr val="262626"/>
                </a:solidFill>
              </a:rPr>
              <a:t>Human review</a:t>
            </a:r>
          </a:p>
        </p:txBody>
      </p:sp>
      <p:cxnSp>
        <p:nvCxnSpPr>
          <p:cNvPr id="29" name="Straight Arrow Connector 28"/>
          <p:cNvCxnSpPr>
            <a:stCxn id="8" idx="3"/>
            <a:endCxn id="10" idx="1"/>
          </p:cNvCxnSpPr>
          <p:nvPr/>
        </p:nvCxnSpPr>
        <p:spPr>
          <a:xfrm flipV="1">
            <a:off x="5524500" y="2452688"/>
            <a:ext cx="1714500" cy="1166813"/>
          </a:xfrm>
          <a:prstGeom prst="straightConnector1">
            <a:avLst/>
          </a:prstGeom>
          <a:ln w="19050">
            <a:solidFill>
              <a:srgbClr val="5E6875"/>
            </a:solidFill>
            <a:prstDash val="solid"/>
            <a:headEnd type="none" w="med" len="med"/>
            <a:tailEnd type="arrow" w="med" len="med"/>
          </a:ln>
        </p:spPr>
      </p:cxnSp>
      <p:cxnSp>
        <p:nvCxnSpPr>
          <p:cNvPr id="30" name="Straight Arrow Connector 29"/>
          <p:cNvCxnSpPr>
            <a:stCxn id="8" idx="3"/>
            <a:endCxn id="11" idx="1"/>
          </p:cNvCxnSpPr>
          <p:nvPr/>
        </p:nvCxnSpPr>
        <p:spPr>
          <a:xfrm flipV="1">
            <a:off x="5524500" y="3452813"/>
            <a:ext cx="1714500" cy="166688"/>
          </a:xfrm>
          <a:prstGeom prst="straightConnector1">
            <a:avLst/>
          </a:prstGeom>
          <a:ln w="19050">
            <a:solidFill>
              <a:srgbClr val="5E6875"/>
            </a:solidFill>
            <a:prstDash val="solid"/>
            <a:headEnd type="none" w="med" len="med"/>
            <a:tailEnd type="arrow" w="med" len="med"/>
          </a:ln>
        </p:spPr>
      </p:cxnSp>
      <p:cxnSp>
        <p:nvCxnSpPr>
          <p:cNvPr id="31" name="Straight Arrow Connector 30"/>
          <p:cNvCxnSpPr>
            <a:stCxn id="8" idx="3"/>
            <a:endCxn id="12" idx="1"/>
          </p:cNvCxnSpPr>
          <p:nvPr/>
        </p:nvCxnSpPr>
        <p:spPr>
          <a:xfrm>
            <a:off x="5524500" y="3619500"/>
            <a:ext cx="1714500" cy="833438"/>
          </a:xfrm>
          <a:prstGeom prst="straightConnector1">
            <a:avLst/>
          </a:prstGeom>
          <a:ln w="19050">
            <a:solidFill>
              <a:srgbClr val="5E6875"/>
            </a:solidFill>
            <a:prstDash val="solid"/>
            <a:headEnd type="none" w="med" len="med"/>
            <a:tailEnd type="arrow" w="med" len="med"/>
          </a:ln>
        </p:spPr>
      </p:cxnSp>
      <p:cxnSp>
        <p:nvCxnSpPr>
          <p:cNvPr id="32" name="Straight Arrow Connector 31"/>
          <p:cNvCxnSpPr>
            <a:stCxn id="8" idx="3"/>
            <a:endCxn id="13" idx="1"/>
          </p:cNvCxnSpPr>
          <p:nvPr/>
        </p:nvCxnSpPr>
        <p:spPr>
          <a:xfrm>
            <a:off x="5524500" y="3619500"/>
            <a:ext cx="1714500" cy="1833563"/>
          </a:xfrm>
          <a:prstGeom prst="straightConnector1">
            <a:avLst/>
          </a:prstGeom>
          <a:ln w="19050">
            <a:solidFill>
              <a:srgbClr val="5E6875"/>
            </a:solidFill>
            <a:prstDash val="solid"/>
            <a:headEnd type="none" w="med" len="med"/>
            <a:tailEnd type="arrow" w="med" len="med"/>
          </a:ln>
        </p:spPr>
      </p:cxnSp>
      <p:sp>
        <p:nvSpPr>
          <p:cNvPr id="18" name="Editable box: Compound AI improves cost and control through selective allocation—not merely a larger model.">
            <a:extLst>
              <a:ext uri="{FF2B5EF4-FFF2-40B4-BE49-F238E27FC236}">
                <a16:creationId xmlns:a16="http://schemas.microsoft.com/office/drawing/2014/main" id="{17D0E4E5-8046-4517-9ED2-3C13074EFD31}"/>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Compound AI improves cost and control through selective allocation—not merely a larger model.</a:t>
            </a:r>
          </a:p>
        </p:txBody>
      </p:sp>
    </p:spTree>
    <p:extLst>
      <p:ext uri="{BB962C8B-B14F-4D97-AF65-F5344CB8AC3E}">
        <p14:creationId xmlns:p14="http://schemas.microsoft.com/office/powerpoint/2010/main" val="34837805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Six Principles for Architecture Decisions</a:t>
            </a:r>
          </a:p>
        </p:txBody>
      </p:sp>
      <p:sp>
        <p:nvSpPr>
          <p:cNvPr id="5" name="Editable content rail">
            <a:extLst>
              <a:ext uri="{FF2B5EF4-FFF2-40B4-BE49-F238E27FC236}">
                <a16:creationId xmlns:a16="http://schemas.microsoft.com/office/drawing/2014/main" id="{7AE5A5E0-45B5-4CBF-9EAF-782EE3CB1076}"/>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5988B2AF-E9D7-46F3-B1B4-009FEC540F5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Enterprise architecture is a multi-objective design problem.</a:t>
            </a:r>
          </a:p>
        </p:txBody>
      </p:sp>
      <p:sp>
        <p:nvSpPr>
          <p:cNvPr id="7" name="Editable box: MISSION&#10;FIT">
            <a:extLst>
              <a:ext uri="{FF2B5EF4-FFF2-40B4-BE49-F238E27FC236}">
                <a16:creationId xmlns:a16="http://schemas.microsoft.com/office/drawing/2014/main" id="{72DE7886-CF55-4BBB-9B81-24797D9774A7}"/>
              </a:ext>
            </a:extLst>
          </p:cNvPr>
          <p:cNvSpPr>
            <a:spLocks noGrp="1"/>
          </p:cNvSpPr>
          <p:nvPr/>
        </p:nvSpPr>
        <p:spPr>
          <a:xfrm>
            <a:off x="5095875" y="3143250"/>
            <a:ext cx="2000250" cy="952500"/>
          </a:xfrm>
          <a:prstGeom prst="roundRect">
            <a:avLst>
              <a:gd name="adj" fmla="val 14000"/>
            </a:avLst>
          </a:prstGeom>
          <a:solidFill>
            <a:srgbClr val="184E8A"/>
          </a:solidFill>
          <a:ln w="14288">
            <a:solidFill>
              <a:srgbClr val="184E8A"/>
            </a:solidFill>
            <a:prstDash val="solid"/>
          </a:ln>
        </p:spPr>
        <p:txBody>
          <a:bodyPr anchor="ctr"/>
          <a:lstStyle/>
          <a:p>
            <a:pPr algn="ctr">
              <a:defRPr sz="1875" b="1">
                <a:solidFill>
                  <a:srgbClr val="FFFFFF"/>
                </a:solidFill>
              </a:defRPr>
            </a:pPr>
            <a:r>
              <a:rPr sz="1875" b="1">
                <a:solidFill>
                  <a:srgbClr val="FFFFFF"/>
                </a:solidFill>
              </a:rPr>
              <a:t>MISSION</a:t>
            </a:r>
          </a:p>
          <a:p>
            <a:pPr algn="ctr">
              <a:defRPr sz="1875" b="1">
                <a:solidFill>
                  <a:srgbClr val="FFFFFF"/>
                </a:solidFill>
              </a:defRPr>
            </a:pPr>
            <a:r>
              <a:rPr sz="1875" b="1">
                <a:solidFill>
                  <a:srgbClr val="FFFFFF"/>
                </a:solidFill>
              </a:rPr>
              <a:t>FIT</a:t>
            </a:r>
          </a:p>
        </p:txBody>
      </p:sp>
      <p:sp>
        <p:nvSpPr>
          <p:cNvPr id="8" name="Editable box: Modality">
            <a:extLst>
              <a:ext uri="{FF2B5EF4-FFF2-40B4-BE49-F238E27FC236}">
                <a16:creationId xmlns:a16="http://schemas.microsoft.com/office/drawing/2014/main" id="{A6BD4109-2156-40BF-BB79-398821839727}"/>
              </a:ext>
            </a:extLst>
          </p:cNvPr>
          <p:cNvSpPr>
            <a:spLocks noGrp="1"/>
          </p:cNvSpPr>
          <p:nvPr/>
        </p:nvSpPr>
        <p:spPr>
          <a:xfrm>
            <a:off x="5095875" y="2000250"/>
            <a:ext cx="2000250" cy="619125"/>
          </a:xfrm>
          <a:prstGeom prst="roundRect">
            <a:avLst>
              <a:gd name="adj" fmla="val 21538"/>
            </a:avLst>
          </a:prstGeom>
          <a:solidFill>
            <a:srgbClr val="FFFFFF"/>
          </a:solidFill>
          <a:ln w="14288">
            <a:solidFill>
              <a:srgbClr val="2F73E8"/>
            </a:solidFill>
            <a:prstDash val="solid"/>
          </a:ln>
        </p:spPr>
        <p:txBody>
          <a:bodyPr anchor="ctr"/>
          <a:lstStyle/>
          <a:p>
            <a:pPr algn="ctr">
              <a:defRPr sz="1575" b="1">
                <a:solidFill>
                  <a:srgbClr val="2F73E8"/>
                </a:solidFill>
              </a:defRPr>
            </a:pPr>
            <a:r>
              <a:rPr sz="1575" b="1">
                <a:solidFill>
                  <a:srgbClr val="2F73E8"/>
                </a:solidFill>
              </a:rPr>
              <a:t>Modality</a:t>
            </a:r>
          </a:p>
        </p:txBody>
      </p:sp>
      <p:cxnSp>
        <p:nvCxnSpPr>
          <p:cNvPr id="26" name="Straight Arrow Connector 25"/>
          <p:cNvCxnSpPr>
            <a:stCxn id="7" idx="0"/>
            <a:endCxn id="8" idx="2"/>
          </p:cNvCxnSpPr>
          <p:nvPr/>
        </p:nvCxnSpPr>
        <p:spPr>
          <a:xfrm flipV="1">
            <a:off x="6096000" y="2619375"/>
            <a:ext cx="0" cy="523875"/>
          </a:xfrm>
          <a:prstGeom prst="straightConnector1">
            <a:avLst/>
          </a:prstGeom>
          <a:ln w="23813">
            <a:solidFill>
              <a:srgbClr val="2F73E8"/>
            </a:solidFill>
            <a:prstDash val="solid"/>
            <a:headEnd type="none" w="med" len="med"/>
            <a:tailEnd type="arrow" w="med" len="med"/>
          </a:ln>
        </p:spPr>
      </p:cxnSp>
      <p:sp>
        <p:nvSpPr>
          <p:cNvPr id="10" name="Editable box: Latency">
            <a:extLst>
              <a:ext uri="{FF2B5EF4-FFF2-40B4-BE49-F238E27FC236}">
                <a16:creationId xmlns:a16="http://schemas.microsoft.com/office/drawing/2014/main" id="{86937ADE-4272-4F7C-8AB9-16F7A99E005B}"/>
              </a:ext>
            </a:extLst>
          </p:cNvPr>
          <p:cNvSpPr>
            <a:spLocks noGrp="1"/>
          </p:cNvSpPr>
          <p:nvPr/>
        </p:nvSpPr>
        <p:spPr>
          <a:xfrm>
            <a:off x="7953375" y="2619375"/>
            <a:ext cx="2000250" cy="619125"/>
          </a:xfrm>
          <a:prstGeom prst="roundRect">
            <a:avLst>
              <a:gd name="adj" fmla="val 21538"/>
            </a:avLst>
          </a:prstGeom>
          <a:solidFill>
            <a:srgbClr val="FFFFFF"/>
          </a:solidFill>
          <a:ln w="14288">
            <a:solidFill>
              <a:srgbClr val="E85A33"/>
            </a:solidFill>
            <a:prstDash val="solid"/>
          </a:ln>
        </p:spPr>
        <p:txBody>
          <a:bodyPr anchor="ctr"/>
          <a:lstStyle/>
          <a:p>
            <a:pPr algn="ctr">
              <a:defRPr sz="1575" b="1">
                <a:solidFill>
                  <a:srgbClr val="E85A33"/>
                </a:solidFill>
              </a:defRPr>
            </a:pPr>
            <a:r>
              <a:rPr sz="1575" b="1">
                <a:solidFill>
                  <a:srgbClr val="E85A33"/>
                </a:solidFill>
              </a:rPr>
              <a:t>Latency</a:t>
            </a:r>
          </a:p>
        </p:txBody>
      </p:sp>
      <p:cxnSp>
        <p:nvCxnSpPr>
          <p:cNvPr id="28" name="Straight Arrow Connector 27"/>
          <p:cNvCxnSpPr>
            <a:stCxn id="7" idx="3"/>
            <a:endCxn id="10" idx="1"/>
          </p:cNvCxnSpPr>
          <p:nvPr/>
        </p:nvCxnSpPr>
        <p:spPr>
          <a:xfrm flipV="1">
            <a:off x="7096125" y="2928938"/>
            <a:ext cx="857250" cy="690563"/>
          </a:xfrm>
          <a:prstGeom prst="straightConnector1">
            <a:avLst/>
          </a:prstGeom>
          <a:ln w="23813">
            <a:solidFill>
              <a:srgbClr val="E85A33"/>
            </a:solidFill>
            <a:prstDash val="solid"/>
            <a:headEnd type="none" w="med" len="med"/>
            <a:tailEnd type="arrow" w="med" len="med"/>
          </a:ln>
        </p:spPr>
      </p:cxnSp>
      <p:sp>
        <p:nvSpPr>
          <p:cNvPr id="12" name="Editable box: Performance">
            <a:extLst>
              <a:ext uri="{FF2B5EF4-FFF2-40B4-BE49-F238E27FC236}">
                <a16:creationId xmlns:a16="http://schemas.microsoft.com/office/drawing/2014/main" id="{A8FFE3B3-98FC-4AA8-A1C6-78CC1D81FF03}"/>
              </a:ext>
            </a:extLst>
          </p:cNvPr>
          <p:cNvSpPr>
            <a:spLocks noGrp="1"/>
          </p:cNvSpPr>
          <p:nvPr/>
        </p:nvSpPr>
        <p:spPr>
          <a:xfrm>
            <a:off x="7953375" y="4333875"/>
            <a:ext cx="2000250" cy="619125"/>
          </a:xfrm>
          <a:prstGeom prst="roundRect">
            <a:avLst>
              <a:gd name="adj" fmla="val 21538"/>
            </a:avLst>
          </a:prstGeom>
          <a:solidFill>
            <a:srgbClr val="FFFFFF"/>
          </a:solidFill>
          <a:ln w="14288">
            <a:solidFill>
              <a:srgbClr val="2E9B63"/>
            </a:solidFill>
            <a:prstDash val="solid"/>
          </a:ln>
        </p:spPr>
        <p:txBody>
          <a:bodyPr anchor="ctr"/>
          <a:lstStyle/>
          <a:p>
            <a:pPr algn="ctr">
              <a:defRPr sz="1575" b="1">
                <a:solidFill>
                  <a:srgbClr val="2E9B63"/>
                </a:solidFill>
              </a:defRPr>
            </a:pPr>
            <a:r>
              <a:rPr sz="1575" b="1">
                <a:solidFill>
                  <a:srgbClr val="2E9B63"/>
                </a:solidFill>
              </a:rPr>
              <a:t>Performance</a:t>
            </a:r>
          </a:p>
        </p:txBody>
      </p:sp>
      <p:cxnSp>
        <p:nvCxnSpPr>
          <p:cNvPr id="30" name="Straight Arrow Connector 29"/>
          <p:cNvCxnSpPr>
            <a:stCxn id="7" idx="3"/>
            <a:endCxn id="12" idx="1"/>
          </p:cNvCxnSpPr>
          <p:nvPr/>
        </p:nvCxnSpPr>
        <p:spPr>
          <a:xfrm>
            <a:off x="7096125" y="3619500"/>
            <a:ext cx="857250" cy="1023938"/>
          </a:xfrm>
          <a:prstGeom prst="straightConnector1">
            <a:avLst/>
          </a:prstGeom>
          <a:ln w="23813">
            <a:solidFill>
              <a:srgbClr val="2E9B63"/>
            </a:solidFill>
            <a:prstDash val="solid"/>
            <a:headEnd type="none" w="med" len="med"/>
            <a:tailEnd type="arrow" w="med" len="med"/>
          </a:ln>
        </p:spPr>
      </p:cxnSp>
      <p:sp>
        <p:nvSpPr>
          <p:cNvPr id="14" name="Editable box: Cost">
            <a:extLst>
              <a:ext uri="{FF2B5EF4-FFF2-40B4-BE49-F238E27FC236}">
                <a16:creationId xmlns:a16="http://schemas.microsoft.com/office/drawing/2014/main" id="{BFEFF683-19EB-456D-A54D-87E1FB11C631}"/>
              </a:ext>
            </a:extLst>
          </p:cNvPr>
          <p:cNvSpPr>
            <a:spLocks noGrp="1"/>
          </p:cNvSpPr>
          <p:nvPr/>
        </p:nvSpPr>
        <p:spPr>
          <a:xfrm>
            <a:off x="5095875" y="4953000"/>
            <a:ext cx="2000250" cy="619125"/>
          </a:xfrm>
          <a:prstGeom prst="roundRect">
            <a:avLst>
              <a:gd name="adj" fmla="val 21538"/>
            </a:avLst>
          </a:prstGeom>
          <a:solidFill>
            <a:srgbClr val="FFFFFF"/>
          </a:solidFill>
          <a:ln w="14288">
            <a:solidFill>
              <a:srgbClr val="D83B42"/>
            </a:solidFill>
            <a:prstDash val="solid"/>
          </a:ln>
        </p:spPr>
        <p:txBody>
          <a:bodyPr anchor="ctr"/>
          <a:lstStyle/>
          <a:p>
            <a:pPr algn="ctr">
              <a:defRPr sz="1575" b="1">
                <a:solidFill>
                  <a:srgbClr val="D83B42"/>
                </a:solidFill>
              </a:defRPr>
            </a:pPr>
            <a:r>
              <a:rPr sz="1575" b="1">
                <a:solidFill>
                  <a:srgbClr val="D83B42"/>
                </a:solidFill>
              </a:rPr>
              <a:t>Cost</a:t>
            </a:r>
          </a:p>
        </p:txBody>
      </p:sp>
      <p:cxnSp>
        <p:nvCxnSpPr>
          <p:cNvPr id="32" name="Straight Arrow Connector 31"/>
          <p:cNvCxnSpPr>
            <a:stCxn id="7" idx="2"/>
            <a:endCxn id="14" idx="0"/>
          </p:cNvCxnSpPr>
          <p:nvPr/>
        </p:nvCxnSpPr>
        <p:spPr>
          <a:xfrm>
            <a:off x="6096000" y="4095750"/>
            <a:ext cx="0" cy="857250"/>
          </a:xfrm>
          <a:prstGeom prst="straightConnector1">
            <a:avLst/>
          </a:prstGeom>
          <a:ln w="23813">
            <a:solidFill>
              <a:srgbClr val="D83B42"/>
            </a:solidFill>
            <a:prstDash val="solid"/>
            <a:headEnd type="none" w="med" len="med"/>
            <a:tailEnd type="arrow" w="med" len="med"/>
          </a:ln>
        </p:spPr>
      </p:cxnSp>
      <p:sp>
        <p:nvSpPr>
          <p:cNvPr id="16" name="Editable box: Throughput">
            <a:extLst>
              <a:ext uri="{FF2B5EF4-FFF2-40B4-BE49-F238E27FC236}">
                <a16:creationId xmlns:a16="http://schemas.microsoft.com/office/drawing/2014/main" id="{E9A02585-79D8-4E52-BBED-A5D8F0AFD6FB}"/>
              </a:ext>
            </a:extLst>
          </p:cNvPr>
          <p:cNvSpPr>
            <a:spLocks noGrp="1"/>
          </p:cNvSpPr>
          <p:nvPr/>
        </p:nvSpPr>
        <p:spPr>
          <a:xfrm>
            <a:off x="2238375" y="4333875"/>
            <a:ext cx="2000250" cy="619125"/>
          </a:xfrm>
          <a:prstGeom prst="roundRect">
            <a:avLst>
              <a:gd name="adj" fmla="val 21538"/>
            </a:avLst>
          </a:prstGeom>
          <a:solidFill>
            <a:srgbClr val="FFFFFF"/>
          </a:solidFill>
          <a:ln w="14288">
            <a:solidFill>
              <a:srgbClr val="7457C8"/>
            </a:solidFill>
            <a:prstDash val="solid"/>
          </a:ln>
        </p:spPr>
        <p:txBody>
          <a:bodyPr anchor="ctr"/>
          <a:lstStyle/>
          <a:p>
            <a:pPr algn="ctr">
              <a:defRPr sz="1575" b="1">
                <a:solidFill>
                  <a:srgbClr val="7457C8"/>
                </a:solidFill>
              </a:defRPr>
            </a:pPr>
            <a:r>
              <a:rPr sz="1575" b="1">
                <a:solidFill>
                  <a:srgbClr val="7457C8"/>
                </a:solidFill>
              </a:rPr>
              <a:t>Throughput</a:t>
            </a:r>
          </a:p>
        </p:txBody>
      </p:sp>
      <p:cxnSp>
        <p:nvCxnSpPr>
          <p:cNvPr id="34" name="Straight Arrow Connector 33"/>
          <p:cNvCxnSpPr>
            <a:stCxn id="7" idx="1"/>
            <a:endCxn id="16" idx="3"/>
          </p:cNvCxnSpPr>
          <p:nvPr/>
        </p:nvCxnSpPr>
        <p:spPr>
          <a:xfrm flipH="1">
            <a:off x="4238625" y="3619500"/>
            <a:ext cx="857250" cy="1023938"/>
          </a:xfrm>
          <a:prstGeom prst="straightConnector1">
            <a:avLst/>
          </a:prstGeom>
          <a:ln w="23813">
            <a:solidFill>
              <a:srgbClr val="7457C8"/>
            </a:solidFill>
            <a:prstDash val="solid"/>
            <a:headEnd type="none" w="med" len="med"/>
            <a:tailEnd type="arrow" w="med" len="med"/>
          </a:ln>
        </p:spPr>
      </p:cxnSp>
      <p:sp>
        <p:nvSpPr>
          <p:cNvPr id="18" name="Editable box: Context">
            <a:extLst>
              <a:ext uri="{FF2B5EF4-FFF2-40B4-BE49-F238E27FC236}">
                <a16:creationId xmlns:a16="http://schemas.microsoft.com/office/drawing/2014/main" id="{F4EB4674-C2BE-4AF1-849C-EC45AE9C84C8}"/>
              </a:ext>
            </a:extLst>
          </p:cNvPr>
          <p:cNvSpPr>
            <a:spLocks noGrp="1"/>
          </p:cNvSpPr>
          <p:nvPr/>
        </p:nvSpPr>
        <p:spPr>
          <a:xfrm>
            <a:off x="2238375" y="2619375"/>
            <a:ext cx="2000250" cy="619125"/>
          </a:xfrm>
          <a:prstGeom prst="roundRect">
            <a:avLst>
              <a:gd name="adj" fmla="val 21538"/>
            </a:avLst>
          </a:prstGeom>
          <a:solidFill>
            <a:srgbClr val="FFFFFF"/>
          </a:solidFill>
          <a:ln w="14288">
            <a:solidFill>
              <a:srgbClr val="F0B429"/>
            </a:solidFill>
            <a:prstDash val="solid"/>
          </a:ln>
        </p:spPr>
        <p:txBody>
          <a:bodyPr anchor="ctr"/>
          <a:lstStyle/>
          <a:p>
            <a:pPr algn="ctr">
              <a:defRPr sz="1575" b="1">
                <a:solidFill>
                  <a:srgbClr val="F0B429"/>
                </a:solidFill>
              </a:defRPr>
            </a:pPr>
            <a:r>
              <a:rPr sz="1575" b="1">
                <a:solidFill>
                  <a:srgbClr val="F0B429"/>
                </a:solidFill>
              </a:rPr>
              <a:t>Context</a:t>
            </a:r>
          </a:p>
        </p:txBody>
      </p:sp>
      <p:cxnSp>
        <p:nvCxnSpPr>
          <p:cNvPr id="36" name="Straight Arrow Connector 35"/>
          <p:cNvCxnSpPr>
            <a:stCxn id="7" idx="1"/>
            <a:endCxn id="18" idx="3"/>
          </p:cNvCxnSpPr>
          <p:nvPr/>
        </p:nvCxnSpPr>
        <p:spPr>
          <a:xfrm flipH="1" flipV="1">
            <a:off x="4238625" y="2928938"/>
            <a:ext cx="857250" cy="690563"/>
          </a:xfrm>
          <a:prstGeom prst="straightConnector1">
            <a:avLst/>
          </a:prstGeom>
          <a:ln w="23813">
            <a:solidFill>
              <a:srgbClr val="F0B429"/>
            </a:solidFill>
            <a:prstDash val="solid"/>
            <a:headEnd type="none" w="med" len="med"/>
            <a:tailEnd type="arrow" w="med" len="med"/>
          </a:ln>
        </p:spPr>
      </p:cxnSp>
      <p:sp>
        <p:nvSpPr>
          <p:cNvPr id="20" name="Editable box: Improving one vector can weaken another; prioritize the dominant business failure cost.">
            <a:extLst>
              <a:ext uri="{FF2B5EF4-FFF2-40B4-BE49-F238E27FC236}">
                <a16:creationId xmlns:a16="http://schemas.microsoft.com/office/drawing/2014/main" id="{AFCF324B-736F-424A-8DA9-F01D5CA576BC}"/>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Improving one vector can weaken another; prioritize the dominant business failure cost.</a:t>
            </a:r>
          </a:p>
        </p:txBody>
      </p:sp>
    </p:spTree>
    <p:extLst>
      <p:ext uri="{BB962C8B-B14F-4D97-AF65-F5344CB8AC3E}">
        <p14:creationId xmlns:p14="http://schemas.microsoft.com/office/powerpoint/2010/main" val="23556461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Optimize for Fitness, Not Raw Strength</a:t>
            </a:r>
          </a:p>
        </p:txBody>
      </p:sp>
      <p:sp>
        <p:nvSpPr>
          <p:cNvPr id="13" name="Restored content rail">
            <a:extLst>
              <a:ext uri="{FF2B5EF4-FFF2-40B4-BE49-F238E27FC236}">
                <a16:creationId xmlns:a16="http://schemas.microsoft.com/office/drawing/2014/main" id="{90E72A35-2B31-4351-8BC2-123A82EA9CFB}"/>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transition statement">
            <a:extLst>
              <a:ext uri="{FF2B5EF4-FFF2-40B4-BE49-F238E27FC236}">
                <a16:creationId xmlns:a16="http://schemas.microsoft.com/office/drawing/2014/main" id="{994B22C4-042D-4181-89AE-E3475C2D3611}"/>
              </a:ext>
            </a:extLst>
          </p:cNvPr>
          <p:cNvSpPr>
            <a:spLocks noGrp="1"/>
          </p:cNvSpPr>
          <p:nvPr/>
        </p:nvSpPr>
        <p:spPr>
          <a:xfrm>
            <a:off x="1238250" y="1952625"/>
            <a:ext cx="9715500" cy="1095375"/>
          </a:xfrm>
          <a:prstGeom prst="rect">
            <a:avLst/>
          </a:prstGeom>
          <a:noFill/>
          <a:ln w="0">
            <a:noFill/>
            <a:prstDash val="solid"/>
          </a:ln>
        </p:spPr>
        <p:txBody>
          <a:bodyPr wrap="square" lIns="28575" tIns="19050" rIns="28575" bIns="19050" anchor="ctr">
            <a:noAutofit/>
          </a:bodyPr>
          <a:lstStyle/>
          <a:p>
            <a:pPr>
              <a:buNone/>
              <a:defRPr sz="1800"/>
            </a:pPr>
            <a:r>
              <a:rPr sz="2000" b="1">
                <a:solidFill>
                  <a:srgbClr val="262626"/>
                </a:solidFill>
                <a:latin typeface="Calibri"/>
                <a:ea typeface="Calibri"/>
                <a:cs typeface="Calibri"/>
              </a:rPr>
              <a:t>Enterprise AI architecture is a continuous learning process: measure the workload, observe failures, and rebalance the system.</a:t>
            </a:r>
          </a:p>
        </p:txBody>
      </p:sp>
      <p:sp>
        <p:nvSpPr>
          <p:cNvPr id="15" name="Transition divider">
            <a:extLst>
              <a:ext uri="{FF2B5EF4-FFF2-40B4-BE49-F238E27FC236}">
                <a16:creationId xmlns:a16="http://schemas.microsoft.com/office/drawing/2014/main" id="{4B786404-16D5-4C60-8DCA-2FB06310A207}"/>
              </a:ext>
            </a:extLst>
          </p:cNvPr>
          <p:cNvSpPr>
            <a:spLocks noGrp="1"/>
          </p:cNvSpPr>
          <p:nvPr/>
        </p:nvSpPr>
        <p:spPr>
          <a:xfrm>
            <a:off x="1238250" y="3190875"/>
            <a:ext cx="9715500" cy="19050"/>
          </a:xfrm>
          <a:prstGeom prst="rect">
            <a:avLst/>
          </a:prstGeom>
          <a:solidFill>
            <a:srgbClr val="D7DEE8"/>
          </a:solidFill>
          <a:ln w="0">
            <a:noFill/>
            <a:prstDash val="solid"/>
          </a:ln>
        </p:spPr>
        <p:txBody>
          <a:bodyPr/>
          <a:lstStyle/>
          <a:p>
            <a:endParaRPr/>
          </a:p>
        </p:txBody>
      </p:sp>
      <p:sp>
        <p:nvSpPr>
          <p:cNvPr id="16" name="Restored transition points">
            <a:extLst>
              <a:ext uri="{FF2B5EF4-FFF2-40B4-BE49-F238E27FC236}">
                <a16:creationId xmlns:a16="http://schemas.microsoft.com/office/drawing/2014/main" id="{8D43EA63-B229-49EF-A692-A6C8253D6C39}"/>
              </a:ext>
            </a:extLst>
          </p:cNvPr>
          <p:cNvSpPr>
            <a:spLocks noGrp="1"/>
          </p:cNvSpPr>
          <p:nvPr/>
        </p:nvSpPr>
        <p:spPr>
          <a:xfrm>
            <a:off x="1381125" y="3476625"/>
            <a:ext cx="9334500" cy="171450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Start with the business mission and risk tolerance.</a:t>
            </a:r>
          </a:p>
          <a:p>
            <a:pPr marL="24" indent="-15">
              <a:spcAft>
                <a:spcPts val="9"/>
              </a:spcAft>
              <a:buChar char="•"/>
              <a:defRPr sz="1800"/>
            </a:pPr>
            <a:r>
              <a:rPr sz="2000">
                <a:solidFill>
                  <a:srgbClr val="262626"/>
                </a:solidFill>
                <a:latin typeface="Calibri"/>
                <a:ea typeface="Calibri"/>
                <a:cs typeface="Calibri"/>
              </a:rPr>
              <a:t> Test the six vectors under realistic traffic and data.</a:t>
            </a:r>
          </a:p>
          <a:p>
            <a:pPr marL="24" indent="-15">
              <a:spcAft>
                <a:spcPts val="9"/>
              </a:spcAft>
              <a:buChar char="•"/>
              <a:defRPr sz="1800"/>
            </a:pPr>
            <a:r>
              <a:rPr sz="2000">
                <a:solidFill>
                  <a:srgbClr val="262626"/>
                </a:solidFill>
                <a:latin typeface="Calibri"/>
                <a:ea typeface="Calibri"/>
                <a:cs typeface="Calibri"/>
              </a:rPr>
              <a:t> Change routing, models, and controls as requirements evolve.</a:t>
            </a:r>
          </a:p>
        </p:txBody>
      </p:sp>
      <p:sp>
        <p:nvSpPr>
          <p:cNvPr id="17" name="Restored takeaway background">
            <a:extLst>
              <a:ext uri="{FF2B5EF4-FFF2-40B4-BE49-F238E27FC236}">
                <a16:creationId xmlns:a16="http://schemas.microsoft.com/office/drawing/2014/main" id="{4A06345C-AD01-495B-B4E5-B4444241726D}"/>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18" name="Restored takeaway">
            <a:extLst>
              <a:ext uri="{FF2B5EF4-FFF2-40B4-BE49-F238E27FC236}">
                <a16:creationId xmlns:a16="http://schemas.microsoft.com/office/drawing/2014/main" id="{49D51B39-92FD-4F80-87BA-08872AF63F6B}"/>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The goal is not the strongest system; it is the wisest system for the organization.</a:t>
            </a:r>
          </a:p>
        </p:txBody>
      </p:sp>
    </p:spTree>
    <p:extLst>
      <p:ext uri="{BB962C8B-B14F-4D97-AF65-F5344CB8AC3E}">
        <p14:creationId xmlns:p14="http://schemas.microsoft.com/office/powerpoint/2010/main" val="18459573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9343B8-EB39-41A6-93B9-DAF71810FE81}"/>
              </a:ext>
            </a:extLst>
          </p:cNvPr>
          <p:cNvSpPr>
            <a:spLocks noGrp="1"/>
          </p:cNvSpPr>
          <p:nvPr>
            <p:ph type="body" idx="10"/>
          </p:nvPr>
        </p:nvSpPr>
        <p:spPr/>
        <p:txBody>
          <a:bodyPr wrap="square" anchor="ctr">
            <a:noAutofit/>
          </a:bodyPr>
          <a:lstStyle/>
          <a:p>
            <a:pPr algn="ctr">
              <a:buNone/>
            </a:pPr>
            <a:r>
              <a:rPr sz="2250" b="1">
                <a:solidFill>
                  <a:srgbClr val="B11117"/>
                </a:solidFill>
                <a:latin typeface="Calibri"/>
                <a:ea typeface="Calibri"/>
                <a:cs typeface="Calibri"/>
              </a:rPr>
              <a:t>Part 3</a:t>
            </a:r>
          </a:p>
          <a:p>
            <a:pPr algn="ctr">
              <a:buNone/>
            </a:pPr>
            <a:r>
              <a:rPr sz="2250" b="1">
                <a:solidFill>
                  <a:srgbClr val="B11117"/>
                </a:solidFill>
                <a:latin typeface="Calibri"/>
                <a:ea typeface="Calibri"/>
                <a:cs typeface="Calibri"/>
              </a:rPr>
              <a:t>Governing Probabilistic AI</a:t>
            </a:r>
          </a:p>
        </p:txBody>
      </p:sp>
    </p:spTree>
    <p:extLst>
      <p:ext uri="{BB962C8B-B14F-4D97-AF65-F5344CB8AC3E}">
        <p14:creationId xmlns:p14="http://schemas.microsoft.com/office/powerpoint/2010/main" val="35294921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Generative AI Produces Probability-Driven Outputs</a:t>
            </a:r>
          </a:p>
        </p:txBody>
      </p:sp>
      <p:sp>
        <p:nvSpPr>
          <p:cNvPr id="13" name="Restored content rail">
            <a:extLst>
              <a:ext uri="{FF2B5EF4-FFF2-40B4-BE49-F238E27FC236}">
                <a16:creationId xmlns:a16="http://schemas.microsoft.com/office/drawing/2014/main" id="{B0B86E61-83B1-40FB-8193-3AB3563D376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55CAEE86-D056-4C6A-A512-79CEFD4FB4D9}"/>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Traditional software generally follows explicit logic; generative models estimate probability distributions over possible outputs.</a:t>
            </a:r>
          </a:p>
        </p:txBody>
      </p:sp>
      <p:sp>
        <p:nvSpPr>
          <p:cNvPr id="15" name="Two-column divider">
            <a:extLst>
              <a:ext uri="{FF2B5EF4-FFF2-40B4-BE49-F238E27FC236}">
                <a16:creationId xmlns:a16="http://schemas.microsoft.com/office/drawing/2014/main" id="{C8E59DB1-48EA-4DAD-9FFB-C9B4712F7C64}"/>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670D0A27-0245-45CD-8153-3CC57910A970}"/>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Deterministic systems</a:t>
            </a:r>
          </a:p>
        </p:txBody>
      </p:sp>
      <p:sp>
        <p:nvSpPr>
          <p:cNvPr id="17" name="Restored right heading">
            <a:extLst>
              <a:ext uri="{FF2B5EF4-FFF2-40B4-BE49-F238E27FC236}">
                <a16:creationId xmlns:a16="http://schemas.microsoft.com/office/drawing/2014/main" id="{B0B8EFCC-FCDA-4F61-94B0-A2E2CF49D2D2}"/>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Probabilistic systems</a:t>
            </a:r>
          </a:p>
        </p:txBody>
      </p:sp>
      <p:sp>
        <p:nvSpPr>
          <p:cNvPr id="18" name="Restored left bullets">
            <a:extLst>
              <a:ext uri="{FF2B5EF4-FFF2-40B4-BE49-F238E27FC236}">
                <a16:creationId xmlns:a16="http://schemas.microsoft.com/office/drawing/2014/main" id="{DA4A27FE-D95A-4A12-812A-7E1DB4DB0683}"/>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The same valid input follows predefined logic.</a:t>
            </a:r>
          </a:p>
          <a:p>
            <a:pPr marL="24" indent="-15">
              <a:spcAft>
                <a:spcPts val="9"/>
              </a:spcAft>
              <a:buChar char="•"/>
              <a:defRPr sz="1800"/>
            </a:pPr>
            <a:r>
              <a:rPr sz="2000">
                <a:solidFill>
                  <a:srgbClr val="262626"/>
                </a:solidFill>
                <a:latin typeface="Calibri"/>
                <a:ea typeface="Calibri"/>
                <a:cs typeface="Calibri"/>
              </a:rPr>
              <a:t> Behavior is easier to reproduce and test exhaustively.</a:t>
            </a:r>
          </a:p>
          <a:p>
            <a:pPr marL="24" indent="-15">
              <a:spcAft>
                <a:spcPts val="9"/>
              </a:spcAft>
              <a:buChar char="•"/>
              <a:defRPr sz="1800"/>
            </a:pPr>
            <a:r>
              <a:rPr sz="2000">
                <a:solidFill>
                  <a:srgbClr val="262626"/>
                </a:solidFill>
                <a:latin typeface="Calibri"/>
                <a:ea typeface="Calibri"/>
                <a:cs typeface="Calibri"/>
              </a:rPr>
              <a:t> Failures usually trace to code, data, or explicit configuration.</a:t>
            </a:r>
          </a:p>
        </p:txBody>
      </p:sp>
      <p:sp>
        <p:nvSpPr>
          <p:cNvPr id="19" name="Restored right bullets">
            <a:extLst>
              <a:ext uri="{FF2B5EF4-FFF2-40B4-BE49-F238E27FC236}">
                <a16:creationId xmlns:a16="http://schemas.microsoft.com/office/drawing/2014/main" id="{EBF78F2C-FC0D-4DA7-A973-9F7E099E4D1C}"/>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Outputs can vary with sampling, context, and model updates.</a:t>
            </a:r>
          </a:p>
          <a:p>
            <a:pPr marL="24" indent="-15">
              <a:spcAft>
                <a:spcPts val="9"/>
              </a:spcAft>
              <a:buChar char="•"/>
              <a:defRPr sz="1800"/>
            </a:pPr>
            <a:r>
              <a:rPr sz="2000">
                <a:solidFill>
                  <a:srgbClr val="262626"/>
                </a:solidFill>
                <a:latin typeface="Calibri"/>
                <a:ea typeface="Calibri"/>
                <a:cs typeface="Calibri"/>
              </a:rPr>
              <a:t> Capability comes from patterns learned from broad, imperfect data.</a:t>
            </a:r>
          </a:p>
          <a:p>
            <a:pPr marL="24" indent="-15">
              <a:spcAft>
                <a:spcPts val="9"/>
              </a:spcAft>
              <a:buChar char="•"/>
              <a:defRPr sz="1800"/>
            </a:pPr>
            <a:r>
              <a:rPr sz="2000">
                <a:solidFill>
                  <a:srgbClr val="262626"/>
                </a:solidFill>
                <a:latin typeface="Calibri"/>
                <a:ea typeface="Calibri"/>
                <a:cs typeface="Calibri"/>
              </a:rPr>
              <a:t> Testing must focus on distributions of outcomes and risk controls.</a:t>
            </a:r>
          </a:p>
        </p:txBody>
      </p:sp>
      <p:sp>
        <p:nvSpPr>
          <p:cNvPr id="20" name="Restored takeaway background">
            <a:extLst>
              <a:ext uri="{FF2B5EF4-FFF2-40B4-BE49-F238E27FC236}">
                <a16:creationId xmlns:a16="http://schemas.microsoft.com/office/drawing/2014/main" id="{3F65CFB5-16E4-4F17-8C40-078B8A7EFE8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991B592F-3E1E-46F2-824A-3615591BB989}"/>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Practical mastery requires moving from speed-to-market toward accountable risk management.</a:t>
            </a:r>
          </a:p>
        </p:txBody>
      </p:sp>
    </p:spTree>
    <p:extLst>
      <p:ext uri="{BB962C8B-B14F-4D97-AF65-F5344CB8AC3E}">
        <p14:creationId xmlns:p14="http://schemas.microsoft.com/office/powerpoint/2010/main" val="28549997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Probabilistic Outputs Require a Different Control Model</a:t>
            </a:r>
          </a:p>
        </p:txBody>
      </p:sp>
      <p:sp>
        <p:nvSpPr>
          <p:cNvPr id="13" name="Restored content rail">
            <a:extLst>
              <a:ext uri="{FF2B5EF4-FFF2-40B4-BE49-F238E27FC236}">
                <a16:creationId xmlns:a16="http://schemas.microsoft.com/office/drawing/2014/main" id="{B0B86E61-83B1-40FB-8193-3AB3563D376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55CAEE86-D056-4C6A-A512-79CEFD4FB4D9}"/>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GenAI behavior varies with context, sampling, model updates, and imperfect data, so one successful demo is not enough evidence.</a:t>
            </a:r>
          </a:p>
        </p:txBody>
      </p:sp>
      <p:sp>
        <p:nvSpPr>
          <p:cNvPr id="15" name="Two-column divider">
            <a:extLst>
              <a:ext uri="{FF2B5EF4-FFF2-40B4-BE49-F238E27FC236}">
                <a16:creationId xmlns:a16="http://schemas.microsoft.com/office/drawing/2014/main" id="{C8E59DB1-48EA-4DAD-9FFB-C9B4712F7C64}"/>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670D0A27-0245-45CD-8153-3CC57910A970}"/>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What creates variation</a:t>
            </a:r>
          </a:p>
        </p:txBody>
      </p:sp>
      <p:sp>
        <p:nvSpPr>
          <p:cNvPr id="17" name="Restored right heading">
            <a:extLst>
              <a:ext uri="{FF2B5EF4-FFF2-40B4-BE49-F238E27FC236}">
                <a16:creationId xmlns:a16="http://schemas.microsoft.com/office/drawing/2014/main" id="{B0B8EFCC-FCDA-4F61-94B0-A2E2CF49D2D2}"/>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How enterprises respond</a:t>
            </a:r>
          </a:p>
        </p:txBody>
      </p:sp>
      <p:sp>
        <p:nvSpPr>
          <p:cNvPr id="18" name="Restored left bullets">
            <a:extLst>
              <a:ext uri="{FF2B5EF4-FFF2-40B4-BE49-F238E27FC236}">
                <a16:creationId xmlns:a16="http://schemas.microsoft.com/office/drawing/2014/main" id="{DA4A27FE-D95A-4A12-812A-7E1DB4DB0683}"/>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Sampling and decoding choices</a:t>
            </a:r>
          </a:p>
          <a:p>
            <a:pPr marL="24" indent="-15">
              <a:spcAft>
                <a:spcPts val="9"/>
              </a:spcAft>
              <a:buChar char="•"/>
              <a:defRPr sz="1800"/>
            </a:pPr>
            <a:r>
              <a:rPr sz="2000">
                <a:solidFill>
                  <a:srgbClr val="262626"/>
                </a:solidFill>
                <a:latin typeface="Calibri"/>
                <a:ea typeface="Calibri"/>
                <a:cs typeface="Calibri"/>
              </a:rPr>
              <a:t> Prompt and context differences</a:t>
            </a:r>
          </a:p>
          <a:p>
            <a:pPr marL="24" indent="-15">
              <a:spcAft>
                <a:spcPts val="9"/>
              </a:spcAft>
              <a:buChar char="•"/>
              <a:defRPr sz="1800"/>
            </a:pPr>
            <a:r>
              <a:rPr sz="2000">
                <a:solidFill>
                  <a:srgbClr val="262626"/>
                </a:solidFill>
                <a:latin typeface="Calibri"/>
                <a:ea typeface="Calibri"/>
                <a:cs typeface="Calibri"/>
              </a:rPr>
              <a:t> Model updates and data limitations</a:t>
            </a:r>
          </a:p>
        </p:txBody>
      </p:sp>
      <p:sp>
        <p:nvSpPr>
          <p:cNvPr id="19" name="Restored right bullets">
            <a:extLst>
              <a:ext uri="{FF2B5EF4-FFF2-40B4-BE49-F238E27FC236}">
                <a16:creationId xmlns:a16="http://schemas.microsoft.com/office/drawing/2014/main" id="{EBF78F2C-FC0D-4DA7-A973-9F7E099E4D1C}"/>
              </a:ext>
            </a:extLst>
          </p:cNvPr>
          <p:cNvSpPr>
            <a:spLocks noGrp="1"/>
          </p:cNvSpPr>
          <p:nvPr/>
        </p:nvSpPr>
        <p:spPr>
          <a:xfrm>
            <a:off x="6457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Distributional evaluation across scenarios</a:t>
            </a:r>
          </a:p>
          <a:p>
            <a:pPr marL="24" indent="-15">
              <a:spcAft>
                <a:spcPts val="9"/>
              </a:spcAft>
              <a:buChar char="•"/>
              <a:defRPr sz="1800"/>
            </a:pPr>
            <a:r>
              <a:rPr sz="2000">
                <a:solidFill>
                  <a:srgbClr val="262626"/>
                </a:solidFill>
                <a:latin typeface="Calibri"/>
                <a:ea typeface="Calibri"/>
                <a:cs typeface="Calibri"/>
              </a:rPr>
              <a:t> Monitoring for drift and incidents</a:t>
            </a:r>
          </a:p>
          <a:p>
            <a:pPr marL="24" indent="-15">
              <a:spcAft>
                <a:spcPts val="9"/>
              </a:spcAft>
              <a:buChar char="•"/>
              <a:defRPr sz="1800"/>
            </a:pPr>
            <a:r>
              <a:rPr sz="2000">
                <a:solidFill>
                  <a:srgbClr val="262626"/>
                </a:solidFill>
                <a:latin typeface="Calibri"/>
                <a:ea typeface="Calibri"/>
                <a:cs typeface="Calibri"/>
              </a:rPr>
              <a:t> Human review for high-impact decisions</a:t>
            </a:r>
          </a:p>
        </p:txBody>
      </p:sp>
      <p:sp>
        <p:nvSpPr>
          <p:cNvPr id="20" name="Restored takeaway background">
            <a:extLst>
              <a:ext uri="{FF2B5EF4-FFF2-40B4-BE49-F238E27FC236}">
                <a16:creationId xmlns:a16="http://schemas.microsoft.com/office/drawing/2014/main" id="{3F65CFB5-16E4-4F17-8C40-078B8A7EFE89}"/>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991B592F-3E1E-46F2-824A-3615591BB989}"/>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Creativity and risk share mechanisms, but randomness and data are not the only causes of failure.</a:t>
            </a:r>
          </a:p>
        </p:txBody>
      </p:sp>
    </p:spTree>
    <p:extLst>
      <p:ext uri="{BB962C8B-B14F-4D97-AF65-F5344CB8AC3E}">
        <p14:creationId xmlns:p14="http://schemas.microsoft.com/office/powerpoint/2010/main" val="38937813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Hallucinations Can Look Convincingly Correct</a:t>
            </a:r>
          </a:p>
        </p:txBody>
      </p:sp>
      <p:sp>
        <p:nvSpPr>
          <p:cNvPr id="13" name="Restored content rail">
            <a:extLst>
              <a:ext uri="{FF2B5EF4-FFF2-40B4-BE49-F238E27FC236}">
                <a16:creationId xmlns:a16="http://schemas.microsoft.com/office/drawing/2014/main" id="{D8E40278-2BC1-4BDF-89EE-2218087A9CA5}"/>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19BA5DE-DEC7-421F-963F-8D55AE289DAD}"/>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Language models optimize plausible continuation, not objective truth, so false statements can be delivered with confidence.</a:t>
            </a:r>
          </a:p>
        </p:txBody>
      </p:sp>
      <p:sp>
        <p:nvSpPr>
          <p:cNvPr id="15" name="Two-column divider">
            <a:extLst>
              <a:ext uri="{FF2B5EF4-FFF2-40B4-BE49-F238E27FC236}">
                <a16:creationId xmlns:a16="http://schemas.microsoft.com/office/drawing/2014/main" id="{CEF3EFAF-E6E0-465E-A105-11AAC4133727}"/>
              </a:ext>
            </a:extLst>
          </p:cNvPr>
          <p:cNvSpPr>
            <a:spLocks noGrp="1"/>
          </p:cNvSpPr>
          <p:nvPr/>
        </p:nvSpPr>
        <p:spPr>
          <a:xfrm>
            <a:off x="6076950" y="2524125"/>
            <a:ext cx="19050" cy="2714625"/>
          </a:xfrm>
          <a:prstGeom prst="rect">
            <a:avLst/>
          </a:prstGeom>
          <a:solidFill>
            <a:srgbClr val="D7DEE8"/>
          </a:solidFill>
          <a:ln w="0">
            <a:noFill/>
            <a:prstDash val="solid"/>
          </a:ln>
        </p:spPr>
        <p:txBody>
          <a:bodyPr/>
          <a:lstStyle/>
          <a:p>
            <a:endParaRPr/>
          </a:p>
        </p:txBody>
      </p:sp>
      <p:sp>
        <p:nvSpPr>
          <p:cNvPr id="16" name="Restored left heading">
            <a:extLst>
              <a:ext uri="{FF2B5EF4-FFF2-40B4-BE49-F238E27FC236}">
                <a16:creationId xmlns:a16="http://schemas.microsoft.com/office/drawing/2014/main" id="{E9DD3813-FA43-41C5-B486-EA05D6DA4269}"/>
              </a:ext>
            </a:extLst>
          </p:cNvPr>
          <p:cNvSpPr>
            <a:spLocks noGrp="1"/>
          </p:cNvSpPr>
          <p:nvPr/>
        </p:nvSpPr>
        <p:spPr>
          <a:xfrm>
            <a:off x="1095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Legal example</a:t>
            </a:r>
          </a:p>
        </p:txBody>
      </p:sp>
      <p:sp>
        <p:nvSpPr>
          <p:cNvPr id="17" name="Restored right heading">
            <a:extLst>
              <a:ext uri="{FF2B5EF4-FFF2-40B4-BE49-F238E27FC236}">
                <a16:creationId xmlns:a16="http://schemas.microsoft.com/office/drawing/2014/main" id="{360CA198-4A10-44F7-A7A6-270C35E9F298}"/>
              </a:ext>
            </a:extLst>
          </p:cNvPr>
          <p:cNvSpPr>
            <a:spLocks noGrp="1"/>
          </p:cNvSpPr>
          <p:nvPr/>
        </p:nvSpPr>
        <p:spPr>
          <a:xfrm>
            <a:off x="6429375" y="2476500"/>
            <a:ext cx="4619625" cy="400050"/>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Corporate example</a:t>
            </a:r>
          </a:p>
        </p:txBody>
      </p:sp>
      <p:sp>
        <p:nvSpPr>
          <p:cNvPr id="18" name="Restored left bullets">
            <a:extLst>
              <a:ext uri="{FF2B5EF4-FFF2-40B4-BE49-F238E27FC236}">
                <a16:creationId xmlns:a16="http://schemas.microsoft.com/office/drawing/2014/main" id="{DB2081C1-C5C4-4C48-866A-D5924E77EFF2}"/>
              </a:ext>
            </a:extLst>
          </p:cNvPr>
          <p:cNvSpPr>
            <a:spLocks noGrp="1"/>
          </p:cNvSpPr>
          <p:nvPr/>
        </p:nvSpPr>
        <p:spPr>
          <a:xfrm>
            <a:off x="1123950" y="2971800"/>
            <a:ext cx="4572000" cy="238125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In Mata v. Avianca, lawyers submitted fictitious citations generated by ChatGPT.</a:t>
            </a:r>
          </a:p>
          <a:p>
            <a:pPr marL="24" indent="-15">
              <a:spcAft>
                <a:spcPts val="9"/>
              </a:spcAft>
              <a:buChar char="•"/>
              <a:defRPr sz="1800"/>
            </a:pPr>
            <a:r>
              <a:rPr sz="2000">
                <a:solidFill>
                  <a:srgbClr val="262626"/>
                </a:solidFill>
                <a:latin typeface="Calibri"/>
                <a:ea typeface="Calibri"/>
                <a:cs typeface="Calibri"/>
              </a:rPr>
              <a:t> A federal court sanctioned the lawyers for failing to verify the material.</a:t>
            </a:r>
          </a:p>
        </p:txBody>
      </p:sp>
      <p:sp>
        <p:nvSpPr>
          <p:cNvPr id="19" name="Restored right bullets">
            <a:extLst>
              <a:ext uri="{FF2B5EF4-FFF2-40B4-BE49-F238E27FC236}">
                <a16:creationId xmlns:a16="http://schemas.microsoft.com/office/drawing/2014/main" id="{5A671A15-6455-4CDE-B21D-AB1D0FA89597}"/>
              </a:ext>
            </a:extLst>
          </p:cNvPr>
          <p:cNvSpPr>
            <a:spLocks noGrp="1"/>
          </p:cNvSpPr>
          <p:nvPr/>
        </p:nvSpPr>
        <p:spPr>
          <a:xfrm>
            <a:off x="6457950" y="2952750"/>
            <a:ext cx="4572000" cy="1200150"/>
          </a:xfrm>
          <a:prstGeom prst="rect">
            <a:avLst/>
          </a:prstGeom>
          <a:noFill/>
          <a:ln w="0">
            <a:noFill/>
            <a:prstDash val="solid"/>
          </a:ln>
        </p:spPr>
        <p:txBody>
          <a:bodyPr wrap="square" lIns="0" tIns="0" rIns="38100" bIns="0" anchor="t">
            <a:normAutofit fontScale="99532"/>
          </a:bodyPr>
          <a:lstStyle/>
          <a:p>
            <a:pPr marL="24" indent="-15" algn="l">
              <a:spcAft>
                <a:spcPts val="9"/>
              </a:spcAft>
              <a:buChar char="•"/>
              <a:defRPr sz="1500">
                <a:solidFill>
                  <a:srgbClr val="262626"/>
                </a:solidFill>
              </a:defRPr>
            </a:pPr>
            <a:r>
              <a:rPr sz="1500">
                <a:solidFill>
                  <a:srgbClr val="262626"/>
                </a:solidFill>
                <a:latin typeface="Calibri"/>
                <a:ea typeface="Calibri"/>
                <a:cs typeface="Calibri"/>
              </a:rPr>
              <a:t>The chatbot said a bereavement fare could be claimed after travel; Air Canada’s published policy said it could not.</a:t>
            </a:r>
          </a:p>
          <a:p>
            <a:pPr marL="24" indent="-15" algn="l">
              <a:spcAft>
                <a:spcPts val="9"/>
              </a:spcAft>
              <a:buChar char="•"/>
              <a:defRPr sz="1500">
                <a:solidFill>
                  <a:srgbClr val="262626"/>
                </a:solidFill>
              </a:defRPr>
            </a:pPr>
            <a:r>
              <a:rPr sz="1500">
                <a:solidFill>
                  <a:srgbClr val="262626"/>
                </a:solidFill>
                <a:latin typeface="Calibri"/>
                <a:ea typeface="Calibri"/>
                <a:cs typeface="Calibri"/>
              </a:rPr>
              <a:t>In 2024 BCCRT 149, the tribunal held Air Canada responsible for information delivered through its own service channel.</a:t>
            </a:r>
          </a:p>
        </p:txBody>
      </p:sp>
      <p:sp>
        <p:nvSpPr>
          <p:cNvPr id="20" name="Restored takeaway background">
            <a:extLst>
              <a:ext uri="{FF2B5EF4-FFF2-40B4-BE49-F238E27FC236}">
                <a16:creationId xmlns:a16="http://schemas.microsoft.com/office/drawing/2014/main" id="{71AE19D5-7868-49D0-AF44-FAB7BE48A0AE}"/>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1" name="Restored takeaway">
            <a:extLst>
              <a:ext uri="{FF2B5EF4-FFF2-40B4-BE49-F238E27FC236}">
                <a16:creationId xmlns:a16="http://schemas.microsoft.com/office/drawing/2014/main" id="{E199456E-4C81-486E-976A-A3006D0470CE}"/>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Fluency must never be treated as evidence; high-stakes outputs require grounding and verification.</a:t>
            </a:r>
          </a:p>
        </p:txBody>
      </p:sp>
      <p:pic>
        <p:nvPicPr>
          <p:cNvPr id="34" name="Air Canada chatbot case airport photo"/>
          <p:cNvPicPr>
            <a:picLocks noChangeAspect="1"/>
          </p:cNvPicPr>
          <p:nvPr/>
        </p:nvPicPr>
        <p:blipFill>
          <a:blip r:embed="rId3"/>
          <a:srcRect t="41664" b="41664"/>
          <a:stretch>
            <a:fillRect/>
          </a:stretch>
        </p:blipFill>
        <p:spPr>
          <a:xfrm>
            <a:off x="6457950" y="4210050"/>
            <a:ext cx="4572000" cy="1143000"/>
          </a:xfrm>
          <a:prstGeom prst="roundRect">
            <a:avLst>
              <a:gd name="adj" fmla="val 10000"/>
            </a:avLst>
          </a:prstGeom>
        </p:spPr>
      </p:pic>
      <p:sp>
        <p:nvSpPr>
          <p:cNvPr id="23" name="Editable Moffatt case caption">
            <a:extLst>
              <a:ext uri="{FF2B5EF4-FFF2-40B4-BE49-F238E27FC236}">
                <a16:creationId xmlns:a16="http://schemas.microsoft.com/office/drawing/2014/main" id="{292A0BDD-04D8-459D-B4D1-C9D9E45D05B1}"/>
              </a:ext>
            </a:extLst>
          </p:cNvPr>
          <p:cNvSpPr>
            <a:spLocks noGrp="1"/>
          </p:cNvSpPr>
          <p:nvPr/>
        </p:nvSpPr>
        <p:spPr>
          <a:xfrm>
            <a:off x="6572250" y="4953000"/>
            <a:ext cx="4343400" cy="304800"/>
          </a:xfrm>
          <a:prstGeom prst="roundRect">
            <a:avLst>
              <a:gd name="adj" fmla="val 25000"/>
            </a:avLst>
          </a:prstGeom>
          <a:solidFill>
            <a:srgbClr val="D95532"/>
          </a:solidFill>
          <a:ln w="0">
            <a:solidFill>
              <a:srgbClr val="D95532"/>
            </a:solidFill>
            <a:prstDash val="solid"/>
          </a:ln>
        </p:spPr>
        <p:txBody>
          <a:bodyPr lIns="66675" tIns="28575" rIns="66675" bIns="28575" anchor="ctr">
            <a:normAutofit/>
          </a:bodyPr>
          <a:lstStyle/>
          <a:p>
            <a:pPr algn="ctr">
              <a:defRPr sz="1125" b="1">
                <a:solidFill>
                  <a:srgbClr val="FFFFFF"/>
                </a:solidFill>
              </a:defRPr>
            </a:pPr>
            <a:r>
              <a:rPr sz="1125" b="1">
                <a:solidFill>
                  <a:srgbClr val="FFFFFF"/>
                </a:solidFill>
              </a:rPr>
              <a:t>CHATBOT PROMISE  ≠  PUBLISHED POLICY</a:t>
            </a:r>
          </a:p>
        </p:txBody>
      </p:sp>
    </p:spTree>
    <p:extLst>
      <p:ext uri="{BB962C8B-B14F-4D97-AF65-F5344CB8AC3E}">
        <p14:creationId xmlns:p14="http://schemas.microsoft.com/office/powerpoint/2010/main" val="27907887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Ground Probabilistic Systems</a:t>
            </a:r>
          </a:p>
        </p:txBody>
      </p:sp>
      <p:sp>
        <p:nvSpPr>
          <p:cNvPr id="13" name="Restored content rail">
            <a:extLst>
              <a:ext uri="{FF2B5EF4-FFF2-40B4-BE49-F238E27FC236}">
                <a16:creationId xmlns:a16="http://schemas.microsoft.com/office/drawing/2014/main" id="{93A5B0B1-A470-4030-B3F2-1C12844455FF}"/>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transition statement">
            <a:extLst>
              <a:ext uri="{FF2B5EF4-FFF2-40B4-BE49-F238E27FC236}">
                <a16:creationId xmlns:a16="http://schemas.microsoft.com/office/drawing/2014/main" id="{F4A974A4-4907-4EEA-AC3F-BAF44D407545}"/>
              </a:ext>
            </a:extLst>
          </p:cNvPr>
          <p:cNvSpPr>
            <a:spLocks noGrp="1"/>
          </p:cNvSpPr>
          <p:nvPr/>
        </p:nvSpPr>
        <p:spPr>
          <a:xfrm>
            <a:off x="1238250" y="1952625"/>
            <a:ext cx="9715500" cy="1095375"/>
          </a:xfrm>
          <a:prstGeom prst="rect">
            <a:avLst/>
          </a:prstGeom>
          <a:noFill/>
          <a:ln w="0">
            <a:noFill/>
            <a:prstDash val="solid"/>
          </a:ln>
        </p:spPr>
        <p:txBody>
          <a:bodyPr wrap="square" lIns="28575" tIns="19050" rIns="28575" bIns="19050" anchor="ctr">
            <a:noAutofit/>
          </a:bodyPr>
          <a:lstStyle/>
          <a:p>
            <a:pPr>
              <a:buNone/>
              <a:defRPr sz="1800"/>
            </a:pPr>
            <a:r>
              <a:rPr sz="2000" b="1">
                <a:solidFill>
                  <a:srgbClr val="262626"/>
                </a:solidFill>
                <a:latin typeface="Calibri"/>
                <a:ea typeface="Calibri"/>
                <a:cs typeface="Calibri"/>
              </a:rPr>
              <a:t>Risk controls should reduce uncertainty before generation, capture observable system actions during execution, and verify outcomes afterward.</a:t>
            </a:r>
          </a:p>
        </p:txBody>
      </p:sp>
      <p:sp>
        <p:nvSpPr>
          <p:cNvPr id="15" name="Transition divider">
            <a:extLst>
              <a:ext uri="{FF2B5EF4-FFF2-40B4-BE49-F238E27FC236}">
                <a16:creationId xmlns:a16="http://schemas.microsoft.com/office/drawing/2014/main" id="{DF26EDC1-FFBC-4A39-AA73-58EDC463B71B}"/>
              </a:ext>
            </a:extLst>
          </p:cNvPr>
          <p:cNvSpPr>
            <a:spLocks noGrp="1"/>
          </p:cNvSpPr>
          <p:nvPr/>
        </p:nvSpPr>
        <p:spPr>
          <a:xfrm>
            <a:off x="1238250" y="3190875"/>
            <a:ext cx="9715500" cy="19050"/>
          </a:xfrm>
          <a:prstGeom prst="rect">
            <a:avLst/>
          </a:prstGeom>
          <a:solidFill>
            <a:srgbClr val="D7DEE8"/>
          </a:solidFill>
          <a:ln w="0">
            <a:noFill/>
            <a:prstDash val="solid"/>
          </a:ln>
        </p:spPr>
        <p:txBody>
          <a:bodyPr/>
          <a:lstStyle/>
          <a:p>
            <a:endParaRPr/>
          </a:p>
        </p:txBody>
      </p:sp>
      <p:sp>
        <p:nvSpPr>
          <p:cNvPr id="16" name="Restored transition points">
            <a:extLst>
              <a:ext uri="{FF2B5EF4-FFF2-40B4-BE49-F238E27FC236}">
                <a16:creationId xmlns:a16="http://schemas.microsoft.com/office/drawing/2014/main" id="{47203B41-F3D7-4B9F-80D4-A98242A32B3B}"/>
              </a:ext>
            </a:extLst>
          </p:cNvPr>
          <p:cNvSpPr>
            <a:spLocks noGrp="1"/>
          </p:cNvSpPr>
          <p:nvPr/>
        </p:nvSpPr>
        <p:spPr>
          <a:xfrm>
            <a:off x="4953000" y="3476625"/>
            <a:ext cx="5905500" cy="1714500"/>
          </a:xfrm>
          <a:prstGeom prst="rect">
            <a:avLst/>
          </a:prstGeom>
          <a:noFill/>
          <a:ln w="0">
            <a:noFill/>
            <a:prstDash val="solid"/>
          </a:ln>
        </p:spPr>
        <p:txBody>
          <a:bodyPr wrap="square" lIns="0" tIns="0" rIns="76200" bIns="0" anchor="t">
            <a:normAutofit/>
          </a:bodyPr>
          <a:lstStyle/>
          <a:p>
            <a:pPr marL="24" indent="-15" algn="l">
              <a:spcAft>
                <a:spcPts val="9"/>
              </a:spcAft>
              <a:buChar char="•"/>
              <a:defRPr sz="1800">
                <a:solidFill>
                  <a:srgbClr val="262626"/>
                </a:solidFill>
              </a:defRPr>
            </a:pPr>
            <a:r>
              <a:rPr sz="1800">
                <a:solidFill>
                  <a:srgbClr val="262626"/>
                </a:solidFill>
                <a:latin typeface="Calibri"/>
                <a:ea typeface="Calibri"/>
                <a:cs typeface="Calibri"/>
              </a:rPr>
              <a:t> Ground answers in approved evidence.</a:t>
            </a:r>
          </a:p>
          <a:p>
            <a:pPr marL="24" indent="-15" algn="l">
              <a:spcAft>
                <a:spcPts val="9"/>
              </a:spcAft>
              <a:buChar char="•"/>
              <a:defRPr sz="1800">
                <a:solidFill>
                  <a:srgbClr val="262626"/>
                </a:solidFill>
              </a:defRPr>
            </a:pPr>
            <a:r>
              <a:rPr sz="1800">
                <a:solidFill>
                  <a:srgbClr val="262626"/>
                </a:solidFill>
                <a:latin typeface="Calibri"/>
                <a:ea typeface="Calibri"/>
                <a:cs typeface="Calibri"/>
              </a:rPr>
              <a:t> Log sources, tool calls, validation checks, and approvals.</a:t>
            </a:r>
          </a:p>
          <a:p>
            <a:pPr marL="24" indent="-15" algn="l">
              <a:spcAft>
                <a:spcPts val="9"/>
              </a:spcAft>
              <a:buChar char="•"/>
              <a:defRPr sz="1800">
                <a:solidFill>
                  <a:srgbClr val="262626"/>
                </a:solidFill>
              </a:defRPr>
            </a:pPr>
            <a:r>
              <a:rPr sz="1800">
                <a:solidFill>
                  <a:srgbClr val="262626"/>
                </a:solidFill>
                <a:latin typeface="Calibri"/>
                <a:ea typeface="Calibri"/>
                <a:cs typeface="Calibri"/>
              </a:rPr>
              <a:t> Escalate consequential decisions to qualified people.</a:t>
            </a:r>
          </a:p>
        </p:txBody>
      </p:sp>
      <p:sp>
        <p:nvSpPr>
          <p:cNvPr id="17" name="Restored takeaway background">
            <a:extLst>
              <a:ext uri="{FF2B5EF4-FFF2-40B4-BE49-F238E27FC236}">
                <a16:creationId xmlns:a16="http://schemas.microsoft.com/office/drawing/2014/main" id="{4EFBE797-9206-4892-98AA-F18F695532D4}"/>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18" name="Restored takeaway">
            <a:extLst>
              <a:ext uri="{FF2B5EF4-FFF2-40B4-BE49-F238E27FC236}">
                <a16:creationId xmlns:a16="http://schemas.microsoft.com/office/drawing/2014/main" id="{FEE7E20B-1F86-4F01-9D36-5A1085B1B6C4}"/>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No single control is sufficient; reliable systems use layers of prevention, detection, and review.</a:t>
            </a:r>
          </a:p>
        </p:txBody>
      </p:sp>
      <p:pic>
        <p:nvPicPr>
          <p:cNvPr id="28" name="Human review and validation photo"/>
          <p:cNvPicPr>
            <a:picLocks noChangeAspect="1"/>
          </p:cNvPicPr>
          <p:nvPr/>
        </p:nvPicPr>
        <p:blipFill>
          <a:blip r:embed="rId3"/>
          <a:srcRect t="7179" b="7179"/>
          <a:stretch>
            <a:fillRect/>
          </a:stretch>
        </p:blipFill>
        <p:spPr>
          <a:xfrm>
            <a:off x="1238250" y="3381375"/>
            <a:ext cx="3333750" cy="1905000"/>
          </a:xfrm>
          <a:prstGeom prst="roundRect">
            <a:avLst>
              <a:gd name="adj" fmla="val 6000"/>
            </a:avLst>
          </a:prstGeom>
        </p:spPr>
      </p:pic>
      <p:sp>
        <p:nvSpPr>
          <p:cNvPr id="20" name="Editable grounding controls caption">
            <a:extLst>
              <a:ext uri="{FF2B5EF4-FFF2-40B4-BE49-F238E27FC236}">
                <a16:creationId xmlns:a16="http://schemas.microsoft.com/office/drawing/2014/main" id="{77E17006-F75B-473C-92CB-0885F28B2C45}"/>
              </a:ext>
            </a:extLst>
          </p:cNvPr>
          <p:cNvSpPr>
            <a:spLocks noGrp="1"/>
          </p:cNvSpPr>
          <p:nvPr/>
        </p:nvSpPr>
        <p:spPr>
          <a:xfrm>
            <a:off x="1352550" y="4886325"/>
            <a:ext cx="3105150" cy="304800"/>
          </a:xfrm>
          <a:prstGeom prst="roundRect">
            <a:avLst>
              <a:gd name="adj" fmla="val 25000"/>
            </a:avLst>
          </a:prstGeom>
          <a:solidFill>
            <a:srgbClr val="1F5592"/>
          </a:solidFill>
          <a:ln w="0">
            <a:solidFill>
              <a:srgbClr val="1F5592"/>
            </a:solidFill>
            <a:prstDash val="solid"/>
          </a:ln>
        </p:spPr>
        <p:txBody>
          <a:bodyPr lIns="66675" tIns="28575" rIns="66675" bIns="28575" anchor="ctr">
            <a:normAutofit/>
          </a:bodyPr>
          <a:lstStyle/>
          <a:p>
            <a:pPr algn="ctr">
              <a:defRPr sz="1125" b="1">
                <a:solidFill>
                  <a:srgbClr val="FFFFFF"/>
                </a:solidFill>
              </a:defRPr>
            </a:pPr>
            <a:r>
              <a:rPr sz="1125" b="1">
                <a:solidFill>
                  <a:srgbClr val="FFFFFF"/>
                </a:solidFill>
              </a:rPr>
              <a:t>GROUND • LOG • VALIDATE • ESCALATE</a:t>
            </a:r>
          </a:p>
        </p:txBody>
      </p:sp>
    </p:spTree>
    <p:extLst>
      <p:ext uri="{BB962C8B-B14F-4D97-AF65-F5344CB8AC3E}">
        <p14:creationId xmlns:p14="http://schemas.microsoft.com/office/powerpoint/2010/main" val="39430796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RAG, Reasoning, and Human Review</a:t>
            </a:r>
          </a:p>
        </p:txBody>
      </p:sp>
      <p:sp>
        <p:nvSpPr>
          <p:cNvPr id="5" name="Editable content rail">
            <a:extLst>
              <a:ext uri="{FF2B5EF4-FFF2-40B4-BE49-F238E27FC236}">
                <a16:creationId xmlns:a16="http://schemas.microsoft.com/office/drawing/2014/main" id="{B5D878B4-9C7C-40B6-83BE-5A849182F6B2}"/>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68A4D9DC-919E-4005-A5F4-54008851295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Three complementary controls address different failure modes.</a:t>
            </a:r>
          </a:p>
        </p:txBody>
      </p:sp>
      <p:sp>
        <p:nvSpPr>
          <p:cNvPr id="7" name="Editable box: RAG&#10;Ground in evidence">
            <a:extLst>
              <a:ext uri="{FF2B5EF4-FFF2-40B4-BE49-F238E27FC236}">
                <a16:creationId xmlns:a16="http://schemas.microsoft.com/office/drawing/2014/main" id="{C7DC5464-A891-4C90-9306-D969A9DA3FAF}"/>
              </a:ext>
            </a:extLst>
          </p:cNvPr>
          <p:cNvSpPr>
            <a:spLocks noGrp="1"/>
          </p:cNvSpPr>
          <p:nvPr/>
        </p:nvSpPr>
        <p:spPr>
          <a:xfrm>
            <a:off x="952500" y="2762250"/>
            <a:ext cx="322580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RAG</a:t>
            </a:r>
          </a:p>
          <a:p>
            <a:pPr algn="ctr">
              <a:defRPr sz="1500" b="1">
                <a:solidFill>
                  <a:srgbClr val="262626"/>
                </a:solidFill>
              </a:defRPr>
            </a:pPr>
            <a:r>
              <a:rPr sz="1500" b="1">
                <a:solidFill>
                  <a:srgbClr val="262626"/>
                </a:solidFill>
              </a:rPr>
              <a:t>Ground in evidence</a:t>
            </a:r>
          </a:p>
        </p:txBody>
      </p:sp>
      <p:sp>
        <p:nvSpPr>
          <p:cNvPr id="8" name="Editable box: REASONING&#10;Decompose + verify">
            <a:extLst>
              <a:ext uri="{FF2B5EF4-FFF2-40B4-BE49-F238E27FC236}">
                <a16:creationId xmlns:a16="http://schemas.microsoft.com/office/drawing/2014/main" id="{4F7DBB74-3FCA-4146-BB4F-84A89A602E02}"/>
              </a:ext>
            </a:extLst>
          </p:cNvPr>
          <p:cNvSpPr>
            <a:spLocks noGrp="1"/>
          </p:cNvSpPr>
          <p:nvPr/>
        </p:nvSpPr>
        <p:spPr>
          <a:xfrm>
            <a:off x="4483100" y="2762250"/>
            <a:ext cx="322580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REASONING</a:t>
            </a:r>
          </a:p>
          <a:p>
            <a:pPr algn="ctr">
              <a:defRPr sz="1500" b="1">
                <a:solidFill>
                  <a:srgbClr val="262626"/>
                </a:solidFill>
              </a:defRPr>
            </a:pPr>
            <a:r>
              <a:rPr sz="1500" b="1">
                <a:solidFill>
                  <a:srgbClr val="262626"/>
                </a:solidFill>
              </a:rPr>
              <a:t>Decompose + verify</a:t>
            </a:r>
          </a:p>
        </p:txBody>
      </p:sp>
      <p:sp>
        <p:nvSpPr>
          <p:cNvPr id="9" name="Editable box: HUMAN REVIEW&#10;Approve high impact">
            <a:extLst>
              <a:ext uri="{FF2B5EF4-FFF2-40B4-BE49-F238E27FC236}">
                <a16:creationId xmlns:a16="http://schemas.microsoft.com/office/drawing/2014/main" id="{75689646-525F-48FD-BCC6-A5136D2A502A}"/>
              </a:ext>
            </a:extLst>
          </p:cNvPr>
          <p:cNvSpPr>
            <a:spLocks noGrp="1"/>
          </p:cNvSpPr>
          <p:nvPr/>
        </p:nvSpPr>
        <p:spPr>
          <a:xfrm>
            <a:off x="8013700" y="2762250"/>
            <a:ext cx="322580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HUMAN REVIEW</a:t>
            </a:r>
          </a:p>
          <a:p>
            <a:pPr algn="ctr">
              <a:defRPr sz="1500" b="1">
                <a:solidFill>
                  <a:srgbClr val="262626"/>
                </a:solidFill>
              </a:defRPr>
            </a:pPr>
            <a:r>
              <a:rPr sz="1500" b="1">
                <a:solidFill>
                  <a:srgbClr val="262626"/>
                </a:solidFill>
              </a:rPr>
              <a:t>Approve high impact</a:t>
            </a:r>
          </a:p>
        </p:txBody>
      </p:sp>
      <p:cxnSp>
        <p:nvCxnSpPr>
          <p:cNvPr id="22" name="Straight Arrow Connector 21"/>
          <p:cNvCxnSpPr>
            <a:stCxn id="7" idx="3"/>
            <a:endCxn id="8" idx="1"/>
          </p:cNvCxnSpPr>
          <p:nvPr/>
        </p:nvCxnSpPr>
        <p:spPr>
          <a:xfrm>
            <a:off x="4178300" y="3238500"/>
            <a:ext cx="304800" cy="0"/>
          </a:xfrm>
          <a:prstGeom prst="straightConnector1">
            <a:avLst/>
          </a:prstGeom>
          <a:ln w="19050">
            <a:solidFill>
              <a:srgbClr val="5E6875"/>
            </a:solidFill>
            <a:prstDash val="solid"/>
            <a:headEnd type="none" w="med" len="med"/>
            <a:tailEnd type="arrow" w="med" len="med"/>
          </a:ln>
        </p:spPr>
      </p:cxnSp>
      <p:cxnSp>
        <p:nvCxnSpPr>
          <p:cNvPr id="23" name="Straight Arrow Connector 22"/>
          <p:cNvCxnSpPr>
            <a:stCxn id="8" idx="3"/>
            <a:endCxn id="9" idx="1"/>
          </p:cNvCxnSpPr>
          <p:nvPr/>
        </p:nvCxnSpPr>
        <p:spPr>
          <a:xfrm>
            <a:off x="7708900" y="3238500"/>
            <a:ext cx="304800" cy="0"/>
          </a:xfrm>
          <a:prstGeom prst="straightConnector1">
            <a:avLst/>
          </a:prstGeom>
          <a:ln w="19050">
            <a:solidFill>
              <a:srgbClr val="5E6875"/>
            </a:solidFill>
            <a:prstDash val="solid"/>
            <a:headEnd type="none" w="med" len="med"/>
            <a:tailEnd type="arrow" w="med" len="med"/>
          </a:ln>
        </p:spPr>
      </p:cxnSp>
      <p:sp>
        <p:nvSpPr>
          <p:cNvPr id="12" name="Editable text">
            <a:extLst>
              <a:ext uri="{FF2B5EF4-FFF2-40B4-BE49-F238E27FC236}">
                <a16:creationId xmlns:a16="http://schemas.microsoft.com/office/drawing/2014/main" id="{BFCC7CF3-1BEF-4212-9D79-00125A330590}"/>
              </a:ext>
            </a:extLst>
          </p:cNvPr>
          <p:cNvSpPr>
            <a:spLocks noGrp="1"/>
          </p:cNvSpPr>
          <p:nvPr/>
        </p:nvSpPr>
        <p:spPr>
          <a:xfrm>
            <a:off x="1762125" y="4000500"/>
            <a:ext cx="1714500" cy="304800"/>
          </a:xfrm>
          <a:prstGeom prst="rect">
            <a:avLst/>
          </a:prstGeom>
          <a:noFill/>
          <a:ln w="0">
            <a:noFill/>
          </a:ln>
        </p:spPr>
        <p:txBody>
          <a:bodyPr anchor="ctr"/>
          <a:lstStyle/>
          <a:p>
            <a:pPr algn="ctr">
              <a:defRPr sz="1350" b="0">
                <a:solidFill>
                  <a:srgbClr val="2F73E8"/>
                </a:solidFill>
              </a:defRPr>
            </a:pPr>
            <a:r>
              <a:rPr sz="1350" b="0">
                <a:solidFill>
                  <a:srgbClr val="2F73E8"/>
                </a:solidFill>
              </a:rPr>
              <a:t>evidence</a:t>
            </a:r>
          </a:p>
        </p:txBody>
      </p:sp>
      <p:sp>
        <p:nvSpPr>
          <p:cNvPr id="13" name="Editable text">
            <a:extLst>
              <a:ext uri="{FF2B5EF4-FFF2-40B4-BE49-F238E27FC236}">
                <a16:creationId xmlns:a16="http://schemas.microsoft.com/office/drawing/2014/main" id="{44F98C84-8E93-4CF0-A927-3126FB992295}"/>
              </a:ext>
            </a:extLst>
          </p:cNvPr>
          <p:cNvSpPr>
            <a:spLocks noGrp="1"/>
          </p:cNvSpPr>
          <p:nvPr/>
        </p:nvSpPr>
        <p:spPr>
          <a:xfrm>
            <a:off x="5143500" y="4000500"/>
            <a:ext cx="1905000" cy="304800"/>
          </a:xfrm>
          <a:prstGeom prst="rect">
            <a:avLst/>
          </a:prstGeom>
          <a:noFill/>
          <a:ln w="0">
            <a:noFill/>
          </a:ln>
        </p:spPr>
        <p:txBody>
          <a:bodyPr anchor="ctr"/>
          <a:lstStyle/>
          <a:p>
            <a:pPr algn="ctr">
              <a:defRPr sz="1350" b="0">
                <a:solidFill>
                  <a:srgbClr val="E85A33"/>
                </a:solidFill>
              </a:defRPr>
            </a:pPr>
            <a:r>
              <a:rPr sz="1350" b="0">
                <a:solidFill>
                  <a:srgbClr val="E85A33"/>
                </a:solidFill>
              </a:rPr>
              <a:t>observable steps</a:t>
            </a:r>
          </a:p>
        </p:txBody>
      </p:sp>
      <p:sp>
        <p:nvSpPr>
          <p:cNvPr id="14" name="Editable text">
            <a:extLst>
              <a:ext uri="{FF2B5EF4-FFF2-40B4-BE49-F238E27FC236}">
                <a16:creationId xmlns:a16="http://schemas.microsoft.com/office/drawing/2014/main" id="{17465450-1167-4707-B115-C43B78441533}"/>
              </a:ext>
            </a:extLst>
          </p:cNvPr>
          <p:cNvSpPr>
            <a:spLocks noGrp="1"/>
          </p:cNvSpPr>
          <p:nvPr/>
        </p:nvSpPr>
        <p:spPr>
          <a:xfrm>
            <a:off x="8715375" y="4000500"/>
            <a:ext cx="1714500" cy="304800"/>
          </a:xfrm>
          <a:prstGeom prst="rect">
            <a:avLst/>
          </a:prstGeom>
          <a:noFill/>
          <a:ln w="0">
            <a:noFill/>
          </a:ln>
        </p:spPr>
        <p:txBody>
          <a:bodyPr anchor="ctr"/>
          <a:lstStyle/>
          <a:p>
            <a:pPr algn="ctr">
              <a:defRPr sz="1350" b="0">
                <a:solidFill>
                  <a:srgbClr val="2E9B63"/>
                </a:solidFill>
              </a:defRPr>
            </a:pPr>
            <a:r>
              <a:rPr sz="1350" b="0">
                <a:solidFill>
                  <a:srgbClr val="2E9B63"/>
                </a:solidFill>
              </a:rPr>
              <a:t>accountability</a:t>
            </a:r>
          </a:p>
        </p:txBody>
      </p:sp>
      <p:sp>
        <p:nvSpPr>
          <p:cNvPr id="15" name="Editable box: Grounding improves factuality; workflow supports audit; review manages residual risk.">
            <a:extLst>
              <a:ext uri="{FF2B5EF4-FFF2-40B4-BE49-F238E27FC236}">
                <a16:creationId xmlns:a16="http://schemas.microsoft.com/office/drawing/2014/main" id="{F75D0DE6-4C6F-4B05-B48D-020ABD8DB108}"/>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Grounding improves factuality; workflow supports audit; review manages residual risk.</a:t>
            </a:r>
          </a:p>
        </p:txBody>
      </p:sp>
    </p:spTree>
    <p:extLst>
      <p:ext uri="{BB962C8B-B14F-4D97-AF65-F5344CB8AC3E}">
        <p14:creationId xmlns:p14="http://schemas.microsoft.com/office/powerpoint/2010/main" val="13908266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Build an Evidence Chain, Not a Chain of Thought</a:t>
            </a:r>
          </a:p>
        </p:txBody>
      </p:sp>
      <p:sp>
        <p:nvSpPr>
          <p:cNvPr id="13" name="Restored content rail">
            <a:extLst>
              <a:ext uri="{FF2B5EF4-FFF2-40B4-BE49-F238E27FC236}">
                <a16:creationId xmlns:a16="http://schemas.microsoft.com/office/drawing/2014/main" id="{2965F5BC-4075-4961-AB65-1C6313A2EB7F}"/>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AD9FE46-416B-4D8C-91DA-04B71B08753A}"/>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A generated rationale may be useful, but it is not guaranteed to faithfully describe the model’s internal decision process.</a:t>
            </a:r>
          </a:p>
        </p:txBody>
      </p:sp>
      <p:sp>
        <p:nvSpPr>
          <p:cNvPr id="15" name="Framework heading 1">
            <a:extLst>
              <a:ext uri="{FF2B5EF4-FFF2-40B4-BE49-F238E27FC236}">
                <a16:creationId xmlns:a16="http://schemas.microsoft.com/office/drawing/2014/main" id="{CDE888C3-2B7C-4458-822F-FECDE9FCC8F2}"/>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Grounded sources</a:t>
            </a:r>
          </a:p>
        </p:txBody>
      </p:sp>
      <p:sp>
        <p:nvSpPr>
          <p:cNvPr id="16" name="Framework body 1">
            <a:extLst>
              <a:ext uri="{FF2B5EF4-FFF2-40B4-BE49-F238E27FC236}">
                <a16:creationId xmlns:a16="http://schemas.microsoft.com/office/drawing/2014/main" id="{A509FCEB-D042-4F20-B10A-B655C1075E9A}"/>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Retrieve approved evidence, preserve provenance, and require citations or abstention.</a:t>
            </a:r>
          </a:p>
        </p:txBody>
      </p:sp>
      <p:sp>
        <p:nvSpPr>
          <p:cNvPr id="17" name="Framework divider 1">
            <a:extLst>
              <a:ext uri="{FF2B5EF4-FFF2-40B4-BE49-F238E27FC236}">
                <a16:creationId xmlns:a16="http://schemas.microsoft.com/office/drawing/2014/main" id="{1B64D6CC-D896-4B72-9FE8-1D769BAD0052}"/>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17B14D33-3801-41C0-8DFF-7931186F28E2}"/>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Observable actions</a:t>
            </a:r>
          </a:p>
        </p:txBody>
      </p:sp>
      <p:sp>
        <p:nvSpPr>
          <p:cNvPr id="19" name="Framework body 2">
            <a:extLst>
              <a:ext uri="{FF2B5EF4-FFF2-40B4-BE49-F238E27FC236}">
                <a16:creationId xmlns:a16="http://schemas.microsoft.com/office/drawing/2014/main" id="{21D21480-3C61-4B24-A4DD-E821BB808B2F}"/>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Log tool calls, checks, intermediate artifacts, model versions, and policy decisions.</a:t>
            </a:r>
          </a:p>
        </p:txBody>
      </p:sp>
      <p:sp>
        <p:nvSpPr>
          <p:cNvPr id="20" name="Framework divider 2">
            <a:extLst>
              <a:ext uri="{FF2B5EF4-FFF2-40B4-BE49-F238E27FC236}">
                <a16:creationId xmlns:a16="http://schemas.microsoft.com/office/drawing/2014/main" id="{CC0F231B-2821-4009-9C99-5D465F04DA0F}"/>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CA0843EC-BD53-4580-AD69-BE7A94C85B5D}"/>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Human accountability</a:t>
            </a:r>
          </a:p>
        </p:txBody>
      </p:sp>
      <p:sp>
        <p:nvSpPr>
          <p:cNvPr id="22" name="Framework body 3">
            <a:extLst>
              <a:ext uri="{FF2B5EF4-FFF2-40B4-BE49-F238E27FC236}">
                <a16:creationId xmlns:a16="http://schemas.microsoft.com/office/drawing/2014/main" id="{111C6981-2EC8-4427-9BC3-A0EC07E3CA61}"/>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Assign qualified review and approval for high-impact decisions and exceptions.</a:t>
            </a:r>
          </a:p>
        </p:txBody>
      </p:sp>
      <p:sp>
        <p:nvSpPr>
          <p:cNvPr id="23" name="Restored takeaway background">
            <a:extLst>
              <a:ext uri="{FF2B5EF4-FFF2-40B4-BE49-F238E27FC236}">
                <a16:creationId xmlns:a16="http://schemas.microsoft.com/office/drawing/2014/main" id="{73B691DA-0E45-4D7A-94DB-E281FF7333CC}"/>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F78A99EB-EB77-4FB6-985A-4ED136E05DAE}"/>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Audit what the system did and what evidence it used; do not treat hidden reasoning as an audit record.</a:t>
            </a:r>
          </a:p>
        </p:txBody>
      </p:sp>
    </p:spTree>
    <p:extLst>
      <p:ext uri="{BB962C8B-B14F-4D97-AF65-F5344CB8AC3E}">
        <p14:creationId xmlns:p14="http://schemas.microsoft.com/office/powerpoint/2010/main" val="29142059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GenAI Expands the Cyber Attack Surface</a:t>
            </a:r>
          </a:p>
        </p:txBody>
      </p:sp>
      <p:sp>
        <p:nvSpPr>
          <p:cNvPr id="5" name="Editable content rail">
            <a:extLst>
              <a:ext uri="{FF2B5EF4-FFF2-40B4-BE49-F238E27FC236}">
                <a16:creationId xmlns:a16="http://schemas.microsoft.com/office/drawing/2014/main" id="{D6E5F772-8F26-4193-B55E-98E06A772274}"/>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C244CCEA-8589-4035-8E7B-0F3530377E65}"/>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Natural-language interfaces add new paths for instructions, data, and tool misuse.</a:t>
            </a:r>
          </a:p>
        </p:txBody>
      </p:sp>
      <p:sp>
        <p:nvSpPr>
          <p:cNvPr id="7" name="Editable box: GENAI SYSTEM">
            <a:extLst>
              <a:ext uri="{FF2B5EF4-FFF2-40B4-BE49-F238E27FC236}">
                <a16:creationId xmlns:a16="http://schemas.microsoft.com/office/drawing/2014/main" id="{F4FF57EB-3FC4-480D-A20D-4D575180EBB4}"/>
              </a:ext>
            </a:extLst>
          </p:cNvPr>
          <p:cNvSpPr>
            <a:spLocks noGrp="1"/>
          </p:cNvSpPr>
          <p:nvPr/>
        </p:nvSpPr>
        <p:spPr>
          <a:xfrm>
            <a:off x="4857750" y="3190875"/>
            <a:ext cx="2476500" cy="952500"/>
          </a:xfrm>
          <a:prstGeom prst="roundRect">
            <a:avLst>
              <a:gd name="adj" fmla="val 14000"/>
            </a:avLst>
          </a:prstGeom>
          <a:solidFill>
            <a:srgbClr val="184E8A"/>
          </a:solidFill>
          <a:ln w="14288">
            <a:solidFill>
              <a:srgbClr val="184E8A"/>
            </a:solidFill>
            <a:prstDash val="solid"/>
          </a:ln>
        </p:spPr>
        <p:txBody>
          <a:bodyPr anchor="ctr"/>
          <a:lstStyle/>
          <a:p>
            <a:pPr algn="ctr">
              <a:defRPr sz="1875" b="1">
                <a:solidFill>
                  <a:srgbClr val="FFFFFF"/>
                </a:solidFill>
              </a:defRPr>
            </a:pPr>
            <a:r>
              <a:rPr sz="1875" b="1">
                <a:solidFill>
                  <a:srgbClr val="FFFFFF"/>
                </a:solidFill>
              </a:rPr>
              <a:t>GENAI SYSTEM</a:t>
            </a:r>
          </a:p>
        </p:txBody>
      </p:sp>
      <p:sp>
        <p:nvSpPr>
          <p:cNvPr id="8" name="Editable box: Prompt injection">
            <a:extLst>
              <a:ext uri="{FF2B5EF4-FFF2-40B4-BE49-F238E27FC236}">
                <a16:creationId xmlns:a16="http://schemas.microsoft.com/office/drawing/2014/main" id="{5A4BD4CE-3A83-4FEE-A822-2D823B67F0E0}"/>
              </a:ext>
            </a:extLst>
          </p:cNvPr>
          <p:cNvSpPr>
            <a:spLocks noGrp="1"/>
          </p:cNvSpPr>
          <p:nvPr/>
        </p:nvSpPr>
        <p:spPr>
          <a:xfrm>
            <a:off x="1143000" y="2190750"/>
            <a:ext cx="2381250" cy="666750"/>
          </a:xfrm>
          <a:prstGeom prst="roundRect">
            <a:avLst>
              <a:gd name="adj" fmla="val 20000"/>
            </a:avLst>
          </a:prstGeom>
          <a:solidFill>
            <a:srgbClr val="FFFFFF"/>
          </a:solidFill>
          <a:ln w="14288">
            <a:solidFill>
              <a:srgbClr val="D83B42"/>
            </a:solidFill>
            <a:prstDash val="solid"/>
          </a:ln>
        </p:spPr>
        <p:txBody>
          <a:bodyPr anchor="ctr"/>
          <a:lstStyle/>
          <a:p>
            <a:pPr algn="ctr">
              <a:defRPr sz="1500" b="1">
                <a:solidFill>
                  <a:srgbClr val="D83B42"/>
                </a:solidFill>
              </a:defRPr>
            </a:pPr>
            <a:r>
              <a:rPr sz="1500" b="1">
                <a:solidFill>
                  <a:srgbClr val="D83B42"/>
                </a:solidFill>
              </a:rPr>
              <a:t>Prompt injection</a:t>
            </a:r>
          </a:p>
        </p:txBody>
      </p:sp>
      <p:cxnSp>
        <p:nvCxnSpPr>
          <p:cNvPr id="22" name="Straight Arrow Connector 21"/>
          <p:cNvCxnSpPr>
            <a:stCxn id="8" idx="3"/>
            <a:endCxn id="7" idx="1"/>
          </p:cNvCxnSpPr>
          <p:nvPr/>
        </p:nvCxnSpPr>
        <p:spPr>
          <a:xfrm>
            <a:off x="3524250" y="2524125"/>
            <a:ext cx="1333500" cy="1143000"/>
          </a:xfrm>
          <a:prstGeom prst="straightConnector1">
            <a:avLst/>
          </a:prstGeom>
          <a:ln w="23813">
            <a:solidFill>
              <a:srgbClr val="D83B42"/>
            </a:solidFill>
            <a:prstDash val="solid"/>
            <a:headEnd type="none" w="med" len="med"/>
            <a:tailEnd type="arrow" w="med" len="med"/>
          </a:ln>
        </p:spPr>
      </p:cxnSp>
      <p:sp>
        <p:nvSpPr>
          <p:cNvPr id="10" name="Editable box: Poisoned retrieval">
            <a:extLst>
              <a:ext uri="{FF2B5EF4-FFF2-40B4-BE49-F238E27FC236}">
                <a16:creationId xmlns:a16="http://schemas.microsoft.com/office/drawing/2014/main" id="{694964E6-1509-4AC7-98B7-6EB7886A3F31}"/>
              </a:ext>
            </a:extLst>
          </p:cNvPr>
          <p:cNvSpPr>
            <a:spLocks noGrp="1"/>
          </p:cNvSpPr>
          <p:nvPr/>
        </p:nvSpPr>
        <p:spPr>
          <a:xfrm>
            <a:off x="1143000" y="4476750"/>
            <a:ext cx="2381250" cy="666750"/>
          </a:xfrm>
          <a:prstGeom prst="roundRect">
            <a:avLst>
              <a:gd name="adj" fmla="val 20000"/>
            </a:avLst>
          </a:prstGeom>
          <a:solidFill>
            <a:srgbClr val="FFFFFF"/>
          </a:solidFill>
          <a:ln w="14288">
            <a:solidFill>
              <a:srgbClr val="E85A33"/>
            </a:solidFill>
            <a:prstDash val="solid"/>
          </a:ln>
        </p:spPr>
        <p:txBody>
          <a:bodyPr anchor="ctr"/>
          <a:lstStyle/>
          <a:p>
            <a:pPr algn="ctr">
              <a:defRPr sz="1500" b="1">
                <a:solidFill>
                  <a:srgbClr val="E85A33"/>
                </a:solidFill>
              </a:defRPr>
            </a:pPr>
            <a:r>
              <a:rPr sz="1500" b="1">
                <a:solidFill>
                  <a:srgbClr val="E85A33"/>
                </a:solidFill>
              </a:rPr>
              <a:t>Poisoned retrieval</a:t>
            </a:r>
          </a:p>
        </p:txBody>
      </p:sp>
      <p:cxnSp>
        <p:nvCxnSpPr>
          <p:cNvPr id="24" name="Straight Arrow Connector 23"/>
          <p:cNvCxnSpPr>
            <a:stCxn id="10" idx="3"/>
            <a:endCxn id="7" idx="1"/>
          </p:cNvCxnSpPr>
          <p:nvPr/>
        </p:nvCxnSpPr>
        <p:spPr>
          <a:xfrm flipV="1">
            <a:off x="3524250" y="3667125"/>
            <a:ext cx="1333500" cy="1143000"/>
          </a:xfrm>
          <a:prstGeom prst="straightConnector1">
            <a:avLst/>
          </a:prstGeom>
          <a:ln w="23813">
            <a:solidFill>
              <a:srgbClr val="E85A33"/>
            </a:solidFill>
            <a:prstDash val="solid"/>
            <a:headEnd type="none" w="med" len="med"/>
            <a:tailEnd type="arrow" w="med" len="med"/>
          </a:ln>
        </p:spPr>
      </p:cxnSp>
      <p:sp>
        <p:nvSpPr>
          <p:cNvPr id="12" name="Editable box: Tool abuse">
            <a:extLst>
              <a:ext uri="{FF2B5EF4-FFF2-40B4-BE49-F238E27FC236}">
                <a16:creationId xmlns:a16="http://schemas.microsoft.com/office/drawing/2014/main" id="{15DB2FAC-5AC6-4AB0-8194-9B2E06A0BD29}"/>
              </a:ext>
            </a:extLst>
          </p:cNvPr>
          <p:cNvSpPr>
            <a:spLocks noGrp="1"/>
          </p:cNvSpPr>
          <p:nvPr/>
        </p:nvSpPr>
        <p:spPr>
          <a:xfrm>
            <a:off x="8572500" y="2190750"/>
            <a:ext cx="2381250" cy="666750"/>
          </a:xfrm>
          <a:prstGeom prst="roundRect">
            <a:avLst>
              <a:gd name="adj" fmla="val 20000"/>
            </a:avLst>
          </a:prstGeom>
          <a:solidFill>
            <a:srgbClr val="FFFFFF"/>
          </a:solidFill>
          <a:ln w="14288">
            <a:solidFill>
              <a:srgbClr val="7457C8"/>
            </a:solidFill>
            <a:prstDash val="solid"/>
          </a:ln>
        </p:spPr>
        <p:txBody>
          <a:bodyPr anchor="ctr"/>
          <a:lstStyle/>
          <a:p>
            <a:pPr algn="ctr">
              <a:defRPr sz="1500" b="1">
                <a:solidFill>
                  <a:srgbClr val="7457C8"/>
                </a:solidFill>
              </a:defRPr>
            </a:pPr>
            <a:r>
              <a:rPr sz="1500" b="1">
                <a:solidFill>
                  <a:srgbClr val="7457C8"/>
                </a:solidFill>
              </a:rPr>
              <a:t>Tool abuse</a:t>
            </a:r>
          </a:p>
        </p:txBody>
      </p:sp>
      <p:cxnSp>
        <p:nvCxnSpPr>
          <p:cNvPr id="26" name="Straight Arrow Connector 25"/>
          <p:cNvCxnSpPr>
            <a:stCxn id="12" idx="1"/>
            <a:endCxn id="7" idx="3"/>
          </p:cNvCxnSpPr>
          <p:nvPr/>
        </p:nvCxnSpPr>
        <p:spPr>
          <a:xfrm flipH="1">
            <a:off x="7334250" y="2524125"/>
            <a:ext cx="1238250" cy="1143000"/>
          </a:xfrm>
          <a:prstGeom prst="straightConnector1">
            <a:avLst/>
          </a:prstGeom>
          <a:ln w="23813">
            <a:solidFill>
              <a:srgbClr val="7457C8"/>
            </a:solidFill>
            <a:prstDash val="solid"/>
            <a:headEnd type="none" w="med" len="med"/>
            <a:tailEnd type="arrow" w="med" len="med"/>
          </a:ln>
        </p:spPr>
      </p:cxnSp>
      <p:sp>
        <p:nvSpPr>
          <p:cNvPr id="14" name="Editable box: Identity gaps">
            <a:extLst>
              <a:ext uri="{FF2B5EF4-FFF2-40B4-BE49-F238E27FC236}">
                <a16:creationId xmlns:a16="http://schemas.microsoft.com/office/drawing/2014/main" id="{FE4455CF-5D75-463B-9498-5C852B9E90F6}"/>
              </a:ext>
            </a:extLst>
          </p:cNvPr>
          <p:cNvSpPr>
            <a:spLocks noGrp="1"/>
          </p:cNvSpPr>
          <p:nvPr/>
        </p:nvSpPr>
        <p:spPr>
          <a:xfrm>
            <a:off x="8572500" y="4476750"/>
            <a:ext cx="2381250" cy="666750"/>
          </a:xfrm>
          <a:prstGeom prst="roundRect">
            <a:avLst>
              <a:gd name="adj" fmla="val 20000"/>
            </a:avLst>
          </a:prstGeom>
          <a:solidFill>
            <a:srgbClr val="FFFFFF"/>
          </a:solidFill>
          <a:ln w="14288">
            <a:solidFill>
              <a:srgbClr val="2E9B63"/>
            </a:solidFill>
            <a:prstDash val="solid"/>
          </a:ln>
        </p:spPr>
        <p:txBody>
          <a:bodyPr anchor="ctr"/>
          <a:lstStyle/>
          <a:p>
            <a:pPr algn="ctr">
              <a:defRPr sz="1500" b="1">
                <a:solidFill>
                  <a:srgbClr val="2E9B63"/>
                </a:solidFill>
              </a:defRPr>
            </a:pPr>
            <a:r>
              <a:rPr sz="1500" b="1">
                <a:solidFill>
                  <a:srgbClr val="2E9B63"/>
                </a:solidFill>
              </a:rPr>
              <a:t>Identity gaps</a:t>
            </a:r>
          </a:p>
        </p:txBody>
      </p:sp>
      <p:cxnSp>
        <p:nvCxnSpPr>
          <p:cNvPr id="28" name="Straight Arrow Connector 27"/>
          <p:cNvCxnSpPr>
            <a:stCxn id="14" idx="1"/>
            <a:endCxn id="7" idx="3"/>
          </p:cNvCxnSpPr>
          <p:nvPr/>
        </p:nvCxnSpPr>
        <p:spPr>
          <a:xfrm flipH="1" flipV="1">
            <a:off x="7334250" y="3667125"/>
            <a:ext cx="1238250" cy="1143000"/>
          </a:xfrm>
          <a:prstGeom prst="straightConnector1">
            <a:avLst/>
          </a:prstGeom>
          <a:ln w="23813">
            <a:solidFill>
              <a:srgbClr val="2E9B63"/>
            </a:solidFill>
            <a:prstDash val="solid"/>
            <a:headEnd type="none" w="med" len="med"/>
            <a:tailEnd type="arrow" w="med" len="med"/>
          </a:ln>
        </p:spPr>
      </p:cxnSp>
      <p:sp>
        <p:nvSpPr>
          <p:cNvPr id="16" name="Editable box: Treat the model, tools, retrieved data, and user interface as one security boundary.">
            <a:extLst>
              <a:ext uri="{FF2B5EF4-FFF2-40B4-BE49-F238E27FC236}">
                <a16:creationId xmlns:a16="http://schemas.microsoft.com/office/drawing/2014/main" id="{0B142493-DFBD-4225-9DC4-398CDFDFC81F}"/>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Treat the model, tools, retrieved data, and user interface as one security boundary.</a:t>
            </a:r>
          </a:p>
        </p:txBody>
      </p:sp>
    </p:spTree>
    <p:extLst>
      <p:ext uri="{BB962C8B-B14F-4D97-AF65-F5344CB8AC3E}">
        <p14:creationId xmlns:p14="http://schemas.microsoft.com/office/powerpoint/2010/main" val="23191966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Defend with Testing, Provenance, and Guardrails</a:t>
            </a:r>
          </a:p>
        </p:txBody>
      </p:sp>
      <p:sp>
        <p:nvSpPr>
          <p:cNvPr id="5" name="Editable content rail">
            <a:extLst>
              <a:ext uri="{FF2B5EF4-FFF2-40B4-BE49-F238E27FC236}">
                <a16:creationId xmlns:a16="http://schemas.microsoft.com/office/drawing/2014/main" id="{BBB2901B-267B-456D-AABD-6E3191BB2F69}"/>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A2B5D51F-5F81-4A24-B674-92BB623AAF97}"/>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Security controls should challenge the system continuously and constrain what it can accept, access, and release.</a:t>
            </a:r>
          </a:p>
        </p:txBody>
      </p:sp>
      <p:sp>
        <p:nvSpPr>
          <p:cNvPr id="7" name="Editable box: RED TEAM">
            <a:extLst>
              <a:ext uri="{FF2B5EF4-FFF2-40B4-BE49-F238E27FC236}">
                <a16:creationId xmlns:a16="http://schemas.microsoft.com/office/drawing/2014/main" id="{A389C077-F42C-4E1E-AE29-0F216C6E14B6}"/>
              </a:ext>
            </a:extLst>
          </p:cNvPr>
          <p:cNvSpPr>
            <a:spLocks noGrp="1"/>
          </p:cNvSpPr>
          <p:nvPr/>
        </p:nvSpPr>
        <p:spPr>
          <a:xfrm>
            <a:off x="952500" y="2809875"/>
            <a:ext cx="234315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RED TEAM</a:t>
            </a:r>
          </a:p>
        </p:txBody>
      </p:sp>
      <p:sp>
        <p:nvSpPr>
          <p:cNvPr id="8" name="Editable box: CONTENT PROVENANCE">
            <a:extLst>
              <a:ext uri="{FF2B5EF4-FFF2-40B4-BE49-F238E27FC236}">
                <a16:creationId xmlns:a16="http://schemas.microsoft.com/office/drawing/2014/main" id="{E579CA93-2EDE-46FE-9A52-3ABA6BCC918F}"/>
              </a:ext>
            </a:extLst>
          </p:cNvPr>
          <p:cNvSpPr>
            <a:spLocks noGrp="1"/>
          </p:cNvSpPr>
          <p:nvPr/>
        </p:nvSpPr>
        <p:spPr>
          <a:xfrm>
            <a:off x="3600450" y="2809875"/>
            <a:ext cx="234315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CONTENT PROVENANCE</a:t>
            </a:r>
          </a:p>
        </p:txBody>
      </p:sp>
      <p:sp>
        <p:nvSpPr>
          <p:cNvPr id="9" name="Editable box: INPUT / OUTPUT FILTERS">
            <a:extLst>
              <a:ext uri="{FF2B5EF4-FFF2-40B4-BE49-F238E27FC236}">
                <a16:creationId xmlns:a16="http://schemas.microsoft.com/office/drawing/2014/main" id="{E219E85D-BE68-4491-BCAE-9D15EBF25D95}"/>
              </a:ext>
            </a:extLst>
          </p:cNvPr>
          <p:cNvSpPr>
            <a:spLocks noGrp="1"/>
          </p:cNvSpPr>
          <p:nvPr/>
        </p:nvSpPr>
        <p:spPr>
          <a:xfrm>
            <a:off x="6248400" y="2809875"/>
            <a:ext cx="234315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INPUT / OUTPUT FILTERS</a:t>
            </a:r>
          </a:p>
        </p:txBody>
      </p:sp>
      <p:sp>
        <p:nvSpPr>
          <p:cNvPr id="10" name="Editable box: PERMISSION BOUNDARIES">
            <a:extLst>
              <a:ext uri="{FF2B5EF4-FFF2-40B4-BE49-F238E27FC236}">
                <a16:creationId xmlns:a16="http://schemas.microsoft.com/office/drawing/2014/main" id="{6A0E0744-6D0D-46BE-B47B-68F73A76BAA4}"/>
              </a:ext>
            </a:extLst>
          </p:cNvPr>
          <p:cNvSpPr>
            <a:spLocks noGrp="1"/>
          </p:cNvSpPr>
          <p:nvPr/>
        </p:nvSpPr>
        <p:spPr>
          <a:xfrm>
            <a:off x="8896350" y="2809875"/>
            <a:ext cx="234315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PERMISSION BOUNDARIES</a:t>
            </a:r>
          </a:p>
        </p:txBody>
      </p:sp>
      <p:cxnSp>
        <p:nvCxnSpPr>
          <p:cNvPr id="22" name="Straight Arrow Connector 21"/>
          <p:cNvCxnSpPr>
            <a:stCxn id="7" idx="3"/>
            <a:endCxn id="8" idx="1"/>
          </p:cNvCxnSpPr>
          <p:nvPr/>
        </p:nvCxnSpPr>
        <p:spPr>
          <a:xfrm>
            <a:off x="3295650" y="3286125"/>
            <a:ext cx="304800" cy="0"/>
          </a:xfrm>
          <a:prstGeom prst="straightConnector1">
            <a:avLst/>
          </a:prstGeom>
          <a:ln w="19050">
            <a:solidFill>
              <a:srgbClr val="5E6875"/>
            </a:solidFill>
            <a:prstDash val="solid"/>
            <a:headEnd type="none" w="med" len="med"/>
            <a:tailEnd type="arrow" w="med" len="med"/>
          </a:ln>
        </p:spPr>
      </p:cxnSp>
      <p:cxnSp>
        <p:nvCxnSpPr>
          <p:cNvPr id="23" name="Straight Arrow Connector 22"/>
          <p:cNvCxnSpPr>
            <a:stCxn id="8" idx="3"/>
            <a:endCxn id="9" idx="1"/>
          </p:cNvCxnSpPr>
          <p:nvPr/>
        </p:nvCxnSpPr>
        <p:spPr>
          <a:xfrm>
            <a:off x="5943600" y="3286125"/>
            <a:ext cx="304800" cy="0"/>
          </a:xfrm>
          <a:prstGeom prst="straightConnector1">
            <a:avLst/>
          </a:prstGeom>
          <a:ln w="19050">
            <a:solidFill>
              <a:srgbClr val="5E6875"/>
            </a:solidFill>
            <a:prstDash val="solid"/>
            <a:headEnd type="none" w="med" len="med"/>
            <a:tailEnd type="arrow" w="med" len="med"/>
          </a:ln>
        </p:spPr>
      </p:cxnSp>
      <p:cxnSp>
        <p:nvCxnSpPr>
          <p:cNvPr id="24" name="Straight Arrow Connector 23"/>
          <p:cNvCxnSpPr>
            <a:stCxn id="9" idx="3"/>
            <a:endCxn id="10" idx="1"/>
          </p:cNvCxnSpPr>
          <p:nvPr/>
        </p:nvCxnSpPr>
        <p:spPr>
          <a:xfrm>
            <a:off x="8591550" y="3286125"/>
            <a:ext cx="304800" cy="0"/>
          </a:xfrm>
          <a:prstGeom prst="straightConnector1">
            <a:avLst/>
          </a:prstGeom>
          <a:ln w="19050">
            <a:solidFill>
              <a:srgbClr val="5E6875"/>
            </a:solidFill>
            <a:prstDash val="solid"/>
            <a:headEnd type="none" w="med" len="med"/>
            <a:tailEnd type="arrow" w="med" len="med"/>
          </a:ln>
        </p:spPr>
      </p:cxnSp>
      <p:sp>
        <p:nvSpPr>
          <p:cNvPr id="14" name="Editable box: Security is a lifecycle discipline—not a one-time model evaluation.">
            <a:extLst>
              <a:ext uri="{FF2B5EF4-FFF2-40B4-BE49-F238E27FC236}">
                <a16:creationId xmlns:a16="http://schemas.microsoft.com/office/drawing/2014/main" id="{0C74ADF7-61E3-4012-99B8-C4D7A9E5FE94}"/>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Security is a lifecycle discipline—not a one-time model evaluation.</a:t>
            </a:r>
          </a:p>
        </p:txBody>
      </p:sp>
    </p:spTree>
    <p:extLst>
      <p:ext uri="{BB962C8B-B14F-4D97-AF65-F5344CB8AC3E}">
        <p14:creationId xmlns:p14="http://schemas.microsoft.com/office/powerpoint/2010/main" val="31015252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Security Incidents Expose Authority and Identity Gaps</a:t>
            </a:r>
          </a:p>
        </p:txBody>
      </p:sp>
      <p:sp>
        <p:nvSpPr>
          <p:cNvPr id="13" name="Restored content rail">
            <a:extLst>
              <a:ext uri="{FF2B5EF4-FFF2-40B4-BE49-F238E27FC236}">
                <a16:creationId xmlns:a16="http://schemas.microsoft.com/office/drawing/2014/main" id="{3300C720-9AD8-4CD2-B4BB-24E15236352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6805ABF0-4661-4E19-B638-CDB3E4379B8F}"/>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GenAI incidents become costly when a model is given authority without constraints or when people cannot verify identity.</a:t>
            </a:r>
          </a:p>
        </p:txBody>
      </p:sp>
      <p:sp>
        <p:nvSpPr>
          <p:cNvPr id="15" name="Framework heading 1">
            <a:extLst>
              <a:ext uri="{FF2B5EF4-FFF2-40B4-BE49-F238E27FC236}">
                <a16:creationId xmlns:a16="http://schemas.microsoft.com/office/drawing/2014/main" id="{B11D9778-BA6D-45C6-8B52-2A6C202C87A5}"/>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Prompt injection</a:t>
            </a:r>
          </a:p>
        </p:txBody>
      </p:sp>
      <p:sp>
        <p:nvSpPr>
          <p:cNvPr id="16" name="Framework body 1">
            <a:extLst>
              <a:ext uri="{FF2B5EF4-FFF2-40B4-BE49-F238E27FC236}">
                <a16:creationId xmlns:a16="http://schemas.microsoft.com/office/drawing/2014/main" id="{22103A1E-E32A-48D1-A2AC-2C8B83BA1CBC}"/>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A Chevrolet chatbot was induced to claim it would sell a vehicle for $1; no completed sale occurred.</a:t>
            </a:r>
          </a:p>
        </p:txBody>
      </p:sp>
      <p:sp>
        <p:nvSpPr>
          <p:cNvPr id="17" name="Framework divider 1">
            <a:extLst>
              <a:ext uri="{FF2B5EF4-FFF2-40B4-BE49-F238E27FC236}">
                <a16:creationId xmlns:a16="http://schemas.microsoft.com/office/drawing/2014/main" id="{ADB448E6-1D1C-4D7A-A86E-B72D9D4532A8}"/>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868AC4AB-8208-45C8-BBFB-BC32CC43A8EE}"/>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Deepfake impersonation</a:t>
            </a:r>
          </a:p>
        </p:txBody>
      </p:sp>
      <p:sp>
        <p:nvSpPr>
          <p:cNvPr id="19" name="Framework body 2">
            <a:extLst>
              <a:ext uri="{FF2B5EF4-FFF2-40B4-BE49-F238E27FC236}">
                <a16:creationId xmlns:a16="http://schemas.microsoft.com/office/drawing/2014/main" id="{E30BB011-E237-499C-91CB-37ECC12D6E7C}"/>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Hong Kong police reported a 2024 pre-recorded deepfake video-conference fraud causing about HK$200 million in losses.</a:t>
            </a:r>
          </a:p>
        </p:txBody>
      </p:sp>
      <p:sp>
        <p:nvSpPr>
          <p:cNvPr id="20" name="Framework divider 2">
            <a:extLst>
              <a:ext uri="{FF2B5EF4-FFF2-40B4-BE49-F238E27FC236}">
                <a16:creationId xmlns:a16="http://schemas.microsoft.com/office/drawing/2014/main" id="{F44BA807-468A-484E-A2C9-D206B6E615FF}"/>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5C507C66-05E3-4102-84D8-40C66DD1E069}"/>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Enterprise controls</a:t>
            </a:r>
          </a:p>
        </p:txBody>
      </p:sp>
      <p:sp>
        <p:nvSpPr>
          <p:cNvPr id="22" name="Framework body 3">
            <a:extLst>
              <a:ext uri="{FF2B5EF4-FFF2-40B4-BE49-F238E27FC236}">
                <a16:creationId xmlns:a16="http://schemas.microsoft.com/office/drawing/2014/main" id="{9F2F601A-9D22-46C2-B750-A2F52AB46BFF}"/>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Limit tool authority, verify transactions out of band, log actions, and require approval for high-value changes.</a:t>
            </a:r>
          </a:p>
        </p:txBody>
      </p:sp>
      <p:sp>
        <p:nvSpPr>
          <p:cNvPr id="23" name="Restored takeaway background">
            <a:extLst>
              <a:ext uri="{FF2B5EF4-FFF2-40B4-BE49-F238E27FC236}">
                <a16:creationId xmlns:a16="http://schemas.microsoft.com/office/drawing/2014/main" id="{94809F0E-2C34-42B8-8D87-010DE7903522}"/>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1189DD3B-0B25-4ACA-ABB6-4C02E8FDB4B6}"/>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Treat models as untrusted decision participants unless identity, authority, and consequences are controlled.</a:t>
            </a:r>
          </a:p>
        </p:txBody>
      </p:sp>
    </p:spTree>
    <p:extLst>
      <p:ext uri="{BB962C8B-B14F-4D97-AF65-F5344CB8AC3E}">
        <p14:creationId xmlns:p14="http://schemas.microsoft.com/office/powerpoint/2010/main" val="15126279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How Sensitive Data Can Leak</a:t>
            </a:r>
          </a:p>
        </p:txBody>
      </p:sp>
      <p:sp>
        <p:nvSpPr>
          <p:cNvPr id="5" name="Editable content rail">
            <a:extLst>
              <a:ext uri="{FF2B5EF4-FFF2-40B4-BE49-F238E27FC236}">
                <a16:creationId xmlns:a16="http://schemas.microsoft.com/office/drawing/2014/main" id="{F3A1505D-3D0D-45A8-ACED-A79FAF687C81}"/>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6F36E6AE-A3E9-4532-AF1E-09C7F97AC269}"/>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Natural-language interfaces add new paths for instructions, data, and tool misuse.</a:t>
            </a:r>
          </a:p>
        </p:txBody>
      </p:sp>
      <p:sp>
        <p:nvSpPr>
          <p:cNvPr id="7" name="Editable box: GENAI SYSTEM">
            <a:extLst>
              <a:ext uri="{FF2B5EF4-FFF2-40B4-BE49-F238E27FC236}">
                <a16:creationId xmlns:a16="http://schemas.microsoft.com/office/drawing/2014/main" id="{DDFF3D9C-47A0-444B-9AB4-8EFA99747373}"/>
              </a:ext>
            </a:extLst>
          </p:cNvPr>
          <p:cNvSpPr>
            <a:spLocks noGrp="1"/>
          </p:cNvSpPr>
          <p:nvPr/>
        </p:nvSpPr>
        <p:spPr>
          <a:xfrm>
            <a:off x="4857750" y="3190875"/>
            <a:ext cx="2476500" cy="952500"/>
          </a:xfrm>
          <a:prstGeom prst="roundRect">
            <a:avLst>
              <a:gd name="adj" fmla="val 14000"/>
            </a:avLst>
          </a:prstGeom>
          <a:solidFill>
            <a:srgbClr val="184E8A"/>
          </a:solidFill>
          <a:ln w="14288">
            <a:solidFill>
              <a:srgbClr val="184E8A"/>
            </a:solidFill>
            <a:prstDash val="solid"/>
          </a:ln>
        </p:spPr>
        <p:txBody>
          <a:bodyPr anchor="ctr"/>
          <a:lstStyle/>
          <a:p>
            <a:pPr algn="ctr">
              <a:defRPr sz="1875" b="1">
                <a:solidFill>
                  <a:srgbClr val="FFFFFF"/>
                </a:solidFill>
              </a:defRPr>
            </a:pPr>
            <a:r>
              <a:rPr sz="1875" b="1">
                <a:solidFill>
                  <a:srgbClr val="FFFFFF"/>
                </a:solidFill>
              </a:rPr>
              <a:t>GENAI SYSTEM</a:t>
            </a:r>
          </a:p>
        </p:txBody>
      </p:sp>
      <p:sp>
        <p:nvSpPr>
          <p:cNvPr id="8" name="Editable box: Prompt injection">
            <a:extLst>
              <a:ext uri="{FF2B5EF4-FFF2-40B4-BE49-F238E27FC236}">
                <a16:creationId xmlns:a16="http://schemas.microsoft.com/office/drawing/2014/main" id="{6BEE1A1D-60D4-4215-9D08-E927E3E37A5B}"/>
              </a:ext>
            </a:extLst>
          </p:cNvPr>
          <p:cNvSpPr>
            <a:spLocks noGrp="1"/>
          </p:cNvSpPr>
          <p:nvPr/>
        </p:nvSpPr>
        <p:spPr>
          <a:xfrm>
            <a:off x="1143000" y="2190750"/>
            <a:ext cx="2381250" cy="666750"/>
          </a:xfrm>
          <a:prstGeom prst="roundRect">
            <a:avLst>
              <a:gd name="adj" fmla="val 20000"/>
            </a:avLst>
          </a:prstGeom>
          <a:solidFill>
            <a:srgbClr val="FFFFFF"/>
          </a:solidFill>
          <a:ln w="14288">
            <a:solidFill>
              <a:srgbClr val="D83B42"/>
            </a:solidFill>
            <a:prstDash val="solid"/>
          </a:ln>
        </p:spPr>
        <p:txBody>
          <a:bodyPr anchor="ctr"/>
          <a:lstStyle/>
          <a:p>
            <a:pPr algn="ctr">
              <a:defRPr sz="1500" b="1">
                <a:solidFill>
                  <a:srgbClr val="D83B42"/>
                </a:solidFill>
              </a:defRPr>
            </a:pPr>
            <a:r>
              <a:rPr sz="1500" b="1">
                <a:solidFill>
                  <a:srgbClr val="D83B42"/>
                </a:solidFill>
              </a:rPr>
              <a:t>Prompt injection</a:t>
            </a:r>
          </a:p>
        </p:txBody>
      </p:sp>
      <p:cxnSp>
        <p:nvCxnSpPr>
          <p:cNvPr id="22" name="Straight Arrow Connector 21"/>
          <p:cNvCxnSpPr>
            <a:stCxn id="8" idx="3"/>
            <a:endCxn id="7" idx="1"/>
          </p:cNvCxnSpPr>
          <p:nvPr/>
        </p:nvCxnSpPr>
        <p:spPr>
          <a:xfrm>
            <a:off x="3524250" y="2524125"/>
            <a:ext cx="1333500" cy="1143000"/>
          </a:xfrm>
          <a:prstGeom prst="straightConnector1">
            <a:avLst/>
          </a:prstGeom>
          <a:ln w="23813">
            <a:solidFill>
              <a:srgbClr val="D83B42"/>
            </a:solidFill>
            <a:prstDash val="solid"/>
            <a:headEnd type="none" w="med" len="med"/>
            <a:tailEnd type="arrow" w="med" len="med"/>
          </a:ln>
        </p:spPr>
      </p:cxnSp>
      <p:sp>
        <p:nvSpPr>
          <p:cNvPr id="10" name="Editable box: Poisoned retrieval">
            <a:extLst>
              <a:ext uri="{FF2B5EF4-FFF2-40B4-BE49-F238E27FC236}">
                <a16:creationId xmlns:a16="http://schemas.microsoft.com/office/drawing/2014/main" id="{D37E5355-7299-4F1F-8376-1ED6459909D5}"/>
              </a:ext>
            </a:extLst>
          </p:cNvPr>
          <p:cNvSpPr>
            <a:spLocks noGrp="1"/>
          </p:cNvSpPr>
          <p:nvPr/>
        </p:nvSpPr>
        <p:spPr>
          <a:xfrm>
            <a:off x="1143000" y="4476750"/>
            <a:ext cx="2381250" cy="666750"/>
          </a:xfrm>
          <a:prstGeom prst="roundRect">
            <a:avLst>
              <a:gd name="adj" fmla="val 20000"/>
            </a:avLst>
          </a:prstGeom>
          <a:solidFill>
            <a:srgbClr val="FFFFFF"/>
          </a:solidFill>
          <a:ln w="14288">
            <a:solidFill>
              <a:srgbClr val="E85A33"/>
            </a:solidFill>
            <a:prstDash val="solid"/>
          </a:ln>
        </p:spPr>
        <p:txBody>
          <a:bodyPr anchor="ctr"/>
          <a:lstStyle/>
          <a:p>
            <a:pPr algn="ctr">
              <a:defRPr sz="1500" b="1">
                <a:solidFill>
                  <a:srgbClr val="E85A33"/>
                </a:solidFill>
              </a:defRPr>
            </a:pPr>
            <a:r>
              <a:rPr sz="1500" b="1">
                <a:solidFill>
                  <a:srgbClr val="E85A33"/>
                </a:solidFill>
              </a:rPr>
              <a:t>Poisoned retrieval</a:t>
            </a:r>
          </a:p>
        </p:txBody>
      </p:sp>
      <p:cxnSp>
        <p:nvCxnSpPr>
          <p:cNvPr id="24" name="Straight Arrow Connector 23"/>
          <p:cNvCxnSpPr>
            <a:stCxn id="10" idx="3"/>
            <a:endCxn id="7" idx="1"/>
          </p:cNvCxnSpPr>
          <p:nvPr/>
        </p:nvCxnSpPr>
        <p:spPr>
          <a:xfrm flipV="1">
            <a:off x="3524250" y="3667125"/>
            <a:ext cx="1333500" cy="1143000"/>
          </a:xfrm>
          <a:prstGeom prst="straightConnector1">
            <a:avLst/>
          </a:prstGeom>
          <a:ln w="23813">
            <a:solidFill>
              <a:srgbClr val="E85A33"/>
            </a:solidFill>
            <a:prstDash val="solid"/>
            <a:headEnd type="none" w="med" len="med"/>
            <a:tailEnd type="arrow" w="med" len="med"/>
          </a:ln>
        </p:spPr>
      </p:cxnSp>
      <p:sp>
        <p:nvSpPr>
          <p:cNvPr id="12" name="Editable box: Tool abuse">
            <a:extLst>
              <a:ext uri="{FF2B5EF4-FFF2-40B4-BE49-F238E27FC236}">
                <a16:creationId xmlns:a16="http://schemas.microsoft.com/office/drawing/2014/main" id="{B7510C28-76E9-401B-BB3F-836C7DC7F233}"/>
              </a:ext>
            </a:extLst>
          </p:cNvPr>
          <p:cNvSpPr>
            <a:spLocks noGrp="1"/>
          </p:cNvSpPr>
          <p:nvPr/>
        </p:nvSpPr>
        <p:spPr>
          <a:xfrm>
            <a:off x="8572500" y="2190750"/>
            <a:ext cx="2381250" cy="666750"/>
          </a:xfrm>
          <a:prstGeom prst="roundRect">
            <a:avLst>
              <a:gd name="adj" fmla="val 20000"/>
            </a:avLst>
          </a:prstGeom>
          <a:solidFill>
            <a:srgbClr val="FFFFFF"/>
          </a:solidFill>
          <a:ln w="14288">
            <a:solidFill>
              <a:srgbClr val="7457C8"/>
            </a:solidFill>
            <a:prstDash val="solid"/>
          </a:ln>
        </p:spPr>
        <p:txBody>
          <a:bodyPr anchor="ctr"/>
          <a:lstStyle/>
          <a:p>
            <a:pPr algn="ctr">
              <a:defRPr sz="1500" b="1">
                <a:solidFill>
                  <a:srgbClr val="7457C8"/>
                </a:solidFill>
              </a:defRPr>
            </a:pPr>
            <a:r>
              <a:rPr sz="1500" b="1">
                <a:solidFill>
                  <a:srgbClr val="7457C8"/>
                </a:solidFill>
              </a:rPr>
              <a:t>Tool abuse</a:t>
            </a:r>
          </a:p>
        </p:txBody>
      </p:sp>
      <p:cxnSp>
        <p:nvCxnSpPr>
          <p:cNvPr id="26" name="Straight Arrow Connector 25"/>
          <p:cNvCxnSpPr>
            <a:stCxn id="12" idx="1"/>
            <a:endCxn id="7" idx="3"/>
          </p:cNvCxnSpPr>
          <p:nvPr/>
        </p:nvCxnSpPr>
        <p:spPr>
          <a:xfrm flipH="1">
            <a:off x="7334250" y="2524125"/>
            <a:ext cx="1238250" cy="1143000"/>
          </a:xfrm>
          <a:prstGeom prst="straightConnector1">
            <a:avLst/>
          </a:prstGeom>
          <a:ln w="23813">
            <a:solidFill>
              <a:srgbClr val="7457C8"/>
            </a:solidFill>
            <a:prstDash val="solid"/>
            <a:headEnd type="none" w="med" len="med"/>
            <a:tailEnd type="arrow" w="med" len="med"/>
          </a:ln>
        </p:spPr>
      </p:cxnSp>
      <p:sp>
        <p:nvSpPr>
          <p:cNvPr id="14" name="Editable box: Identity gaps">
            <a:extLst>
              <a:ext uri="{FF2B5EF4-FFF2-40B4-BE49-F238E27FC236}">
                <a16:creationId xmlns:a16="http://schemas.microsoft.com/office/drawing/2014/main" id="{85F74FB0-F913-4195-91B2-B731CEA0C17E}"/>
              </a:ext>
            </a:extLst>
          </p:cNvPr>
          <p:cNvSpPr>
            <a:spLocks noGrp="1"/>
          </p:cNvSpPr>
          <p:nvPr/>
        </p:nvSpPr>
        <p:spPr>
          <a:xfrm>
            <a:off x="8572500" y="4476750"/>
            <a:ext cx="2381250" cy="666750"/>
          </a:xfrm>
          <a:prstGeom prst="roundRect">
            <a:avLst>
              <a:gd name="adj" fmla="val 20000"/>
            </a:avLst>
          </a:prstGeom>
          <a:solidFill>
            <a:srgbClr val="FFFFFF"/>
          </a:solidFill>
          <a:ln w="14288">
            <a:solidFill>
              <a:srgbClr val="2E9B63"/>
            </a:solidFill>
            <a:prstDash val="solid"/>
          </a:ln>
        </p:spPr>
        <p:txBody>
          <a:bodyPr anchor="ctr"/>
          <a:lstStyle/>
          <a:p>
            <a:pPr algn="ctr">
              <a:defRPr sz="1500" b="1">
                <a:solidFill>
                  <a:srgbClr val="2E9B63"/>
                </a:solidFill>
              </a:defRPr>
            </a:pPr>
            <a:r>
              <a:rPr sz="1500" b="1">
                <a:solidFill>
                  <a:srgbClr val="2E9B63"/>
                </a:solidFill>
              </a:rPr>
              <a:t>Identity gaps</a:t>
            </a:r>
          </a:p>
        </p:txBody>
      </p:sp>
      <p:cxnSp>
        <p:nvCxnSpPr>
          <p:cNvPr id="28" name="Straight Arrow Connector 27"/>
          <p:cNvCxnSpPr>
            <a:stCxn id="14" idx="1"/>
            <a:endCxn id="7" idx="3"/>
          </p:cNvCxnSpPr>
          <p:nvPr/>
        </p:nvCxnSpPr>
        <p:spPr>
          <a:xfrm flipH="1" flipV="1">
            <a:off x="7334250" y="3667125"/>
            <a:ext cx="1238250" cy="1143000"/>
          </a:xfrm>
          <a:prstGeom prst="straightConnector1">
            <a:avLst/>
          </a:prstGeom>
          <a:ln w="23813">
            <a:solidFill>
              <a:srgbClr val="2E9B63"/>
            </a:solidFill>
            <a:prstDash val="solid"/>
            <a:headEnd type="none" w="med" len="med"/>
            <a:tailEnd type="arrow" w="med" len="med"/>
          </a:ln>
        </p:spPr>
      </p:cxnSp>
      <p:sp>
        <p:nvSpPr>
          <p:cNvPr id="16" name="Editable box: Treat the model, tools, retrieved data, and user interface as one security boundary.">
            <a:extLst>
              <a:ext uri="{FF2B5EF4-FFF2-40B4-BE49-F238E27FC236}">
                <a16:creationId xmlns:a16="http://schemas.microsoft.com/office/drawing/2014/main" id="{F1E34828-B71D-4549-AB58-1A48EC659995}"/>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Treat the model, tools, retrieved data, and user interface as one security boundary.</a:t>
            </a:r>
          </a:p>
        </p:txBody>
      </p:sp>
    </p:spTree>
    <p:extLst>
      <p:ext uri="{BB962C8B-B14F-4D97-AF65-F5344CB8AC3E}">
        <p14:creationId xmlns:p14="http://schemas.microsoft.com/office/powerpoint/2010/main" val="26949774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Protect Data Across the Model Lifecycle</a:t>
            </a:r>
          </a:p>
        </p:txBody>
      </p:sp>
      <p:sp>
        <p:nvSpPr>
          <p:cNvPr id="5" name="Editable content rail">
            <a:extLst>
              <a:ext uri="{FF2B5EF4-FFF2-40B4-BE49-F238E27FC236}">
                <a16:creationId xmlns:a16="http://schemas.microsoft.com/office/drawing/2014/main" id="{A713FB47-2174-4EC5-8487-7A4A719ACEA6}"/>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FBFC4501-3473-4841-BBB5-EE9D95BDB1BD}"/>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Privacy controls should reduce what is shared and limit how long it remains identifiable.</a:t>
            </a:r>
          </a:p>
        </p:txBody>
      </p:sp>
      <p:sp>
        <p:nvSpPr>
          <p:cNvPr id="7" name="Editable box: COLLECT">
            <a:extLst>
              <a:ext uri="{FF2B5EF4-FFF2-40B4-BE49-F238E27FC236}">
                <a16:creationId xmlns:a16="http://schemas.microsoft.com/office/drawing/2014/main" id="{AA1B0A18-2AE8-45FF-A6B0-283D9D3217D4}"/>
              </a:ext>
            </a:extLst>
          </p:cNvPr>
          <p:cNvSpPr>
            <a:spLocks noGrp="1"/>
          </p:cNvSpPr>
          <p:nvPr/>
        </p:nvSpPr>
        <p:spPr>
          <a:xfrm>
            <a:off x="952500" y="276225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COLLECT</a:t>
            </a:r>
          </a:p>
        </p:txBody>
      </p:sp>
      <p:sp>
        <p:nvSpPr>
          <p:cNvPr id="8" name="Editable box: PREPARE">
            <a:extLst>
              <a:ext uri="{FF2B5EF4-FFF2-40B4-BE49-F238E27FC236}">
                <a16:creationId xmlns:a16="http://schemas.microsoft.com/office/drawing/2014/main" id="{BA66AA2F-B2F4-4B50-82FB-62C35868264B}"/>
              </a:ext>
            </a:extLst>
          </p:cNvPr>
          <p:cNvSpPr>
            <a:spLocks noGrp="1"/>
          </p:cNvSpPr>
          <p:nvPr/>
        </p:nvSpPr>
        <p:spPr>
          <a:xfrm>
            <a:off x="3070860" y="2762250"/>
            <a:ext cx="181356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PREPARE</a:t>
            </a:r>
          </a:p>
        </p:txBody>
      </p:sp>
      <p:sp>
        <p:nvSpPr>
          <p:cNvPr id="9" name="Editable box: TRAIN / RETRIEVE">
            <a:extLst>
              <a:ext uri="{FF2B5EF4-FFF2-40B4-BE49-F238E27FC236}">
                <a16:creationId xmlns:a16="http://schemas.microsoft.com/office/drawing/2014/main" id="{BA8B6974-DC0A-4308-90D1-83AADEB93F0B}"/>
              </a:ext>
            </a:extLst>
          </p:cNvPr>
          <p:cNvSpPr>
            <a:spLocks noGrp="1"/>
          </p:cNvSpPr>
          <p:nvPr/>
        </p:nvSpPr>
        <p:spPr>
          <a:xfrm>
            <a:off x="5189220" y="2762250"/>
            <a:ext cx="181356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TRAIN / RETRIEVE</a:t>
            </a:r>
          </a:p>
        </p:txBody>
      </p:sp>
      <p:sp>
        <p:nvSpPr>
          <p:cNvPr id="10" name="Editable box: DEPLOY">
            <a:extLst>
              <a:ext uri="{FF2B5EF4-FFF2-40B4-BE49-F238E27FC236}">
                <a16:creationId xmlns:a16="http://schemas.microsoft.com/office/drawing/2014/main" id="{E2A1FF3D-8698-4167-9212-AD3F09FB1B83}"/>
              </a:ext>
            </a:extLst>
          </p:cNvPr>
          <p:cNvSpPr>
            <a:spLocks noGrp="1"/>
          </p:cNvSpPr>
          <p:nvPr/>
        </p:nvSpPr>
        <p:spPr>
          <a:xfrm>
            <a:off x="7307580" y="2762250"/>
            <a:ext cx="181356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DEPLOY</a:t>
            </a:r>
          </a:p>
        </p:txBody>
      </p:sp>
      <p:sp>
        <p:nvSpPr>
          <p:cNvPr id="11" name="Editable box: MONITOR">
            <a:extLst>
              <a:ext uri="{FF2B5EF4-FFF2-40B4-BE49-F238E27FC236}">
                <a16:creationId xmlns:a16="http://schemas.microsoft.com/office/drawing/2014/main" id="{DEC3E47B-8B57-4597-AB6B-68E5FC2ED65A}"/>
              </a:ext>
            </a:extLst>
          </p:cNvPr>
          <p:cNvSpPr>
            <a:spLocks noGrp="1"/>
          </p:cNvSpPr>
          <p:nvPr/>
        </p:nvSpPr>
        <p:spPr>
          <a:xfrm>
            <a:off x="9425940" y="2762250"/>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MONITOR</a:t>
            </a:r>
          </a:p>
        </p:txBody>
      </p:sp>
      <p:cxnSp>
        <p:nvCxnSpPr>
          <p:cNvPr id="30" name="Straight Arrow Connector 29"/>
          <p:cNvCxnSpPr>
            <a:stCxn id="7" idx="3"/>
            <a:endCxn id="8" idx="1"/>
          </p:cNvCxnSpPr>
          <p:nvPr/>
        </p:nvCxnSpPr>
        <p:spPr>
          <a:xfrm>
            <a:off x="2766060" y="3238500"/>
            <a:ext cx="304800" cy="0"/>
          </a:xfrm>
          <a:prstGeom prst="straightConnector1">
            <a:avLst/>
          </a:prstGeom>
          <a:ln w="19050">
            <a:solidFill>
              <a:srgbClr val="5E6875"/>
            </a:solidFill>
            <a:prstDash val="solid"/>
            <a:headEnd type="none" w="med" len="med"/>
            <a:tailEnd type="arrow" w="med" len="med"/>
          </a:ln>
        </p:spPr>
      </p:cxnSp>
      <p:cxnSp>
        <p:nvCxnSpPr>
          <p:cNvPr id="31" name="Straight Arrow Connector 30"/>
          <p:cNvCxnSpPr>
            <a:stCxn id="8" idx="3"/>
            <a:endCxn id="9" idx="1"/>
          </p:cNvCxnSpPr>
          <p:nvPr/>
        </p:nvCxnSpPr>
        <p:spPr>
          <a:xfrm>
            <a:off x="4884420" y="3238500"/>
            <a:ext cx="304800" cy="0"/>
          </a:xfrm>
          <a:prstGeom prst="straightConnector1">
            <a:avLst/>
          </a:prstGeom>
          <a:ln w="19050">
            <a:solidFill>
              <a:srgbClr val="5E6875"/>
            </a:solidFill>
            <a:prstDash val="solid"/>
            <a:headEnd type="none" w="med" len="med"/>
            <a:tailEnd type="arrow" w="med" len="med"/>
          </a:ln>
        </p:spPr>
      </p:cxnSp>
      <p:cxnSp>
        <p:nvCxnSpPr>
          <p:cNvPr id="32" name="Straight Arrow Connector 31"/>
          <p:cNvCxnSpPr>
            <a:stCxn id="9" idx="3"/>
            <a:endCxn id="10" idx="1"/>
          </p:cNvCxnSpPr>
          <p:nvPr/>
        </p:nvCxnSpPr>
        <p:spPr>
          <a:xfrm>
            <a:off x="7002780" y="3238500"/>
            <a:ext cx="304800" cy="0"/>
          </a:xfrm>
          <a:prstGeom prst="straightConnector1">
            <a:avLst/>
          </a:prstGeom>
          <a:ln w="19050">
            <a:solidFill>
              <a:srgbClr val="5E6875"/>
            </a:solidFill>
            <a:prstDash val="solid"/>
            <a:headEnd type="none" w="med" len="med"/>
            <a:tailEnd type="arrow" w="med" len="med"/>
          </a:ln>
        </p:spPr>
      </p:cxnSp>
      <p:cxnSp>
        <p:nvCxnSpPr>
          <p:cNvPr id="33" name="Straight Arrow Connector 32"/>
          <p:cNvCxnSpPr>
            <a:stCxn id="10" idx="3"/>
            <a:endCxn id="11" idx="1"/>
          </p:cNvCxnSpPr>
          <p:nvPr/>
        </p:nvCxnSpPr>
        <p:spPr>
          <a:xfrm>
            <a:off x="9121140" y="3238500"/>
            <a:ext cx="304800" cy="0"/>
          </a:xfrm>
          <a:prstGeom prst="straightConnector1">
            <a:avLst/>
          </a:prstGeom>
          <a:ln w="19050">
            <a:solidFill>
              <a:srgbClr val="5E6875"/>
            </a:solidFill>
            <a:prstDash val="solid"/>
            <a:headEnd type="none" w="med" len="med"/>
            <a:tailEnd type="arrow" w="med" len="med"/>
          </a:ln>
        </p:spPr>
      </p:cxnSp>
      <p:sp>
        <p:nvSpPr>
          <p:cNvPr id="16" name="Editable text">
            <a:extLst>
              <a:ext uri="{FF2B5EF4-FFF2-40B4-BE49-F238E27FC236}">
                <a16:creationId xmlns:a16="http://schemas.microsoft.com/office/drawing/2014/main" id="{8B48B279-9115-4849-8911-95ECC50E7A61}"/>
              </a:ext>
            </a:extLst>
          </p:cNvPr>
          <p:cNvSpPr>
            <a:spLocks noGrp="1"/>
          </p:cNvSpPr>
          <p:nvPr/>
        </p:nvSpPr>
        <p:spPr>
          <a:xfrm>
            <a:off x="1285875" y="4000500"/>
            <a:ext cx="1333500" cy="285750"/>
          </a:xfrm>
          <a:prstGeom prst="rect">
            <a:avLst/>
          </a:prstGeom>
          <a:noFill/>
          <a:ln w="0">
            <a:noFill/>
          </a:ln>
        </p:spPr>
        <p:txBody>
          <a:bodyPr anchor="ctr"/>
          <a:lstStyle/>
          <a:p>
            <a:pPr algn="ctr">
              <a:defRPr sz="1275" b="0">
                <a:solidFill>
                  <a:srgbClr val="2F73E8"/>
                </a:solidFill>
              </a:defRPr>
            </a:pPr>
            <a:r>
              <a:rPr sz="1275" b="0">
                <a:solidFill>
                  <a:srgbClr val="2F73E8"/>
                </a:solidFill>
              </a:rPr>
              <a:t>minimize</a:t>
            </a:r>
          </a:p>
        </p:txBody>
      </p:sp>
      <p:sp>
        <p:nvSpPr>
          <p:cNvPr id="17" name="Editable text">
            <a:extLst>
              <a:ext uri="{FF2B5EF4-FFF2-40B4-BE49-F238E27FC236}">
                <a16:creationId xmlns:a16="http://schemas.microsoft.com/office/drawing/2014/main" id="{855115B6-7F8B-4FA5-B905-3FEAC2D1F2FB}"/>
              </a:ext>
            </a:extLst>
          </p:cNvPr>
          <p:cNvSpPr>
            <a:spLocks noGrp="1"/>
          </p:cNvSpPr>
          <p:nvPr/>
        </p:nvSpPr>
        <p:spPr>
          <a:xfrm>
            <a:off x="3381375" y="4000500"/>
            <a:ext cx="1333500" cy="285750"/>
          </a:xfrm>
          <a:prstGeom prst="rect">
            <a:avLst/>
          </a:prstGeom>
          <a:noFill/>
          <a:ln w="0">
            <a:noFill/>
          </a:ln>
        </p:spPr>
        <p:txBody>
          <a:bodyPr anchor="ctr"/>
          <a:lstStyle/>
          <a:p>
            <a:pPr algn="ctr">
              <a:defRPr sz="1275" b="0">
                <a:solidFill>
                  <a:srgbClr val="E85A33"/>
                </a:solidFill>
              </a:defRPr>
            </a:pPr>
            <a:r>
              <a:rPr sz="1275" b="0">
                <a:solidFill>
                  <a:srgbClr val="E85A33"/>
                </a:solidFill>
              </a:rPr>
              <a:t>sanitize</a:t>
            </a:r>
          </a:p>
        </p:txBody>
      </p:sp>
      <p:sp>
        <p:nvSpPr>
          <p:cNvPr id="18" name="Editable text">
            <a:extLst>
              <a:ext uri="{FF2B5EF4-FFF2-40B4-BE49-F238E27FC236}">
                <a16:creationId xmlns:a16="http://schemas.microsoft.com/office/drawing/2014/main" id="{DC8EB77F-9DB4-46F0-BB0B-9273DA16A154}"/>
              </a:ext>
            </a:extLst>
          </p:cNvPr>
          <p:cNvSpPr>
            <a:spLocks noGrp="1"/>
          </p:cNvSpPr>
          <p:nvPr/>
        </p:nvSpPr>
        <p:spPr>
          <a:xfrm>
            <a:off x="5524500" y="4000500"/>
            <a:ext cx="1333500" cy="285750"/>
          </a:xfrm>
          <a:prstGeom prst="rect">
            <a:avLst/>
          </a:prstGeom>
          <a:noFill/>
          <a:ln w="0">
            <a:noFill/>
          </a:ln>
        </p:spPr>
        <p:txBody>
          <a:bodyPr anchor="ctr"/>
          <a:lstStyle/>
          <a:p>
            <a:pPr algn="ctr">
              <a:defRPr sz="1275" b="0">
                <a:solidFill>
                  <a:srgbClr val="2E9B63"/>
                </a:solidFill>
              </a:defRPr>
            </a:pPr>
            <a:r>
              <a:rPr sz="1275" b="0">
                <a:solidFill>
                  <a:srgbClr val="2E9B63"/>
                </a:solidFill>
              </a:rPr>
              <a:t>isolate</a:t>
            </a:r>
          </a:p>
        </p:txBody>
      </p:sp>
      <p:sp>
        <p:nvSpPr>
          <p:cNvPr id="19" name="Editable text">
            <a:extLst>
              <a:ext uri="{FF2B5EF4-FFF2-40B4-BE49-F238E27FC236}">
                <a16:creationId xmlns:a16="http://schemas.microsoft.com/office/drawing/2014/main" id="{976CB13C-6F16-4D4F-8D0C-6F3B1DA51F06}"/>
              </a:ext>
            </a:extLst>
          </p:cNvPr>
          <p:cNvSpPr>
            <a:spLocks noGrp="1"/>
          </p:cNvSpPr>
          <p:nvPr/>
        </p:nvSpPr>
        <p:spPr>
          <a:xfrm>
            <a:off x="7524750" y="4000500"/>
            <a:ext cx="1619250" cy="285750"/>
          </a:xfrm>
          <a:prstGeom prst="rect">
            <a:avLst/>
          </a:prstGeom>
          <a:noFill/>
          <a:ln w="0">
            <a:noFill/>
          </a:ln>
        </p:spPr>
        <p:txBody>
          <a:bodyPr anchor="ctr"/>
          <a:lstStyle/>
          <a:p>
            <a:pPr algn="ctr">
              <a:defRPr sz="1275" b="0">
                <a:solidFill>
                  <a:srgbClr val="7457C8"/>
                </a:solidFill>
              </a:defRPr>
            </a:pPr>
            <a:r>
              <a:rPr sz="1275" b="0">
                <a:solidFill>
                  <a:srgbClr val="7457C8"/>
                </a:solidFill>
              </a:rPr>
              <a:t>control access</a:t>
            </a:r>
          </a:p>
        </p:txBody>
      </p:sp>
      <p:sp>
        <p:nvSpPr>
          <p:cNvPr id="20" name="Editable text">
            <a:extLst>
              <a:ext uri="{FF2B5EF4-FFF2-40B4-BE49-F238E27FC236}">
                <a16:creationId xmlns:a16="http://schemas.microsoft.com/office/drawing/2014/main" id="{E7C1810E-63DA-46EC-901A-3EF8908F0F64}"/>
              </a:ext>
            </a:extLst>
          </p:cNvPr>
          <p:cNvSpPr>
            <a:spLocks noGrp="1"/>
          </p:cNvSpPr>
          <p:nvPr/>
        </p:nvSpPr>
        <p:spPr>
          <a:xfrm>
            <a:off x="9667875" y="4000500"/>
            <a:ext cx="1428750" cy="285750"/>
          </a:xfrm>
          <a:prstGeom prst="rect">
            <a:avLst/>
          </a:prstGeom>
          <a:noFill/>
          <a:ln w="0">
            <a:noFill/>
          </a:ln>
        </p:spPr>
        <p:txBody>
          <a:bodyPr anchor="ctr"/>
          <a:lstStyle/>
          <a:p>
            <a:pPr algn="ctr">
              <a:defRPr sz="1275" b="0">
                <a:solidFill>
                  <a:srgbClr val="D83B42"/>
                </a:solidFill>
              </a:defRPr>
            </a:pPr>
            <a:r>
              <a:rPr sz="1275" b="0">
                <a:solidFill>
                  <a:srgbClr val="D83B42"/>
                </a:solidFill>
              </a:rPr>
              <a:t>audit + delete</a:t>
            </a:r>
          </a:p>
        </p:txBody>
      </p:sp>
      <p:sp>
        <p:nvSpPr>
          <p:cNvPr id="21" name="Editable box: Combine technical controls with access policy, training, logging, and incident response.">
            <a:extLst>
              <a:ext uri="{FF2B5EF4-FFF2-40B4-BE49-F238E27FC236}">
                <a16:creationId xmlns:a16="http://schemas.microsoft.com/office/drawing/2014/main" id="{527B9DCE-8C78-4BDB-8E6A-CCAF211758A6}"/>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Combine technical controls with access policy, training, logging, and incident response.</a:t>
            </a:r>
          </a:p>
        </p:txBody>
      </p:sp>
    </p:spTree>
    <p:extLst>
      <p:ext uri="{BB962C8B-B14F-4D97-AF65-F5344CB8AC3E}">
        <p14:creationId xmlns:p14="http://schemas.microsoft.com/office/powerpoint/2010/main" val="40862565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The Samsung Incident Was a Data-Disclosure Failure</a:t>
            </a:r>
          </a:p>
        </p:txBody>
      </p:sp>
      <p:sp>
        <p:nvSpPr>
          <p:cNvPr id="5" name="Editable content rail">
            <a:extLst>
              <a:ext uri="{FF2B5EF4-FFF2-40B4-BE49-F238E27FC236}">
                <a16:creationId xmlns:a16="http://schemas.microsoft.com/office/drawing/2014/main" id="{31C52D17-10DF-4D01-9394-AACB9F856BB6}"/>
              </a:ext>
            </a:extLst>
          </p:cNvPr>
          <p:cNvSpPr>
            <a:spLocks noGrp="1"/>
          </p:cNvSpPr>
          <p:nvPr/>
        </p:nvSpPr>
        <p:spPr>
          <a:xfrm>
            <a:off x="628650" y="1619250"/>
            <a:ext cx="38100" cy="4429125"/>
          </a:xfrm>
          <a:prstGeom prst="rect">
            <a:avLst/>
          </a:prstGeom>
          <a:solidFill>
            <a:srgbClr val="2F73E8"/>
          </a:solidFill>
          <a:ln w="0">
            <a:noFill/>
          </a:ln>
        </p:spPr>
        <p:txBody>
          <a:bodyPr/>
          <a:lstStyle/>
          <a:p>
            <a:endParaRPr/>
          </a:p>
        </p:txBody>
      </p:sp>
      <p:sp>
        <p:nvSpPr>
          <p:cNvPr id="6" name="Editable text">
            <a:extLst>
              <a:ext uri="{FF2B5EF4-FFF2-40B4-BE49-F238E27FC236}">
                <a16:creationId xmlns:a16="http://schemas.microsoft.com/office/drawing/2014/main" id="{7800A8C6-2EA4-4F81-A34D-0C8A3194DE37}"/>
              </a:ext>
            </a:extLst>
          </p:cNvPr>
          <p:cNvSpPr>
            <a:spLocks noGrp="1"/>
          </p:cNvSpPr>
          <p:nvPr/>
        </p:nvSpPr>
        <p:spPr>
          <a:xfrm>
            <a:off x="933450" y="1581150"/>
            <a:ext cx="10287000" cy="476250"/>
          </a:xfrm>
          <a:prstGeom prst="rect">
            <a:avLst/>
          </a:prstGeom>
          <a:noFill/>
          <a:ln w="0">
            <a:noFill/>
          </a:ln>
        </p:spPr>
        <p:txBody>
          <a:bodyPr anchor="ctr"/>
          <a:lstStyle/>
          <a:p>
            <a:pPr algn="l">
              <a:buNone/>
              <a:defRPr sz="1500" b="0">
                <a:solidFill>
                  <a:srgbClr val="5E6875"/>
                </a:solidFill>
              </a:defRPr>
            </a:pPr>
            <a:r>
              <a:rPr sz="1500" b="0">
                <a:solidFill>
                  <a:srgbClr val="5E6875"/>
                </a:solidFill>
              </a:rPr>
              <a:t>Employees pasted proprietary code and meeting information into an unapproved public service.</a:t>
            </a:r>
          </a:p>
        </p:txBody>
      </p:sp>
      <p:sp>
        <p:nvSpPr>
          <p:cNvPr id="7" name="Editable box: Sensitive data">
            <a:extLst>
              <a:ext uri="{FF2B5EF4-FFF2-40B4-BE49-F238E27FC236}">
                <a16:creationId xmlns:a16="http://schemas.microsoft.com/office/drawing/2014/main" id="{2BBB94EF-07C9-41D7-BA07-97ED2D3D0B00}"/>
              </a:ext>
            </a:extLst>
          </p:cNvPr>
          <p:cNvSpPr>
            <a:spLocks noGrp="1"/>
          </p:cNvSpPr>
          <p:nvPr/>
        </p:nvSpPr>
        <p:spPr>
          <a:xfrm>
            <a:off x="952500" y="2857500"/>
            <a:ext cx="2343150" cy="952500"/>
          </a:xfrm>
          <a:prstGeom prst="roundRect">
            <a:avLst>
              <a:gd name="adj" fmla="val 14000"/>
            </a:avLst>
          </a:prstGeom>
          <a:solidFill>
            <a:srgbClr val="EFF5FF"/>
          </a:solidFill>
          <a:ln w="14288">
            <a:solidFill>
              <a:srgbClr val="2F73E8"/>
            </a:solidFill>
            <a:prstDash val="solid"/>
          </a:ln>
        </p:spPr>
        <p:txBody>
          <a:bodyPr anchor="ctr"/>
          <a:lstStyle/>
          <a:p>
            <a:pPr algn="ctr">
              <a:buNone/>
              <a:defRPr sz="1500" b="1">
                <a:solidFill>
                  <a:srgbClr val="262626"/>
                </a:solidFill>
              </a:defRPr>
            </a:pPr>
            <a:r>
              <a:rPr sz="1500" b="1">
                <a:solidFill>
                  <a:srgbClr val="262626"/>
                </a:solidFill>
              </a:rPr>
              <a:t>Sensitive data</a:t>
            </a:r>
          </a:p>
        </p:txBody>
      </p:sp>
      <p:sp>
        <p:nvSpPr>
          <p:cNvPr id="8" name="Editable box: Public GenAI service">
            <a:extLst>
              <a:ext uri="{FF2B5EF4-FFF2-40B4-BE49-F238E27FC236}">
                <a16:creationId xmlns:a16="http://schemas.microsoft.com/office/drawing/2014/main" id="{F05AD5FE-0A9B-4B86-B13A-4F9EC4FFC514}"/>
              </a:ext>
            </a:extLst>
          </p:cNvPr>
          <p:cNvSpPr>
            <a:spLocks noGrp="1"/>
          </p:cNvSpPr>
          <p:nvPr/>
        </p:nvSpPr>
        <p:spPr>
          <a:xfrm>
            <a:off x="3600450" y="2857500"/>
            <a:ext cx="2343150" cy="952500"/>
          </a:xfrm>
          <a:prstGeom prst="roundRect">
            <a:avLst>
              <a:gd name="adj" fmla="val 14000"/>
            </a:avLst>
          </a:prstGeom>
          <a:solidFill>
            <a:srgbClr val="FFF4E8"/>
          </a:solidFill>
          <a:ln w="14288">
            <a:solidFill>
              <a:srgbClr val="E85A33"/>
            </a:solidFill>
            <a:prstDash val="solid"/>
          </a:ln>
        </p:spPr>
        <p:txBody>
          <a:bodyPr anchor="ctr"/>
          <a:lstStyle/>
          <a:p>
            <a:pPr algn="ctr">
              <a:buNone/>
              <a:defRPr sz="1500" b="1">
                <a:solidFill>
                  <a:srgbClr val="262626"/>
                </a:solidFill>
              </a:defRPr>
            </a:pPr>
            <a:r>
              <a:rPr sz="1500" b="1">
                <a:solidFill>
                  <a:srgbClr val="262626"/>
                </a:solidFill>
              </a:rPr>
              <a:t>Public GenAI service</a:t>
            </a:r>
          </a:p>
        </p:txBody>
      </p:sp>
      <p:sp>
        <p:nvSpPr>
          <p:cNvPr id="9" name="Editable box: External processing">
            <a:extLst>
              <a:ext uri="{FF2B5EF4-FFF2-40B4-BE49-F238E27FC236}">
                <a16:creationId xmlns:a16="http://schemas.microsoft.com/office/drawing/2014/main" id="{F5B8425B-1A99-4483-ACAA-AC2A1F69FC08}"/>
              </a:ext>
            </a:extLst>
          </p:cNvPr>
          <p:cNvSpPr>
            <a:spLocks noGrp="1"/>
          </p:cNvSpPr>
          <p:nvPr/>
        </p:nvSpPr>
        <p:spPr>
          <a:xfrm>
            <a:off x="6248400" y="2857500"/>
            <a:ext cx="2343150" cy="952500"/>
          </a:xfrm>
          <a:prstGeom prst="roundRect">
            <a:avLst>
              <a:gd name="adj" fmla="val 14000"/>
            </a:avLst>
          </a:prstGeom>
          <a:solidFill>
            <a:srgbClr val="ECF8F1"/>
          </a:solidFill>
          <a:ln w="14288">
            <a:solidFill>
              <a:srgbClr val="2E9B63"/>
            </a:solidFill>
            <a:prstDash val="solid"/>
          </a:ln>
        </p:spPr>
        <p:txBody>
          <a:bodyPr anchor="ctr"/>
          <a:lstStyle/>
          <a:p>
            <a:pPr algn="ctr">
              <a:buNone/>
              <a:defRPr sz="1500" b="1">
                <a:solidFill>
                  <a:srgbClr val="262626"/>
                </a:solidFill>
              </a:defRPr>
            </a:pPr>
            <a:r>
              <a:rPr sz="1500" b="1">
                <a:solidFill>
                  <a:srgbClr val="262626"/>
                </a:solidFill>
              </a:rPr>
              <a:t>External processing</a:t>
            </a:r>
          </a:p>
        </p:txBody>
      </p:sp>
      <p:sp>
        <p:nvSpPr>
          <p:cNvPr id="10" name="Editable box: Disclosure risk">
            <a:extLst>
              <a:ext uri="{FF2B5EF4-FFF2-40B4-BE49-F238E27FC236}">
                <a16:creationId xmlns:a16="http://schemas.microsoft.com/office/drawing/2014/main" id="{4EC3CDA1-6567-4066-B59B-129393FB1FA4}"/>
              </a:ext>
            </a:extLst>
          </p:cNvPr>
          <p:cNvSpPr>
            <a:spLocks noGrp="1"/>
          </p:cNvSpPr>
          <p:nvPr/>
        </p:nvSpPr>
        <p:spPr>
          <a:xfrm>
            <a:off x="8896350" y="2857500"/>
            <a:ext cx="2343150" cy="952500"/>
          </a:xfrm>
          <a:prstGeom prst="roundRect">
            <a:avLst>
              <a:gd name="adj" fmla="val 14000"/>
            </a:avLst>
          </a:prstGeom>
          <a:solidFill>
            <a:srgbClr val="F4F0FF"/>
          </a:solidFill>
          <a:ln w="14288">
            <a:solidFill>
              <a:srgbClr val="7457C8"/>
            </a:solidFill>
            <a:prstDash val="solid"/>
          </a:ln>
        </p:spPr>
        <p:txBody>
          <a:bodyPr anchor="ctr"/>
          <a:lstStyle/>
          <a:p>
            <a:pPr algn="ctr">
              <a:buNone/>
              <a:defRPr sz="1500" b="1">
                <a:solidFill>
                  <a:srgbClr val="262626"/>
                </a:solidFill>
              </a:defRPr>
            </a:pPr>
            <a:r>
              <a:rPr sz="1500" b="1">
                <a:solidFill>
                  <a:srgbClr val="262626"/>
                </a:solidFill>
              </a:rPr>
              <a:t>Disclosure risk</a:t>
            </a:r>
          </a:p>
        </p:txBody>
      </p:sp>
      <p:cxnSp>
        <p:nvCxnSpPr>
          <p:cNvPr id="65" name="Straight Arrow Connector 21"/>
          <p:cNvCxnSpPr>
            <a:stCxn id="7" idx="3"/>
            <a:endCxn id="8" idx="1"/>
          </p:cNvCxnSpPr>
          <p:nvPr/>
        </p:nvCxnSpPr>
        <p:spPr>
          <a:xfrm>
            <a:off x="3295650" y="3333750"/>
            <a:ext cx="304800" cy="0"/>
          </a:xfrm>
          <a:prstGeom prst="straightConnector1">
            <a:avLst/>
          </a:prstGeom>
          <a:ln w="19050">
            <a:solidFill>
              <a:srgbClr val="5E6875"/>
            </a:solidFill>
            <a:prstDash val="solid"/>
            <a:headEnd type="none" w="med" len="med"/>
            <a:tailEnd type="arrow" w="med" len="med"/>
          </a:ln>
        </p:spPr>
      </p:cxnSp>
      <p:cxnSp>
        <p:nvCxnSpPr>
          <p:cNvPr id="66" name="Straight Arrow Connector 22"/>
          <p:cNvCxnSpPr>
            <a:stCxn id="8" idx="3"/>
            <a:endCxn id="9" idx="1"/>
          </p:cNvCxnSpPr>
          <p:nvPr/>
        </p:nvCxnSpPr>
        <p:spPr>
          <a:xfrm>
            <a:off x="5943600" y="3333750"/>
            <a:ext cx="304800" cy="0"/>
          </a:xfrm>
          <a:prstGeom prst="straightConnector1">
            <a:avLst/>
          </a:prstGeom>
          <a:ln w="19050">
            <a:solidFill>
              <a:srgbClr val="5E6875"/>
            </a:solidFill>
            <a:prstDash val="solid"/>
            <a:headEnd type="none" w="med" len="med"/>
            <a:tailEnd type="arrow" w="med" len="med"/>
          </a:ln>
        </p:spPr>
      </p:cxnSp>
      <p:cxnSp>
        <p:nvCxnSpPr>
          <p:cNvPr id="67" name="Straight Arrow Connector 23"/>
          <p:cNvCxnSpPr>
            <a:stCxn id="9" idx="3"/>
            <a:endCxn id="10" idx="1"/>
          </p:cNvCxnSpPr>
          <p:nvPr/>
        </p:nvCxnSpPr>
        <p:spPr>
          <a:xfrm>
            <a:off x="8591550" y="3333750"/>
            <a:ext cx="304800" cy="0"/>
          </a:xfrm>
          <a:prstGeom prst="straightConnector1">
            <a:avLst/>
          </a:prstGeom>
          <a:ln w="19050">
            <a:solidFill>
              <a:srgbClr val="5E6875"/>
            </a:solidFill>
            <a:prstDash val="solid"/>
            <a:headEnd type="none" w="med" len="med"/>
            <a:tailEnd type="arrow" w="med" len="med"/>
          </a:ln>
        </p:spPr>
      </p:cxnSp>
      <p:sp>
        <p:nvSpPr>
          <p:cNvPr id="14" name="Editable box: Govern the data sent to external services; do not overstate unverified downstream model behavior.">
            <a:extLst>
              <a:ext uri="{FF2B5EF4-FFF2-40B4-BE49-F238E27FC236}">
                <a16:creationId xmlns:a16="http://schemas.microsoft.com/office/drawing/2014/main" id="{77081E73-19E7-4A5D-9B23-D8BDA86C209A}"/>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buNone/>
              <a:defRPr sz="1275" b="1">
                <a:solidFill>
                  <a:srgbClr val="184E8A"/>
                </a:solidFill>
              </a:defRPr>
            </a:pPr>
            <a:r>
              <a:rPr sz="1275" b="1">
                <a:solidFill>
                  <a:srgbClr val="184E8A"/>
                </a:solidFill>
              </a:rPr>
              <a:t>Govern the data sent to external services; do not overstate unverified downstream model behavior.</a:t>
            </a:r>
          </a:p>
        </p:txBody>
      </p:sp>
      <p:pic>
        <p:nvPicPr>
          <p:cNvPr id="69" name="Developer workspace photo for data disclosure case"/>
          <p:cNvPicPr>
            <a:picLocks noChangeAspect="1"/>
          </p:cNvPicPr>
          <p:nvPr/>
        </p:nvPicPr>
        <p:blipFill>
          <a:blip r:embed="rId3"/>
          <a:srcRect t="28936" b="28936"/>
          <a:stretch>
            <a:fillRect/>
          </a:stretch>
        </p:blipFill>
        <p:spPr>
          <a:xfrm>
            <a:off x="1238250" y="4171950"/>
            <a:ext cx="4476750" cy="1257300"/>
          </a:xfrm>
          <a:prstGeom prst="roundRect">
            <a:avLst>
              <a:gd name="adj" fmla="val 9091"/>
            </a:avLst>
          </a:prstGeom>
        </p:spPr>
      </p:pic>
      <p:sp>
        <p:nvSpPr>
          <p:cNvPr id="56" name="Editable Samsung incident caption">
            <a:extLst>
              <a:ext uri="{FF2B5EF4-FFF2-40B4-BE49-F238E27FC236}">
                <a16:creationId xmlns:a16="http://schemas.microsoft.com/office/drawing/2014/main" id="{CDF1C791-3494-45CB-A39D-4A540C6F2CBA}"/>
              </a:ext>
            </a:extLst>
          </p:cNvPr>
          <p:cNvSpPr>
            <a:spLocks noGrp="1"/>
          </p:cNvSpPr>
          <p:nvPr/>
        </p:nvSpPr>
        <p:spPr>
          <a:xfrm>
            <a:off x="1352550" y="5029200"/>
            <a:ext cx="4248150" cy="304800"/>
          </a:xfrm>
          <a:prstGeom prst="roundRect">
            <a:avLst>
              <a:gd name="adj" fmla="val 25000"/>
            </a:avLst>
          </a:prstGeom>
          <a:solidFill>
            <a:srgbClr val="D95532"/>
          </a:solidFill>
          <a:ln w="0">
            <a:solidFill>
              <a:srgbClr val="D95532"/>
            </a:solidFill>
            <a:prstDash val="solid"/>
          </a:ln>
        </p:spPr>
        <p:txBody>
          <a:bodyPr lIns="66675" tIns="28575" rIns="66675" bIns="28575" anchor="ctr">
            <a:normAutofit/>
          </a:bodyPr>
          <a:lstStyle/>
          <a:p>
            <a:pPr algn="ctr">
              <a:defRPr sz="1125" b="1">
                <a:solidFill>
                  <a:srgbClr val="FFFFFF"/>
                </a:solidFill>
              </a:defRPr>
            </a:pPr>
            <a:r>
              <a:rPr sz="1125" b="1">
                <a:solidFill>
                  <a:srgbClr val="FFFFFF"/>
                </a:solidFill>
              </a:rPr>
              <a:t>PROPRIETARY CODE  →  PUBLIC SERVICE</a:t>
            </a:r>
          </a:p>
        </p:txBody>
      </p:sp>
      <p:sp>
        <p:nvSpPr>
          <p:cNvPr id="57" name="Editable Samsung governance interpretation">
            <a:extLst>
              <a:ext uri="{FF2B5EF4-FFF2-40B4-BE49-F238E27FC236}">
                <a16:creationId xmlns:a16="http://schemas.microsoft.com/office/drawing/2014/main" id="{AC98DA6C-D671-4829-849F-62F20488EABD}"/>
              </a:ext>
            </a:extLst>
          </p:cNvPr>
          <p:cNvSpPr>
            <a:spLocks noGrp="1"/>
          </p:cNvSpPr>
          <p:nvPr/>
        </p:nvSpPr>
        <p:spPr>
          <a:xfrm>
            <a:off x="6048375" y="4171950"/>
            <a:ext cx="4714875" cy="1257300"/>
          </a:xfrm>
          <a:prstGeom prst="roundRect">
            <a:avLst>
              <a:gd name="adj" fmla="val 9091"/>
            </a:avLst>
          </a:prstGeom>
          <a:solidFill>
            <a:srgbClr val="EEF4FB"/>
          </a:solidFill>
          <a:ln w="14288">
            <a:solidFill>
              <a:srgbClr val="1F5592"/>
            </a:solidFill>
            <a:prstDash val="solid"/>
          </a:ln>
        </p:spPr>
        <p:txBody>
          <a:bodyPr lIns="133350" tIns="95250" rIns="133350" bIns="95250" anchor="ctr">
            <a:normAutofit/>
          </a:bodyPr>
          <a:lstStyle/>
          <a:p>
            <a:pPr algn="l">
              <a:defRPr sz="1500" b="0">
                <a:solidFill>
                  <a:srgbClr val="262626"/>
                </a:solidFill>
              </a:defRPr>
            </a:pPr>
            <a:r>
              <a:rPr sz="1500" b="0">
                <a:solidFill>
                  <a:srgbClr val="262626"/>
                </a:solidFill>
              </a:rPr>
              <a:t>THE GOVERNANCE FAILURE</a:t>
            </a:r>
          </a:p>
          <a:p>
            <a:pPr algn="l">
              <a:defRPr sz="1500" b="0">
                <a:solidFill>
                  <a:srgbClr val="262626"/>
                </a:solidFill>
              </a:defRPr>
            </a:pPr>
            <a:r>
              <a:rPr sz="1500" b="0">
                <a:solidFill>
                  <a:srgbClr val="262626"/>
                </a:solidFill>
              </a:rPr>
              <a:t>Sensitive data left the controlled environment before any downstream model behavior needed to be assumed.</a:t>
            </a:r>
          </a:p>
        </p:txBody>
      </p:sp>
    </p:spTree>
    <p:extLst>
      <p:ext uri="{BB962C8B-B14F-4D97-AF65-F5344CB8AC3E}">
        <p14:creationId xmlns:p14="http://schemas.microsoft.com/office/powerpoint/2010/main" val="29324616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Training Data Raises a Rights Question</a:t>
            </a:r>
          </a:p>
        </p:txBody>
      </p:sp>
      <p:sp>
        <p:nvSpPr>
          <p:cNvPr id="13" name="Restored content rail">
            <a:extLst>
              <a:ext uri="{FF2B5EF4-FFF2-40B4-BE49-F238E27FC236}">
                <a16:creationId xmlns:a16="http://schemas.microsoft.com/office/drawing/2014/main" id="{49BE91ED-67C3-4718-9D72-FCBDC882AE84}"/>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transition statement">
            <a:extLst>
              <a:ext uri="{FF2B5EF4-FFF2-40B4-BE49-F238E27FC236}">
                <a16:creationId xmlns:a16="http://schemas.microsoft.com/office/drawing/2014/main" id="{AD525744-09F1-4CDB-B3EA-2B032100E0C2}"/>
              </a:ext>
            </a:extLst>
          </p:cNvPr>
          <p:cNvSpPr>
            <a:spLocks noGrp="1"/>
          </p:cNvSpPr>
          <p:nvPr/>
        </p:nvSpPr>
        <p:spPr>
          <a:xfrm>
            <a:off x="1238250" y="1952625"/>
            <a:ext cx="9715500" cy="1095375"/>
          </a:xfrm>
          <a:prstGeom prst="rect">
            <a:avLst/>
          </a:prstGeom>
          <a:noFill/>
          <a:ln w="0">
            <a:noFill/>
            <a:prstDash val="solid"/>
          </a:ln>
        </p:spPr>
        <p:txBody>
          <a:bodyPr wrap="square" lIns="28575" tIns="19050" rIns="28575" bIns="19050" anchor="ctr">
            <a:noAutofit/>
          </a:bodyPr>
          <a:lstStyle/>
          <a:p>
            <a:pPr>
              <a:buNone/>
              <a:defRPr sz="1800"/>
            </a:pPr>
            <a:r>
              <a:rPr sz="2000" b="1">
                <a:solidFill>
                  <a:srgbClr val="262626"/>
                </a:solidFill>
                <a:latin typeface="Calibri"/>
                <a:ea typeface="Calibri"/>
                <a:cs typeface="Calibri"/>
              </a:rPr>
              <a:t>Learning from public content does not automatically resolve whether collection, transformation, or reuse is authorized.</a:t>
            </a:r>
          </a:p>
        </p:txBody>
      </p:sp>
      <p:sp>
        <p:nvSpPr>
          <p:cNvPr id="15" name="Transition divider">
            <a:extLst>
              <a:ext uri="{FF2B5EF4-FFF2-40B4-BE49-F238E27FC236}">
                <a16:creationId xmlns:a16="http://schemas.microsoft.com/office/drawing/2014/main" id="{04C4A8CA-7EB0-4424-98F3-CCF80483F1EF}"/>
              </a:ext>
            </a:extLst>
          </p:cNvPr>
          <p:cNvSpPr>
            <a:spLocks noGrp="1"/>
          </p:cNvSpPr>
          <p:nvPr/>
        </p:nvSpPr>
        <p:spPr>
          <a:xfrm>
            <a:off x="1238250" y="3190875"/>
            <a:ext cx="9715500" cy="19050"/>
          </a:xfrm>
          <a:prstGeom prst="rect">
            <a:avLst/>
          </a:prstGeom>
          <a:solidFill>
            <a:srgbClr val="D7DEE8"/>
          </a:solidFill>
          <a:ln w="0">
            <a:noFill/>
            <a:prstDash val="solid"/>
          </a:ln>
        </p:spPr>
        <p:txBody>
          <a:bodyPr/>
          <a:lstStyle/>
          <a:p>
            <a:endParaRPr/>
          </a:p>
        </p:txBody>
      </p:sp>
      <p:sp>
        <p:nvSpPr>
          <p:cNvPr id="16" name="Restored transition points">
            <a:extLst>
              <a:ext uri="{FF2B5EF4-FFF2-40B4-BE49-F238E27FC236}">
                <a16:creationId xmlns:a16="http://schemas.microsoft.com/office/drawing/2014/main" id="{A3244110-1222-405F-905D-C95377C977B9}"/>
              </a:ext>
            </a:extLst>
          </p:cNvPr>
          <p:cNvSpPr>
            <a:spLocks noGrp="1"/>
          </p:cNvSpPr>
          <p:nvPr/>
        </p:nvSpPr>
        <p:spPr>
          <a:xfrm>
            <a:off x="1381125" y="3476625"/>
            <a:ext cx="9334500" cy="1714500"/>
          </a:xfrm>
          <a:prstGeom prst="rect">
            <a:avLst/>
          </a:prstGeom>
          <a:noFill/>
          <a:ln w="0">
            <a:noFill/>
            <a:prstDash val="solid"/>
          </a:ln>
        </p:spPr>
        <p:txBody>
          <a:bodyPr wrap="square" lIns="19050" tIns="19050" rIns="38100" bIns="19050" anchor="t">
            <a:noAutofit/>
          </a:bodyPr>
          <a:lstStyle/>
          <a:p>
            <a:pPr marL="24" indent="-15">
              <a:spcAft>
                <a:spcPts val="9"/>
              </a:spcAft>
              <a:buChar char="•"/>
              <a:defRPr sz="1800"/>
            </a:pPr>
            <a:r>
              <a:rPr sz="2000">
                <a:solidFill>
                  <a:srgbClr val="262626"/>
                </a:solidFill>
                <a:latin typeface="Calibri"/>
                <a:ea typeface="Calibri"/>
                <a:cs typeface="Calibri"/>
              </a:rPr>
              <a:t> Was the material licensed, public-domain, or subject to an applicable exception?</a:t>
            </a:r>
          </a:p>
          <a:p>
            <a:pPr marL="24" indent="-15">
              <a:spcAft>
                <a:spcPts val="9"/>
              </a:spcAft>
              <a:buChar char="•"/>
              <a:defRPr sz="1800"/>
            </a:pPr>
            <a:r>
              <a:rPr sz="2000">
                <a:solidFill>
                  <a:srgbClr val="262626"/>
                </a:solidFill>
                <a:latin typeface="Calibri"/>
                <a:ea typeface="Calibri"/>
                <a:cs typeface="Calibri"/>
              </a:rPr>
              <a:t> Did the source communicate a contractual, access-control, or machine-readable restriction?</a:t>
            </a:r>
          </a:p>
          <a:p>
            <a:pPr marL="24" indent="-15">
              <a:spcAft>
                <a:spcPts val="9"/>
              </a:spcAft>
              <a:buChar char="•"/>
              <a:defRPr sz="1800"/>
            </a:pPr>
            <a:r>
              <a:rPr sz="2000">
                <a:solidFill>
                  <a:srgbClr val="262626"/>
                </a:solidFill>
                <a:latin typeface="Calibri"/>
                <a:ea typeface="Calibri"/>
                <a:cs typeface="Calibri"/>
              </a:rPr>
              <a:t> Can the model reproduce protected expression or proprietary information?</a:t>
            </a:r>
          </a:p>
        </p:txBody>
      </p:sp>
      <p:sp>
        <p:nvSpPr>
          <p:cNvPr id="17" name="Restored takeaway background">
            <a:extLst>
              <a:ext uri="{FF2B5EF4-FFF2-40B4-BE49-F238E27FC236}">
                <a16:creationId xmlns:a16="http://schemas.microsoft.com/office/drawing/2014/main" id="{9C3F39C2-42B7-457A-957D-3B3F378A0F7F}"/>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18" name="Restored takeaway">
            <a:extLst>
              <a:ext uri="{FF2B5EF4-FFF2-40B4-BE49-F238E27FC236}">
                <a16:creationId xmlns:a16="http://schemas.microsoft.com/office/drawing/2014/main" id="{1007DCB7-C35D-4343-A4B7-7F78C9EC08CC}"/>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IP risk begins with data provenance and continues through model outputs and downstream use.</a:t>
            </a:r>
          </a:p>
        </p:txBody>
      </p:sp>
    </p:spTree>
    <p:extLst>
      <p:ext uri="{BB962C8B-B14F-4D97-AF65-F5344CB8AC3E}">
        <p14:creationId xmlns:p14="http://schemas.microsoft.com/office/powerpoint/2010/main" val="14776488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Copyright Risk Has Two Sides</a:t>
            </a:r>
          </a:p>
        </p:txBody>
      </p:sp>
      <p:sp>
        <p:nvSpPr>
          <p:cNvPr id="5" name="Editable content rail">
            <a:extLst>
              <a:ext uri="{FF2B5EF4-FFF2-40B4-BE49-F238E27FC236}">
                <a16:creationId xmlns:a16="http://schemas.microsoft.com/office/drawing/2014/main" id="{5E053521-CA94-486A-8166-C633E312ED4E}"/>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9E5FDBD3-967D-4648-A39C-3F3C2AB14959}"/>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Enterprise exposure can arise from both training material and generated output.</a:t>
            </a:r>
          </a:p>
        </p:txBody>
      </p:sp>
      <p:sp>
        <p:nvSpPr>
          <p:cNvPr id="7" name="Editable box: TRAINING-DATA RISK">
            <a:extLst>
              <a:ext uri="{FF2B5EF4-FFF2-40B4-BE49-F238E27FC236}">
                <a16:creationId xmlns:a16="http://schemas.microsoft.com/office/drawing/2014/main" id="{97164F8D-3DFF-4C5C-ADF6-7213E92689B0}"/>
              </a:ext>
            </a:extLst>
          </p:cNvPr>
          <p:cNvSpPr>
            <a:spLocks noGrp="1"/>
          </p:cNvSpPr>
          <p:nvPr/>
        </p:nvSpPr>
        <p:spPr>
          <a:xfrm>
            <a:off x="952500" y="2333625"/>
            <a:ext cx="4857750" cy="552450"/>
          </a:xfrm>
          <a:prstGeom prst="roundRect">
            <a:avLst>
              <a:gd name="adj" fmla="val 24138"/>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TRAINING-DATA RISK</a:t>
            </a:r>
          </a:p>
        </p:txBody>
      </p:sp>
      <p:sp>
        <p:nvSpPr>
          <p:cNvPr id="8" name="Editable text">
            <a:extLst>
              <a:ext uri="{FF2B5EF4-FFF2-40B4-BE49-F238E27FC236}">
                <a16:creationId xmlns:a16="http://schemas.microsoft.com/office/drawing/2014/main" id="{4E30D9F6-0DDD-41C6-9474-BF8005308A68}"/>
              </a:ext>
            </a:extLst>
          </p:cNvPr>
          <p:cNvSpPr>
            <a:spLocks noGrp="1"/>
          </p:cNvSpPr>
          <p:nvPr/>
        </p:nvSpPr>
        <p:spPr>
          <a:xfrm>
            <a:off x="114300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Provenance and licensing</a:t>
            </a:r>
          </a:p>
          <a:p>
            <a:pPr algn="l">
              <a:defRPr sz="1500" b="0">
                <a:solidFill>
                  <a:srgbClr val="262626"/>
                </a:solidFill>
              </a:defRPr>
            </a:pPr>
            <a:r>
              <a:rPr sz="1500" b="0">
                <a:solidFill>
                  <a:srgbClr val="262626"/>
                </a:solidFill>
              </a:rPr>
              <a:t>Copyrighted sources</a:t>
            </a:r>
          </a:p>
          <a:p>
            <a:pPr algn="l">
              <a:defRPr sz="1500" b="0">
                <a:solidFill>
                  <a:srgbClr val="262626"/>
                </a:solidFill>
              </a:defRPr>
            </a:pPr>
            <a:r>
              <a:rPr sz="1500" b="0">
                <a:solidFill>
                  <a:srgbClr val="262626"/>
                </a:solidFill>
              </a:rPr>
              <a:t>Personal and sensitive data</a:t>
            </a:r>
          </a:p>
          <a:p>
            <a:pPr algn="l">
              <a:defRPr sz="1500" b="0">
                <a:solidFill>
                  <a:srgbClr val="262626"/>
                </a:solidFill>
              </a:defRPr>
            </a:pPr>
            <a:r>
              <a:rPr sz="1500" b="0">
                <a:solidFill>
                  <a:srgbClr val="262626"/>
                </a:solidFill>
              </a:rPr>
              <a:t>Opt-out obligations</a:t>
            </a:r>
          </a:p>
        </p:txBody>
      </p:sp>
      <p:sp>
        <p:nvSpPr>
          <p:cNvPr id="9" name="Editable box: OUTPUT RISK">
            <a:extLst>
              <a:ext uri="{FF2B5EF4-FFF2-40B4-BE49-F238E27FC236}">
                <a16:creationId xmlns:a16="http://schemas.microsoft.com/office/drawing/2014/main" id="{5192D151-B06F-4A1E-86F1-3DCC8F43ECA8}"/>
              </a:ext>
            </a:extLst>
          </p:cNvPr>
          <p:cNvSpPr>
            <a:spLocks noGrp="1"/>
          </p:cNvSpPr>
          <p:nvPr/>
        </p:nvSpPr>
        <p:spPr>
          <a:xfrm>
            <a:off x="6381750" y="2333625"/>
            <a:ext cx="4857750" cy="552450"/>
          </a:xfrm>
          <a:prstGeom prst="roundRect">
            <a:avLst>
              <a:gd name="adj" fmla="val 24138"/>
            </a:avLst>
          </a:prstGeom>
          <a:solidFill>
            <a:srgbClr val="FFF2ED"/>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OUTPUT RISK</a:t>
            </a:r>
          </a:p>
        </p:txBody>
      </p:sp>
      <p:sp>
        <p:nvSpPr>
          <p:cNvPr id="10" name="Editable text">
            <a:extLst>
              <a:ext uri="{FF2B5EF4-FFF2-40B4-BE49-F238E27FC236}">
                <a16:creationId xmlns:a16="http://schemas.microsoft.com/office/drawing/2014/main" id="{F65AF4BF-5A1A-4083-B460-922410CFCF32}"/>
              </a:ext>
            </a:extLst>
          </p:cNvPr>
          <p:cNvSpPr>
            <a:spLocks noGrp="1"/>
          </p:cNvSpPr>
          <p:nvPr/>
        </p:nvSpPr>
        <p:spPr>
          <a:xfrm>
            <a:off x="657225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Memorized similarity</a:t>
            </a:r>
          </a:p>
          <a:p>
            <a:pPr algn="l">
              <a:defRPr sz="1500" b="0">
                <a:solidFill>
                  <a:srgbClr val="262626"/>
                </a:solidFill>
              </a:defRPr>
            </a:pPr>
            <a:r>
              <a:rPr sz="1500" b="0">
                <a:solidFill>
                  <a:srgbClr val="262626"/>
                </a:solidFill>
              </a:rPr>
              <a:t>Protected characters or code</a:t>
            </a:r>
          </a:p>
          <a:p>
            <a:pPr algn="l">
              <a:defRPr sz="1500" b="0">
                <a:solidFill>
                  <a:srgbClr val="262626"/>
                </a:solidFill>
              </a:defRPr>
            </a:pPr>
            <a:r>
              <a:rPr sz="1500" b="0">
                <a:solidFill>
                  <a:srgbClr val="262626"/>
                </a:solidFill>
              </a:rPr>
              <a:t>Trademark and defamation</a:t>
            </a:r>
          </a:p>
          <a:p>
            <a:pPr algn="l">
              <a:defRPr sz="1500" b="0">
                <a:solidFill>
                  <a:srgbClr val="262626"/>
                </a:solidFill>
              </a:defRPr>
            </a:pPr>
            <a:r>
              <a:rPr sz="1500" b="0">
                <a:solidFill>
                  <a:srgbClr val="262626"/>
                </a:solidFill>
              </a:rPr>
              <a:t>Use and approval process</a:t>
            </a:r>
          </a:p>
        </p:txBody>
      </p:sp>
      <p:sp>
        <p:nvSpPr>
          <p:cNvPr id="11" name="Editable box: Treat model procurement, training data, generated content, and publication as connected IP decisions.">
            <a:extLst>
              <a:ext uri="{FF2B5EF4-FFF2-40B4-BE49-F238E27FC236}">
                <a16:creationId xmlns:a16="http://schemas.microsoft.com/office/drawing/2014/main" id="{65B975B3-FC62-447E-B553-373C4ADAF45A}"/>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Treat model procurement, training data, generated content, and publication as connected IP decisions.</a:t>
            </a:r>
          </a:p>
        </p:txBody>
      </p:sp>
    </p:spTree>
    <p:extLst>
      <p:ext uri="{BB962C8B-B14F-4D97-AF65-F5344CB8AC3E}">
        <p14:creationId xmlns:p14="http://schemas.microsoft.com/office/powerpoint/2010/main" val="30820041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Use Licensing, Contracts, and Opt-Outs</a:t>
            </a:r>
          </a:p>
        </p:txBody>
      </p:sp>
      <p:sp>
        <p:nvSpPr>
          <p:cNvPr id="13" name="Restored content rail">
            <a:extLst>
              <a:ext uri="{FF2B5EF4-FFF2-40B4-BE49-F238E27FC236}">
                <a16:creationId xmlns:a16="http://schemas.microsoft.com/office/drawing/2014/main" id="{65B198CD-A333-45B5-A953-197C666817E1}"/>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D9ADCD8-CDD9-42B7-8148-9162052E4BE8}"/>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Responsible data sourcing requires documented rights, clear allocation of liability, and attention to technical and contractual signals.</a:t>
            </a:r>
          </a:p>
        </p:txBody>
      </p:sp>
      <p:sp>
        <p:nvSpPr>
          <p:cNvPr id="15" name="Framework heading 1">
            <a:extLst>
              <a:ext uri="{FF2B5EF4-FFF2-40B4-BE49-F238E27FC236}">
                <a16:creationId xmlns:a16="http://schemas.microsoft.com/office/drawing/2014/main" id="{C2871E59-410A-4444-999C-F21FF1DFF2B2}"/>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Licensing</a:t>
            </a:r>
          </a:p>
        </p:txBody>
      </p:sp>
      <p:sp>
        <p:nvSpPr>
          <p:cNvPr id="16" name="Framework body 1">
            <a:extLst>
              <a:ext uri="{FF2B5EF4-FFF2-40B4-BE49-F238E27FC236}">
                <a16:creationId xmlns:a16="http://schemas.microsoft.com/office/drawing/2014/main" id="{A01D9000-1ABB-42FA-8A0C-5F05A457801D}"/>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Acquire authorized datasets directly or through collective agreements with publishers, archives, and stock-media providers.</a:t>
            </a:r>
          </a:p>
        </p:txBody>
      </p:sp>
      <p:sp>
        <p:nvSpPr>
          <p:cNvPr id="17" name="Framework divider 1">
            <a:extLst>
              <a:ext uri="{FF2B5EF4-FFF2-40B4-BE49-F238E27FC236}">
                <a16:creationId xmlns:a16="http://schemas.microsoft.com/office/drawing/2014/main" id="{206C881F-DC59-4F83-8CE3-75D5207F29AF}"/>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4BE91B2C-9E93-40D7-9DEA-F227C7888358}"/>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Indemnification</a:t>
            </a:r>
          </a:p>
        </p:txBody>
      </p:sp>
      <p:sp>
        <p:nvSpPr>
          <p:cNvPr id="19" name="Framework body 2">
            <a:extLst>
              <a:ext uri="{FF2B5EF4-FFF2-40B4-BE49-F238E27FC236}">
                <a16:creationId xmlns:a16="http://schemas.microsoft.com/office/drawing/2014/main" id="{D38B8A20-8382-4808-91B6-B3DBE27C6547}"/>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Negotiate vendor responsibilities and protection for claims arising from approved model use.</a:t>
            </a:r>
          </a:p>
        </p:txBody>
      </p:sp>
      <p:sp>
        <p:nvSpPr>
          <p:cNvPr id="20" name="Framework divider 2">
            <a:extLst>
              <a:ext uri="{FF2B5EF4-FFF2-40B4-BE49-F238E27FC236}">
                <a16:creationId xmlns:a16="http://schemas.microsoft.com/office/drawing/2014/main" id="{7F3DE5E7-983E-42C4-AE0E-83F5CEE3EAB2}"/>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51716436-5936-4958-A88D-217AE79EC23A}"/>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Technical and legal signals</a:t>
            </a:r>
          </a:p>
        </p:txBody>
      </p:sp>
      <p:sp>
        <p:nvSpPr>
          <p:cNvPr id="22" name="Framework body 3">
            <a:extLst>
              <a:ext uri="{FF2B5EF4-FFF2-40B4-BE49-F238E27FC236}">
                <a16:creationId xmlns:a16="http://schemas.microsoft.com/office/drawing/2014/main" id="{2687DBFF-4B9F-4A9D-B663-6FDDFFCAE35C}"/>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Treat robots.txt and other machine-readable preferences as governance inputs alongside access controls, contracts, licenses, and applicable law.</a:t>
            </a:r>
          </a:p>
        </p:txBody>
      </p:sp>
      <p:sp>
        <p:nvSpPr>
          <p:cNvPr id="23" name="Restored takeaway background">
            <a:extLst>
              <a:ext uri="{FF2B5EF4-FFF2-40B4-BE49-F238E27FC236}">
                <a16:creationId xmlns:a16="http://schemas.microsoft.com/office/drawing/2014/main" id="{090DDEDE-BAFA-4FB4-888B-852857CD1AF4}"/>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A76A5AB0-7852-4375-AB10-ECB673023CE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A defensible AI supply chain is built on provenance, permission, and accountable contracts.</a:t>
            </a:r>
          </a:p>
        </p:txBody>
      </p:sp>
    </p:spTree>
    <p:extLst>
      <p:ext uri="{BB962C8B-B14F-4D97-AF65-F5344CB8AC3E}">
        <p14:creationId xmlns:p14="http://schemas.microsoft.com/office/powerpoint/2010/main" val="7453041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Copyright Risk Depends on Rights, Use, and Jurisdiction</a:t>
            </a:r>
          </a:p>
        </p:txBody>
      </p:sp>
      <p:sp>
        <p:nvSpPr>
          <p:cNvPr id="13" name="Restored content rail">
            <a:extLst>
              <a:ext uri="{FF2B5EF4-FFF2-40B4-BE49-F238E27FC236}">
                <a16:creationId xmlns:a16="http://schemas.microsoft.com/office/drawing/2014/main" id="{65B198CD-A333-45B5-A953-197C666817E1}"/>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D9ADCD8-CDD9-42B7-8148-9162052E4BE8}"/>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Training and output questions must be assessed separately, and the legal answer can differ across jurisdictions and use cases.</a:t>
            </a:r>
          </a:p>
        </p:txBody>
      </p:sp>
      <p:sp>
        <p:nvSpPr>
          <p:cNvPr id="15" name="Framework heading 1">
            <a:extLst>
              <a:ext uri="{FF2B5EF4-FFF2-40B4-BE49-F238E27FC236}">
                <a16:creationId xmlns:a16="http://schemas.microsoft.com/office/drawing/2014/main" id="{C2871E59-410A-4444-999C-F21FF1DFF2B2}"/>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Provenance</a:t>
            </a:r>
          </a:p>
        </p:txBody>
      </p:sp>
      <p:sp>
        <p:nvSpPr>
          <p:cNvPr id="16" name="Framework body 1">
            <a:extLst>
              <a:ext uri="{FF2B5EF4-FFF2-40B4-BE49-F238E27FC236}">
                <a16:creationId xmlns:a16="http://schemas.microsoft.com/office/drawing/2014/main" id="{A01D9000-1ABB-42FA-8A0C-5F05A457801D}"/>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Document where training, retrieval, and evaluation content came from and the rights attached to it.</a:t>
            </a:r>
          </a:p>
        </p:txBody>
      </p:sp>
      <p:sp>
        <p:nvSpPr>
          <p:cNvPr id="17" name="Framework divider 1">
            <a:extLst>
              <a:ext uri="{FF2B5EF4-FFF2-40B4-BE49-F238E27FC236}">
                <a16:creationId xmlns:a16="http://schemas.microsoft.com/office/drawing/2014/main" id="{206C881F-DC59-4F83-8CE3-75D5207F29AF}"/>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4BE91B2C-9E93-40D7-9DEA-F227C7888358}"/>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Contracts</a:t>
            </a:r>
          </a:p>
        </p:txBody>
      </p:sp>
      <p:sp>
        <p:nvSpPr>
          <p:cNvPr id="19" name="Framework body 2">
            <a:extLst>
              <a:ext uri="{FF2B5EF4-FFF2-40B4-BE49-F238E27FC236}">
                <a16:creationId xmlns:a16="http://schemas.microsoft.com/office/drawing/2014/main" id="{D38B8A20-8382-4808-91B6-B3DBE27C6547}"/>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Review licenses, vendor terms, indemnities, restrictions, and responsibilities for downstream use.</a:t>
            </a:r>
          </a:p>
        </p:txBody>
      </p:sp>
      <p:sp>
        <p:nvSpPr>
          <p:cNvPr id="20" name="Framework divider 2">
            <a:extLst>
              <a:ext uri="{FF2B5EF4-FFF2-40B4-BE49-F238E27FC236}">
                <a16:creationId xmlns:a16="http://schemas.microsoft.com/office/drawing/2014/main" id="{7F3DE5E7-983E-42C4-AE0E-83F5CEE3EAB2}"/>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51716436-5936-4958-A88D-217AE79EC23A}"/>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Technical signals</a:t>
            </a:r>
          </a:p>
        </p:txBody>
      </p:sp>
      <p:sp>
        <p:nvSpPr>
          <p:cNvPr id="22" name="Framework body 3">
            <a:extLst>
              <a:ext uri="{FF2B5EF4-FFF2-40B4-BE49-F238E27FC236}">
                <a16:creationId xmlns:a16="http://schemas.microsoft.com/office/drawing/2014/main" id="{2687DBFF-4B9F-4A9D-B663-6FDDFFCAE35C}"/>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Use access controls and machine-readable preferences as evidence, not as universal legal rules.</a:t>
            </a:r>
          </a:p>
        </p:txBody>
      </p:sp>
      <p:sp>
        <p:nvSpPr>
          <p:cNvPr id="23" name="Restored takeaway background">
            <a:extLst>
              <a:ext uri="{FF2B5EF4-FFF2-40B4-BE49-F238E27FC236}">
                <a16:creationId xmlns:a16="http://schemas.microsoft.com/office/drawing/2014/main" id="{090DDEDE-BAFA-4FB4-888B-852857CD1AF4}"/>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A76A5AB0-7852-4375-AB10-ECB673023CE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Copyright governance requires qualified legal analysis, documented provenance, and operational controls.</a:t>
            </a:r>
          </a:p>
        </p:txBody>
      </p:sp>
    </p:spTree>
    <p:extLst>
      <p:ext uri="{BB962C8B-B14F-4D97-AF65-F5344CB8AC3E}">
        <p14:creationId xmlns:p14="http://schemas.microsoft.com/office/powerpoint/2010/main" val="379726793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Models Inherit Bias and Lose Diversity</a:t>
            </a:r>
          </a:p>
        </p:txBody>
      </p:sp>
      <p:sp>
        <p:nvSpPr>
          <p:cNvPr id="5" name="Editable content rail">
            <a:extLst>
              <a:ext uri="{FF2B5EF4-FFF2-40B4-BE49-F238E27FC236}">
                <a16:creationId xmlns:a16="http://schemas.microsoft.com/office/drawing/2014/main" id="{30768E4D-E037-4798-97F2-456FD117D74D}"/>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C70A1524-17FC-48F4-9A79-FF3F9C0AEE7B}"/>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Bias can enter through data, objectives, evaluation, deployment, and feedback.</a:t>
            </a:r>
          </a:p>
        </p:txBody>
      </p:sp>
      <p:sp>
        <p:nvSpPr>
          <p:cNvPr id="7" name="Editable box: DATA&#10;representation">
            <a:extLst>
              <a:ext uri="{FF2B5EF4-FFF2-40B4-BE49-F238E27FC236}">
                <a16:creationId xmlns:a16="http://schemas.microsoft.com/office/drawing/2014/main" id="{A9CFE54C-ABD1-496A-A497-4ACC657FC7EC}"/>
              </a:ext>
            </a:extLst>
          </p:cNvPr>
          <p:cNvSpPr>
            <a:spLocks noGrp="1"/>
          </p:cNvSpPr>
          <p:nvPr/>
        </p:nvSpPr>
        <p:spPr>
          <a:xfrm>
            <a:off x="952500" y="2714625"/>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DATA</a:t>
            </a:r>
          </a:p>
          <a:p>
            <a:pPr algn="ctr">
              <a:defRPr sz="1500" b="1">
                <a:solidFill>
                  <a:srgbClr val="262626"/>
                </a:solidFill>
              </a:defRPr>
            </a:pPr>
            <a:r>
              <a:rPr sz="1500" b="1">
                <a:solidFill>
                  <a:srgbClr val="262626"/>
                </a:solidFill>
              </a:rPr>
              <a:t>representation</a:t>
            </a:r>
          </a:p>
        </p:txBody>
      </p:sp>
      <p:sp>
        <p:nvSpPr>
          <p:cNvPr id="8" name="Editable box: MODEL&#10;objective">
            <a:extLst>
              <a:ext uri="{FF2B5EF4-FFF2-40B4-BE49-F238E27FC236}">
                <a16:creationId xmlns:a16="http://schemas.microsoft.com/office/drawing/2014/main" id="{40BDBDC0-B247-42DB-BA76-3462E47D0C3D}"/>
              </a:ext>
            </a:extLst>
          </p:cNvPr>
          <p:cNvSpPr>
            <a:spLocks noGrp="1"/>
          </p:cNvSpPr>
          <p:nvPr/>
        </p:nvSpPr>
        <p:spPr>
          <a:xfrm>
            <a:off x="3070860" y="2714625"/>
            <a:ext cx="1813560" cy="952500"/>
          </a:xfrm>
          <a:prstGeom prst="roundRect">
            <a:avLst>
              <a:gd name="adj" fmla="val 14000"/>
            </a:avLst>
          </a:prstGeom>
          <a:solidFill>
            <a:srgbClr val="FFF4E8"/>
          </a:solidFill>
          <a:ln w="14288">
            <a:solidFill>
              <a:srgbClr val="E85A33"/>
            </a:solidFill>
            <a:prstDash val="solid"/>
          </a:ln>
        </p:spPr>
        <p:txBody>
          <a:bodyPr anchor="ctr"/>
          <a:lstStyle/>
          <a:p>
            <a:pPr algn="ctr">
              <a:defRPr sz="1500" b="1">
                <a:solidFill>
                  <a:srgbClr val="262626"/>
                </a:solidFill>
              </a:defRPr>
            </a:pPr>
            <a:r>
              <a:rPr sz="1500" b="1">
                <a:solidFill>
                  <a:srgbClr val="262626"/>
                </a:solidFill>
              </a:rPr>
              <a:t>MODEL</a:t>
            </a:r>
          </a:p>
          <a:p>
            <a:pPr algn="ctr">
              <a:defRPr sz="1500" b="1">
                <a:solidFill>
                  <a:srgbClr val="262626"/>
                </a:solidFill>
              </a:defRPr>
            </a:pPr>
            <a:r>
              <a:rPr sz="1500" b="1">
                <a:solidFill>
                  <a:srgbClr val="262626"/>
                </a:solidFill>
              </a:rPr>
              <a:t>objective</a:t>
            </a:r>
          </a:p>
        </p:txBody>
      </p:sp>
      <p:sp>
        <p:nvSpPr>
          <p:cNvPr id="9" name="Editable box: METRICS&#10;error gaps">
            <a:extLst>
              <a:ext uri="{FF2B5EF4-FFF2-40B4-BE49-F238E27FC236}">
                <a16:creationId xmlns:a16="http://schemas.microsoft.com/office/drawing/2014/main" id="{EBB333E3-5F06-4689-B17D-D38DB195DD5A}"/>
              </a:ext>
            </a:extLst>
          </p:cNvPr>
          <p:cNvSpPr>
            <a:spLocks noGrp="1"/>
          </p:cNvSpPr>
          <p:nvPr/>
        </p:nvSpPr>
        <p:spPr>
          <a:xfrm>
            <a:off x="5189220" y="2714625"/>
            <a:ext cx="1813560" cy="952500"/>
          </a:xfrm>
          <a:prstGeom prst="roundRect">
            <a:avLst>
              <a:gd name="adj" fmla="val 14000"/>
            </a:avLst>
          </a:prstGeom>
          <a:solidFill>
            <a:srgbClr val="ECF8F1"/>
          </a:solidFill>
          <a:ln w="14288">
            <a:solidFill>
              <a:srgbClr val="2E9B63"/>
            </a:solidFill>
            <a:prstDash val="solid"/>
          </a:ln>
        </p:spPr>
        <p:txBody>
          <a:bodyPr anchor="ctr"/>
          <a:lstStyle/>
          <a:p>
            <a:pPr algn="ctr">
              <a:defRPr sz="1500" b="1">
                <a:solidFill>
                  <a:srgbClr val="262626"/>
                </a:solidFill>
              </a:defRPr>
            </a:pPr>
            <a:r>
              <a:rPr sz="1500" b="1">
                <a:solidFill>
                  <a:srgbClr val="262626"/>
                </a:solidFill>
              </a:rPr>
              <a:t>METRICS</a:t>
            </a:r>
          </a:p>
          <a:p>
            <a:pPr algn="ctr">
              <a:defRPr sz="1500" b="1">
                <a:solidFill>
                  <a:srgbClr val="262626"/>
                </a:solidFill>
              </a:defRPr>
            </a:pPr>
            <a:r>
              <a:rPr sz="1500" b="1">
                <a:solidFill>
                  <a:srgbClr val="262626"/>
                </a:solidFill>
              </a:rPr>
              <a:t>error gaps</a:t>
            </a:r>
          </a:p>
        </p:txBody>
      </p:sp>
      <p:sp>
        <p:nvSpPr>
          <p:cNvPr id="10" name="Editable box: DEPLOYMENT&#10;access">
            <a:extLst>
              <a:ext uri="{FF2B5EF4-FFF2-40B4-BE49-F238E27FC236}">
                <a16:creationId xmlns:a16="http://schemas.microsoft.com/office/drawing/2014/main" id="{3FD7331A-F7E7-46F4-B336-B745F00D3AA3}"/>
              </a:ext>
            </a:extLst>
          </p:cNvPr>
          <p:cNvSpPr>
            <a:spLocks noGrp="1"/>
          </p:cNvSpPr>
          <p:nvPr/>
        </p:nvSpPr>
        <p:spPr>
          <a:xfrm>
            <a:off x="7307580" y="2714625"/>
            <a:ext cx="1813560" cy="952500"/>
          </a:xfrm>
          <a:prstGeom prst="roundRect">
            <a:avLst>
              <a:gd name="adj" fmla="val 14000"/>
            </a:avLst>
          </a:prstGeom>
          <a:solidFill>
            <a:srgbClr val="F4F0FF"/>
          </a:solidFill>
          <a:ln w="14288">
            <a:solidFill>
              <a:srgbClr val="7457C8"/>
            </a:solidFill>
            <a:prstDash val="solid"/>
          </a:ln>
        </p:spPr>
        <p:txBody>
          <a:bodyPr anchor="ctr"/>
          <a:lstStyle/>
          <a:p>
            <a:pPr algn="ctr">
              <a:defRPr sz="1500" b="1">
                <a:solidFill>
                  <a:srgbClr val="262626"/>
                </a:solidFill>
              </a:defRPr>
            </a:pPr>
            <a:r>
              <a:rPr sz="1500" b="1">
                <a:solidFill>
                  <a:srgbClr val="262626"/>
                </a:solidFill>
              </a:rPr>
              <a:t>DEPLOYMENT</a:t>
            </a:r>
          </a:p>
          <a:p>
            <a:pPr algn="ctr">
              <a:defRPr sz="1500" b="1">
                <a:solidFill>
                  <a:srgbClr val="262626"/>
                </a:solidFill>
              </a:defRPr>
            </a:pPr>
            <a:r>
              <a:rPr sz="1500" b="1">
                <a:solidFill>
                  <a:srgbClr val="262626"/>
                </a:solidFill>
              </a:rPr>
              <a:t>access</a:t>
            </a:r>
          </a:p>
        </p:txBody>
      </p:sp>
      <p:sp>
        <p:nvSpPr>
          <p:cNvPr id="11" name="Editable box: FEEDBACK&#10;correction">
            <a:extLst>
              <a:ext uri="{FF2B5EF4-FFF2-40B4-BE49-F238E27FC236}">
                <a16:creationId xmlns:a16="http://schemas.microsoft.com/office/drawing/2014/main" id="{21B345E0-9768-48AA-9F94-DC96AB8655AC}"/>
              </a:ext>
            </a:extLst>
          </p:cNvPr>
          <p:cNvSpPr>
            <a:spLocks noGrp="1"/>
          </p:cNvSpPr>
          <p:nvPr/>
        </p:nvSpPr>
        <p:spPr>
          <a:xfrm>
            <a:off x="9425940" y="2714625"/>
            <a:ext cx="1813560" cy="952500"/>
          </a:xfrm>
          <a:prstGeom prst="roundRect">
            <a:avLst>
              <a:gd name="adj" fmla="val 14000"/>
            </a:avLst>
          </a:prstGeom>
          <a:solidFill>
            <a:srgbClr val="EFF5FF"/>
          </a:solidFill>
          <a:ln w="14288">
            <a:solidFill>
              <a:srgbClr val="2F73E8"/>
            </a:solidFill>
            <a:prstDash val="solid"/>
          </a:ln>
        </p:spPr>
        <p:txBody>
          <a:bodyPr anchor="ctr"/>
          <a:lstStyle/>
          <a:p>
            <a:pPr algn="ctr">
              <a:defRPr sz="1500" b="1">
                <a:solidFill>
                  <a:srgbClr val="262626"/>
                </a:solidFill>
              </a:defRPr>
            </a:pPr>
            <a:r>
              <a:rPr sz="1500" b="1">
                <a:solidFill>
                  <a:srgbClr val="262626"/>
                </a:solidFill>
              </a:rPr>
              <a:t>FEEDBACK</a:t>
            </a:r>
          </a:p>
          <a:p>
            <a:pPr algn="ctr">
              <a:defRPr sz="1500" b="1">
                <a:solidFill>
                  <a:srgbClr val="262626"/>
                </a:solidFill>
              </a:defRPr>
            </a:pPr>
            <a:r>
              <a:rPr sz="1500" b="1">
                <a:solidFill>
                  <a:srgbClr val="262626"/>
                </a:solidFill>
              </a:rPr>
              <a:t>correction</a:t>
            </a:r>
          </a:p>
        </p:txBody>
      </p:sp>
      <p:cxnSp>
        <p:nvCxnSpPr>
          <p:cNvPr id="25" name="Straight Arrow Connector 24"/>
          <p:cNvCxnSpPr>
            <a:stCxn id="7" idx="3"/>
            <a:endCxn id="8" idx="1"/>
          </p:cNvCxnSpPr>
          <p:nvPr/>
        </p:nvCxnSpPr>
        <p:spPr>
          <a:xfrm>
            <a:off x="2766060" y="3190875"/>
            <a:ext cx="304800" cy="0"/>
          </a:xfrm>
          <a:prstGeom prst="straightConnector1">
            <a:avLst/>
          </a:prstGeom>
          <a:ln w="19050">
            <a:solidFill>
              <a:srgbClr val="5E6875"/>
            </a:solidFill>
            <a:prstDash val="solid"/>
            <a:headEnd type="none" w="med" len="med"/>
            <a:tailEnd type="arrow" w="med" len="med"/>
          </a:ln>
        </p:spPr>
      </p:cxnSp>
      <p:cxnSp>
        <p:nvCxnSpPr>
          <p:cNvPr id="26" name="Straight Arrow Connector 25"/>
          <p:cNvCxnSpPr>
            <a:stCxn id="8" idx="3"/>
            <a:endCxn id="9" idx="1"/>
          </p:cNvCxnSpPr>
          <p:nvPr/>
        </p:nvCxnSpPr>
        <p:spPr>
          <a:xfrm>
            <a:off x="4884420" y="3190875"/>
            <a:ext cx="304800" cy="0"/>
          </a:xfrm>
          <a:prstGeom prst="straightConnector1">
            <a:avLst/>
          </a:prstGeom>
          <a:ln w="19050">
            <a:solidFill>
              <a:srgbClr val="5E6875"/>
            </a:solidFill>
            <a:prstDash val="solid"/>
            <a:headEnd type="none" w="med" len="med"/>
            <a:tailEnd type="arrow" w="med" len="med"/>
          </a:ln>
        </p:spPr>
      </p:cxnSp>
      <p:cxnSp>
        <p:nvCxnSpPr>
          <p:cNvPr id="27" name="Straight Arrow Connector 26"/>
          <p:cNvCxnSpPr>
            <a:stCxn id="9" idx="3"/>
            <a:endCxn id="10" idx="1"/>
          </p:cNvCxnSpPr>
          <p:nvPr/>
        </p:nvCxnSpPr>
        <p:spPr>
          <a:xfrm>
            <a:off x="7002780" y="3190875"/>
            <a:ext cx="304800" cy="0"/>
          </a:xfrm>
          <a:prstGeom prst="straightConnector1">
            <a:avLst/>
          </a:prstGeom>
          <a:ln w="19050">
            <a:solidFill>
              <a:srgbClr val="5E6875"/>
            </a:solidFill>
            <a:prstDash val="solid"/>
            <a:headEnd type="none" w="med" len="med"/>
            <a:tailEnd type="arrow" w="med" len="med"/>
          </a:ln>
        </p:spPr>
      </p:cxnSp>
      <p:cxnSp>
        <p:nvCxnSpPr>
          <p:cNvPr id="28" name="Straight Arrow Connector 27"/>
          <p:cNvCxnSpPr>
            <a:stCxn id="10" idx="3"/>
            <a:endCxn id="11" idx="1"/>
          </p:cNvCxnSpPr>
          <p:nvPr/>
        </p:nvCxnSpPr>
        <p:spPr>
          <a:xfrm>
            <a:off x="9121140" y="3190875"/>
            <a:ext cx="304800" cy="0"/>
          </a:xfrm>
          <a:prstGeom prst="straightConnector1">
            <a:avLst/>
          </a:prstGeom>
          <a:ln w="19050">
            <a:solidFill>
              <a:srgbClr val="5E6875"/>
            </a:solidFill>
            <a:prstDash val="solid"/>
            <a:headEnd type="none" w="med" len="med"/>
            <a:tailEnd type="arrow" w="med" len="med"/>
          </a:ln>
        </p:spPr>
      </p:cxnSp>
      <p:sp>
        <p:nvSpPr>
          <p:cNvPr id="16" name="Editable box: No single fairness metric is universally correct; goals and trade-offs must be documented.">
            <a:extLst>
              <a:ext uri="{FF2B5EF4-FFF2-40B4-BE49-F238E27FC236}">
                <a16:creationId xmlns:a16="http://schemas.microsoft.com/office/drawing/2014/main" id="{4CCF30EB-FCD9-468F-AAEC-29850F1D81C7}"/>
              </a:ext>
            </a:extLst>
          </p:cNvPr>
          <p:cNvSpPr>
            <a:spLocks noGrp="1"/>
          </p:cNvSpPr>
          <p:nvPr/>
        </p:nvSpPr>
        <p:spPr>
          <a:xfrm>
            <a:off x="838200" y="5427636"/>
            <a:ext cx="10668000" cy="935064"/>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600" b="1">
                <a:solidFill>
                  <a:srgbClr val="184E8A"/>
                </a:solidFill>
              </a:rPr>
              <a:t>No single fairness metric is universally correct; goals and trade-offs must be documented.</a:t>
            </a:r>
          </a:p>
        </p:txBody>
      </p:sp>
    </p:spTree>
    <p:extLst>
      <p:ext uri="{BB962C8B-B14F-4D97-AF65-F5344CB8AC3E}">
        <p14:creationId xmlns:p14="http://schemas.microsoft.com/office/powerpoint/2010/main" val="37307062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Fairness Requires Data, Metrics, and Feedback</a:t>
            </a:r>
          </a:p>
        </p:txBody>
      </p:sp>
      <p:sp>
        <p:nvSpPr>
          <p:cNvPr id="13" name="Restored content rail">
            <a:extLst>
              <a:ext uri="{FF2B5EF4-FFF2-40B4-BE49-F238E27FC236}">
                <a16:creationId xmlns:a16="http://schemas.microsoft.com/office/drawing/2014/main" id="{0004538F-5CC8-4BDE-A60F-470803766F1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4712DEF-E4E7-4549-BD49-F5AB0CC55B33}"/>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Fairness is an operating process that begins before training and continues through deployment monitoring.</a:t>
            </a:r>
          </a:p>
        </p:txBody>
      </p:sp>
      <p:sp>
        <p:nvSpPr>
          <p:cNvPr id="15" name="Framework heading 1">
            <a:extLst>
              <a:ext uri="{FF2B5EF4-FFF2-40B4-BE49-F238E27FC236}">
                <a16:creationId xmlns:a16="http://schemas.microsoft.com/office/drawing/2014/main" id="{1C98FC4A-0059-4C52-810A-92BE4F259966}"/>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Data curation</a:t>
            </a:r>
          </a:p>
        </p:txBody>
      </p:sp>
      <p:sp>
        <p:nvSpPr>
          <p:cNvPr id="16" name="Framework body 1">
            <a:extLst>
              <a:ext uri="{FF2B5EF4-FFF2-40B4-BE49-F238E27FC236}">
                <a16:creationId xmlns:a16="http://schemas.microsoft.com/office/drawing/2014/main" id="{1D57F7BD-9BE9-4C46-9FCA-3C8FA511E66A}"/>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Re-sample, filter, and document datasets to improve demographic balance and representation.</a:t>
            </a:r>
          </a:p>
        </p:txBody>
      </p:sp>
      <p:sp>
        <p:nvSpPr>
          <p:cNvPr id="17" name="Framework divider 1">
            <a:extLst>
              <a:ext uri="{FF2B5EF4-FFF2-40B4-BE49-F238E27FC236}">
                <a16:creationId xmlns:a16="http://schemas.microsoft.com/office/drawing/2014/main" id="{75A5F8BC-BD86-486A-BB83-9D6AAEC1F24A}"/>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5838CFB8-5282-494D-93B9-9ED662CECE44}"/>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Evaluation metrics</a:t>
            </a:r>
          </a:p>
        </p:txBody>
      </p:sp>
      <p:sp>
        <p:nvSpPr>
          <p:cNvPr id="19" name="Framework body 2">
            <a:extLst>
              <a:ext uri="{FF2B5EF4-FFF2-40B4-BE49-F238E27FC236}">
                <a16:creationId xmlns:a16="http://schemas.microsoft.com/office/drawing/2014/main" id="{A9E3B9C9-8F1A-4B82-A641-55723040AEA2}"/>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Select measures such as demographic parity or equalized odds that match the decision context.</a:t>
            </a:r>
          </a:p>
        </p:txBody>
      </p:sp>
      <p:sp>
        <p:nvSpPr>
          <p:cNvPr id="20" name="Framework divider 2">
            <a:extLst>
              <a:ext uri="{FF2B5EF4-FFF2-40B4-BE49-F238E27FC236}">
                <a16:creationId xmlns:a16="http://schemas.microsoft.com/office/drawing/2014/main" id="{63021B78-B4E5-4CC4-8356-23696604313A}"/>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67BA47C8-0860-4C17-A462-FFB4D8FFC28D}"/>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Human feedback</a:t>
            </a:r>
          </a:p>
        </p:txBody>
      </p:sp>
      <p:sp>
        <p:nvSpPr>
          <p:cNvPr id="22" name="Framework body 3">
            <a:extLst>
              <a:ext uri="{FF2B5EF4-FFF2-40B4-BE49-F238E27FC236}">
                <a16:creationId xmlns:a16="http://schemas.microsoft.com/office/drawing/2014/main" id="{AC956F33-2BC2-4B12-87C6-61E1F4F6F149}"/>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Use expert review, diverse raters, and explicit behavioral principles, while recognizing that human feedback alone cannot guarantee fairness.</a:t>
            </a:r>
          </a:p>
        </p:txBody>
      </p:sp>
      <p:sp>
        <p:nvSpPr>
          <p:cNvPr id="23" name="Restored takeaway background">
            <a:extLst>
              <a:ext uri="{FF2B5EF4-FFF2-40B4-BE49-F238E27FC236}">
                <a16:creationId xmlns:a16="http://schemas.microsoft.com/office/drawing/2014/main" id="{557F9CE8-BD9A-4BDA-8E90-27F8194838F5}"/>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2240735-5A02-4D40-A0C3-20BD46D0525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No single fairness metric is universally correct; goals and trade-offs must be documented.</a:t>
            </a:r>
          </a:p>
        </p:txBody>
      </p:sp>
    </p:spTree>
    <p:extLst>
      <p:ext uri="{BB962C8B-B14F-4D97-AF65-F5344CB8AC3E}">
        <p14:creationId xmlns:p14="http://schemas.microsoft.com/office/powerpoint/2010/main" val="1377497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Fairness Requires Context-Specific Evidence</a:t>
            </a:r>
          </a:p>
        </p:txBody>
      </p:sp>
      <p:sp>
        <p:nvSpPr>
          <p:cNvPr id="13" name="Restored content rail">
            <a:extLst>
              <a:ext uri="{FF2B5EF4-FFF2-40B4-BE49-F238E27FC236}">
                <a16:creationId xmlns:a16="http://schemas.microsoft.com/office/drawing/2014/main" id="{0004538F-5CC8-4BDE-A60F-470803766F12}"/>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74712DEF-E4E7-4549-BD49-F5AB0CC55B33}"/>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Fairness cannot be established by a single demographic statistic or a universal metric; it depends on the decision and affected stakeholders.</a:t>
            </a:r>
          </a:p>
        </p:txBody>
      </p:sp>
      <p:sp>
        <p:nvSpPr>
          <p:cNvPr id="15" name="Framework heading 1">
            <a:extLst>
              <a:ext uri="{FF2B5EF4-FFF2-40B4-BE49-F238E27FC236}">
                <a16:creationId xmlns:a16="http://schemas.microsoft.com/office/drawing/2014/main" id="{1C98FC4A-0059-4C52-810A-92BE4F259966}"/>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Data</a:t>
            </a:r>
          </a:p>
        </p:txBody>
      </p:sp>
      <p:sp>
        <p:nvSpPr>
          <p:cNvPr id="16" name="Framework body 1">
            <a:extLst>
              <a:ext uri="{FF2B5EF4-FFF2-40B4-BE49-F238E27FC236}">
                <a16:creationId xmlns:a16="http://schemas.microsoft.com/office/drawing/2014/main" id="{1D57F7BD-9BE9-4C46-9FCA-3C8FA511E66A}"/>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Examine representation, label quality, historical bias, missing groups, and lawful collection.</a:t>
            </a:r>
          </a:p>
        </p:txBody>
      </p:sp>
      <p:sp>
        <p:nvSpPr>
          <p:cNvPr id="17" name="Framework divider 1">
            <a:extLst>
              <a:ext uri="{FF2B5EF4-FFF2-40B4-BE49-F238E27FC236}">
                <a16:creationId xmlns:a16="http://schemas.microsoft.com/office/drawing/2014/main" id="{75A5F8BC-BD86-486A-BB83-9D6AAEC1F24A}"/>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5838CFB8-5282-494D-93B9-9ED662CECE44}"/>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Evaluation</a:t>
            </a:r>
          </a:p>
        </p:txBody>
      </p:sp>
      <p:sp>
        <p:nvSpPr>
          <p:cNvPr id="19" name="Framework body 2">
            <a:extLst>
              <a:ext uri="{FF2B5EF4-FFF2-40B4-BE49-F238E27FC236}">
                <a16:creationId xmlns:a16="http://schemas.microsoft.com/office/drawing/2014/main" id="{A9E3B9C9-8F1A-4B82-A641-55723040AEA2}"/>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Choose outcome and error metrics that match the decision context, then test affected groups.</a:t>
            </a:r>
          </a:p>
        </p:txBody>
      </p:sp>
      <p:sp>
        <p:nvSpPr>
          <p:cNvPr id="20" name="Framework divider 2">
            <a:extLst>
              <a:ext uri="{FF2B5EF4-FFF2-40B4-BE49-F238E27FC236}">
                <a16:creationId xmlns:a16="http://schemas.microsoft.com/office/drawing/2014/main" id="{63021B78-B4E5-4CC4-8356-23696604313A}"/>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67BA47C8-0860-4C17-A462-FFB4D8FFC28D}"/>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Governance</a:t>
            </a:r>
          </a:p>
        </p:txBody>
      </p:sp>
      <p:sp>
        <p:nvSpPr>
          <p:cNvPr id="22" name="Framework body 3">
            <a:extLst>
              <a:ext uri="{FF2B5EF4-FFF2-40B4-BE49-F238E27FC236}">
                <a16:creationId xmlns:a16="http://schemas.microsoft.com/office/drawing/2014/main" id="{AC956F33-2BC2-4B12-87C6-61E1F4F6F149}"/>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Document trade-offs, involve domain experts and affected stakeholders, monitor, and provide recourse.</a:t>
            </a:r>
          </a:p>
        </p:txBody>
      </p:sp>
      <p:sp>
        <p:nvSpPr>
          <p:cNvPr id="23" name="Restored takeaway background">
            <a:extLst>
              <a:ext uri="{FF2B5EF4-FFF2-40B4-BE49-F238E27FC236}">
                <a16:creationId xmlns:a16="http://schemas.microsoft.com/office/drawing/2014/main" id="{557F9CE8-BD9A-4BDA-8E90-27F8194838F5}"/>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E2240735-5A02-4D40-A0C3-20BD46D05255}"/>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Human feedback can help, but it does not replace context-specific fairness goals, evidence, and accountability.</a:t>
            </a:r>
          </a:p>
        </p:txBody>
      </p:sp>
    </p:spTree>
    <p:extLst>
      <p:ext uri="{BB962C8B-B14F-4D97-AF65-F5344CB8AC3E}">
        <p14:creationId xmlns:p14="http://schemas.microsoft.com/office/powerpoint/2010/main" val="2997621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Responsible AI Extends Beyond the Model</a:t>
            </a:r>
          </a:p>
        </p:txBody>
      </p:sp>
      <p:sp>
        <p:nvSpPr>
          <p:cNvPr id="13" name="Restored content rail">
            <a:extLst>
              <a:ext uri="{FF2B5EF4-FFF2-40B4-BE49-F238E27FC236}">
                <a16:creationId xmlns:a16="http://schemas.microsoft.com/office/drawing/2014/main" id="{4353C945-FDB5-476E-8387-0077C6601385}"/>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6411305E-DBBA-4AE8-9AEF-0F35D47E34C5}"/>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Enterprise risk includes infrastructure impact, opaque suppliers, and the way people interpret and rely on AI outputs.</a:t>
            </a:r>
          </a:p>
        </p:txBody>
      </p:sp>
      <p:sp>
        <p:nvSpPr>
          <p:cNvPr id="15" name="Framework heading 1">
            <a:extLst>
              <a:ext uri="{FF2B5EF4-FFF2-40B4-BE49-F238E27FC236}">
                <a16:creationId xmlns:a16="http://schemas.microsoft.com/office/drawing/2014/main" id="{49AF2347-772C-4ED7-B423-4C42F23764BE}"/>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Environmental impact</a:t>
            </a:r>
          </a:p>
        </p:txBody>
      </p:sp>
      <p:sp>
        <p:nvSpPr>
          <p:cNvPr id="16" name="Framework body 1">
            <a:extLst>
              <a:ext uri="{FF2B5EF4-FFF2-40B4-BE49-F238E27FC236}">
                <a16:creationId xmlns:a16="http://schemas.microsoft.com/office/drawing/2014/main" id="{2A135D50-BBF3-4D21-8F89-87DD500B0972}"/>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Training and inference consume energy, water, and hardware; measure and optimize the workload rather than relying on averages.</a:t>
            </a:r>
          </a:p>
        </p:txBody>
      </p:sp>
      <p:sp>
        <p:nvSpPr>
          <p:cNvPr id="17" name="Framework divider 1">
            <a:extLst>
              <a:ext uri="{FF2B5EF4-FFF2-40B4-BE49-F238E27FC236}">
                <a16:creationId xmlns:a16="http://schemas.microsoft.com/office/drawing/2014/main" id="{B783275D-D770-46FF-89E5-2C778116C273}"/>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2A272F69-1EB8-40CF-85A0-3129F648A5D5}"/>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Value-chain opacity</a:t>
            </a:r>
          </a:p>
        </p:txBody>
      </p:sp>
      <p:sp>
        <p:nvSpPr>
          <p:cNvPr id="19" name="Framework body 2">
            <a:extLst>
              <a:ext uri="{FF2B5EF4-FFF2-40B4-BE49-F238E27FC236}">
                <a16:creationId xmlns:a16="http://schemas.microsoft.com/office/drawing/2014/main" id="{ECC4E33C-C993-4631-B0CA-1F3384D8F745}"/>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Third-party models, data, and infrastructure can hide provenance, labor, security, and compliance risks.</a:t>
            </a:r>
          </a:p>
        </p:txBody>
      </p:sp>
      <p:sp>
        <p:nvSpPr>
          <p:cNvPr id="20" name="Framework divider 2">
            <a:extLst>
              <a:ext uri="{FF2B5EF4-FFF2-40B4-BE49-F238E27FC236}">
                <a16:creationId xmlns:a16="http://schemas.microsoft.com/office/drawing/2014/main" id="{C0CB6112-47ED-4D4A-B7B5-C59178AD4B5D}"/>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C08E5C4A-9FED-4634-AFC4-4FA74CDA41B0}"/>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Human–AI interaction</a:t>
            </a:r>
          </a:p>
        </p:txBody>
      </p:sp>
      <p:sp>
        <p:nvSpPr>
          <p:cNvPr id="22" name="Framework body 3">
            <a:extLst>
              <a:ext uri="{FF2B5EF4-FFF2-40B4-BE49-F238E27FC236}">
                <a16:creationId xmlns:a16="http://schemas.microsoft.com/office/drawing/2014/main" id="{B66BCFA8-480B-493C-94EF-572E2FD8C0D0}"/>
              </a:ext>
            </a:extLst>
          </p:cNvPr>
          <p:cNvSpPr>
            <a:spLocks noGrp="1"/>
          </p:cNvSpPr>
          <p:nvPr/>
        </p:nvSpPr>
        <p:spPr>
          <a:xfrm>
            <a:off x="7902607" y="3143250"/>
            <a:ext cx="3194018" cy="800100"/>
          </a:xfrm>
          <a:prstGeom prst="rect">
            <a:avLst/>
          </a:prstGeom>
          <a:noFill/>
          <a:ln w="0">
            <a:noFill/>
            <a:prstDash val="solid"/>
          </a:ln>
        </p:spPr>
        <p:txBody>
          <a:bodyPr wrap="square" lIns="0" tIns="0" rIns="66675" bIns="0" anchor="t">
            <a:normAutofit fontScale="91087" lnSpcReduction="20000"/>
          </a:bodyPr>
          <a:lstStyle/>
          <a:p>
            <a:pPr algn="l">
              <a:buNone/>
              <a:defRPr sz="1725">
                <a:solidFill>
                  <a:srgbClr val="262626"/>
                </a:solidFill>
              </a:defRPr>
            </a:pPr>
            <a:r>
              <a:rPr sz="1725" b="0">
                <a:solidFill>
                  <a:srgbClr val="262626"/>
                </a:solidFill>
                <a:latin typeface="Calibri"/>
                <a:ea typeface="Calibri"/>
                <a:cs typeface="Calibri"/>
              </a:rPr>
              <a:t>A medical chatbot can sound authoritative even when uncertain. High-impact advice needs clinician review and a clear escalation path.</a:t>
            </a:r>
          </a:p>
        </p:txBody>
      </p:sp>
      <p:sp>
        <p:nvSpPr>
          <p:cNvPr id="23" name="Restored takeaway background">
            <a:extLst>
              <a:ext uri="{FF2B5EF4-FFF2-40B4-BE49-F238E27FC236}">
                <a16:creationId xmlns:a16="http://schemas.microsoft.com/office/drawing/2014/main" id="{B14E0A18-D64C-485E-9A11-E6A8AA80C460}"/>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38C45A73-AAC5-48F5-8B3C-B6A5428F5710}"/>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Govern the full socio-technical system: suppliers, infrastructure, interfaces, users, and decisions.</a:t>
            </a:r>
          </a:p>
        </p:txBody>
      </p:sp>
      <p:pic>
        <p:nvPicPr>
          <p:cNvPr id="40" name="Medical chatbot oversight scenario photo"/>
          <p:cNvPicPr>
            <a:picLocks noChangeAspect="1"/>
          </p:cNvPicPr>
          <p:nvPr/>
        </p:nvPicPr>
        <p:blipFill>
          <a:blip r:embed="rId3"/>
          <a:srcRect t="10258" b="10258"/>
          <a:stretch>
            <a:fillRect/>
          </a:stretch>
        </p:blipFill>
        <p:spPr>
          <a:xfrm>
            <a:off x="7902607" y="4000500"/>
            <a:ext cx="3194018" cy="1428750"/>
          </a:xfrm>
          <a:prstGeom prst="roundRect">
            <a:avLst>
              <a:gd name="adj" fmla="val 8000"/>
            </a:avLst>
          </a:prstGeom>
        </p:spPr>
      </p:pic>
      <p:sp>
        <p:nvSpPr>
          <p:cNvPr id="26" name="Editable medical chatbot caption">
            <a:extLst>
              <a:ext uri="{FF2B5EF4-FFF2-40B4-BE49-F238E27FC236}">
                <a16:creationId xmlns:a16="http://schemas.microsoft.com/office/drawing/2014/main" id="{5717A811-1D07-4DD7-8D20-355959653C0F}"/>
              </a:ext>
            </a:extLst>
          </p:cNvPr>
          <p:cNvSpPr>
            <a:spLocks noGrp="1"/>
          </p:cNvSpPr>
          <p:nvPr/>
        </p:nvSpPr>
        <p:spPr>
          <a:xfrm>
            <a:off x="7997857" y="5067300"/>
            <a:ext cx="3003518" cy="285750"/>
          </a:xfrm>
          <a:prstGeom prst="roundRect">
            <a:avLst>
              <a:gd name="adj" fmla="val 26667"/>
            </a:avLst>
          </a:prstGeom>
          <a:solidFill>
            <a:srgbClr val="1F5592"/>
          </a:solidFill>
          <a:ln w="0">
            <a:solidFill>
              <a:srgbClr val="1F5592"/>
            </a:solidFill>
            <a:prstDash val="solid"/>
          </a:ln>
        </p:spPr>
        <p:txBody>
          <a:bodyPr lIns="76200" tIns="38100" rIns="76200" bIns="38100" anchor="ctr">
            <a:normAutofit fontScale="92634" lnSpcReduction="10000"/>
          </a:bodyPr>
          <a:lstStyle/>
          <a:p>
            <a:pPr algn="ctr">
              <a:defRPr sz="1200" b="1">
                <a:solidFill>
                  <a:srgbClr val="FFFFFF"/>
                </a:solidFill>
              </a:defRPr>
            </a:pPr>
            <a:r>
              <a:rPr sz="1200" b="1">
                <a:solidFill>
                  <a:srgbClr val="FFFFFF"/>
                </a:solidFill>
              </a:rPr>
              <a:t>MEDICAL CHATBOT  →  CLINICIAN ESCALATION</a:t>
            </a:r>
          </a:p>
        </p:txBody>
      </p:sp>
    </p:spTree>
    <p:extLst>
      <p:ext uri="{BB962C8B-B14F-4D97-AF65-F5344CB8AC3E}">
        <p14:creationId xmlns:p14="http://schemas.microsoft.com/office/powerpoint/2010/main" val="664988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323850" y="228600"/>
            <a:ext cx="9620250" cy="1028700"/>
          </a:xfrm>
        </p:spPr>
        <p:txBody>
          <a:bodyPr anchor="ctr">
            <a:normAutofit/>
          </a:bodyPr>
          <a:lstStyle/>
          <a:p>
            <a:pPr algn="l">
              <a:buNone/>
            </a:pPr>
            <a:r>
              <a:rPr sz="2850" b="1">
                <a:solidFill>
                  <a:srgbClr val="262626"/>
                </a:solidFill>
                <a:latin typeface="Calibri"/>
                <a:ea typeface="Calibri"/>
                <a:cs typeface="Calibri"/>
              </a:rPr>
              <a:t>Environmental Impact Must Be Measured, Not Averaged</a:t>
            </a:r>
          </a:p>
        </p:txBody>
      </p:sp>
      <p:sp>
        <p:nvSpPr>
          <p:cNvPr id="5" name="Editable content rail">
            <a:extLst>
              <a:ext uri="{FF2B5EF4-FFF2-40B4-BE49-F238E27FC236}">
                <a16:creationId xmlns:a16="http://schemas.microsoft.com/office/drawing/2014/main" id="{7B76CEF9-BDC7-466E-9167-81BD35A9029A}"/>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pic>
        <p:nvPicPr>
          <p:cNvPr id="14" name="Picture 13"/>
          <p:cNvPicPr>
            <a:picLocks noChangeAspect="1"/>
          </p:cNvPicPr>
          <p:nvPr/>
        </p:nvPicPr>
        <p:blipFill>
          <a:blip r:embed="rId3"/>
          <a:srcRect t="4977" b="4977"/>
          <a:stretch>
            <a:fillRect/>
          </a:stretch>
        </p:blipFill>
        <p:spPr>
          <a:xfrm>
            <a:off x="857250" y="1952625"/>
            <a:ext cx="5715000" cy="3429000"/>
          </a:xfrm>
          <a:prstGeom prst="roundRect">
            <a:avLst>
              <a:gd name="adj" fmla="val 3333"/>
            </a:avLst>
          </a:prstGeom>
        </p:spPr>
      </p:pic>
      <p:sp>
        <p:nvSpPr>
          <p:cNvPr id="7" name="Editable box: ENERGY">
            <a:extLst>
              <a:ext uri="{FF2B5EF4-FFF2-40B4-BE49-F238E27FC236}">
                <a16:creationId xmlns:a16="http://schemas.microsoft.com/office/drawing/2014/main" id="{94251B6E-1EB0-4FC9-AF39-843C7E4E4D59}"/>
              </a:ext>
            </a:extLst>
          </p:cNvPr>
          <p:cNvSpPr>
            <a:spLocks noGrp="1"/>
          </p:cNvSpPr>
          <p:nvPr/>
        </p:nvSpPr>
        <p:spPr>
          <a:xfrm>
            <a:off x="7143750" y="2143125"/>
            <a:ext cx="3429000" cy="714375"/>
          </a:xfrm>
          <a:prstGeom prst="roundRect">
            <a:avLst>
              <a:gd name="adj" fmla="val 18667"/>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ENERGY</a:t>
            </a:r>
          </a:p>
        </p:txBody>
      </p:sp>
      <p:sp>
        <p:nvSpPr>
          <p:cNvPr id="8" name="Editable box: WATER">
            <a:extLst>
              <a:ext uri="{FF2B5EF4-FFF2-40B4-BE49-F238E27FC236}">
                <a16:creationId xmlns:a16="http://schemas.microsoft.com/office/drawing/2014/main" id="{0E9EA82E-D354-401D-93CF-B7E31AB50308}"/>
              </a:ext>
            </a:extLst>
          </p:cNvPr>
          <p:cNvSpPr>
            <a:spLocks noGrp="1"/>
          </p:cNvSpPr>
          <p:nvPr/>
        </p:nvSpPr>
        <p:spPr>
          <a:xfrm>
            <a:off x="7143750" y="3143250"/>
            <a:ext cx="3429000" cy="714375"/>
          </a:xfrm>
          <a:prstGeom prst="roundRect">
            <a:avLst>
              <a:gd name="adj" fmla="val 18667"/>
            </a:avLst>
          </a:prstGeom>
          <a:solidFill>
            <a:srgbClr val="ECF8F1"/>
          </a:solidFill>
          <a:ln w="14288">
            <a:solidFill>
              <a:srgbClr val="2E9B63"/>
            </a:solidFill>
            <a:prstDash val="solid"/>
          </a:ln>
        </p:spPr>
        <p:txBody>
          <a:bodyPr anchor="ctr"/>
          <a:lstStyle/>
          <a:p>
            <a:pPr algn="ctr">
              <a:defRPr sz="1725" b="1">
                <a:solidFill>
                  <a:srgbClr val="2E9B63"/>
                </a:solidFill>
              </a:defRPr>
            </a:pPr>
            <a:r>
              <a:rPr sz="1725" b="1">
                <a:solidFill>
                  <a:srgbClr val="2E9B63"/>
                </a:solidFill>
              </a:rPr>
              <a:t>WATER</a:t>
            </a:r>
          </a:p>
        </p:txBody>
      </p:sp>
      <p:sp>
        <p:nvSpPr>
          <p:cNvPr id="9" name="Editable box: HARDWARE">
            <a:extLst>
              <a:ext uri="{FF2B5EF4-FFF2-40B4-BE49-F238E27FC236}">
                <a16:creationId xmlns:a16="http://schemas.microsoft.com/office/drawing/2014/main" id="{1C773201-D221-4214-BFF3-9C27F9AAE951}"/>
              </a:ext>
            </a:extLst>
          </p:cNvPr>
          <p:cNvSpPr>
            <a:spLocks noGrp="1"/>
          </p:cNvSpPr>
          <p:nvPr/>
        </p:nvSpPr>
        <p:spPr>
          <a:xfrm>
            <a:off x="7143750" y="4143375"/>
            <a:ext cx="3429000" cy="714375"/>
          </a:xfrm>
          <a:prstGeom prst="roundRect">
            <a:avLst>
              <a:gd name="adj" fmla="val 18667"/>
            </a:avLst>
          </a:prstGeom>
          <a:solidFill>
            <a:srgbClr val="FFF4E8"/>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HARDWARE</a:t>
            </a:r>
          </a:p>
        </p:txBody>
      </p:sp>
      <p:sp>
        <p:nvSpPr>
          <p:cNvPr id="10" name="Editable text">
            <a:extLst>
              <a:ext uri="{FF2B5EF4-FFF2-40B4-BE49-F238E27FC236}">
                <a16:creationId xmlns:a16="http://schemas.microsoft.com/office/drawing/2014/main" id="{DE5B042B-D2E2-46FD-B9B6-C838C06B8BA7}"/>
              </a:ext>
            </a:extLst>
          </p:cNvPr>
          <p:cNvSpPr>
            <a:spLocks noGrp="1"/>
          </p:cNvSpPr>
          <p:nvPr/>
        </p:nvSpPr>
        <p:spPr>
          <a:xfrm>
            <a:off x="7143750" y="5095875"/>
            <a:ext cx="3714750" cy="523875"/>
          </a:xfrm>
          <a:prstGeom prst="rect">
            <a:avLst/>
          </a:prstGeom>
          <a:noFill/>
          <a:ln w="0">
            <a:noFill/>
          </a:ln>
        </p:spPr>
        <p:txBody>
          <a:bodyPr anchor="ctr"/>
          <a:lstStyle/>
          <a:p>
            <a:pPr algn="ctr">
              <a:defRPr sz="1425" b="0">
                <a:solidFill>
                  <a:srgbClr val="5E6875"/>
                </a:solidFill>
              </a:defRPr>
            </a:pPr>
            <a:r>
              <a:rPr sz="1425" b="0">
                <a:solidFill>
                  <a:srgbClr val="5E6875"/>
                </a:solidFill>
              </a:rPr>
              <a:t>Report workload, region, utilization, and uncertainty—not a universal per-query number.</a:t>
            </a:r>
          </a:p>
        </p:txBody>
      </p:sp>
      <p:sp>
        <p:nvSpPr>
          <p:cNvPr id="11" name="Editable box: Environmental impact must be measured in context, not reduced to a single average.">
            <a:extLst>
              <a:ext uri="{FF2B5EF4-FFF2-40B4-BE49-F238E27FC236}">
                <a16:creationId xmlns:a16="http://schemas.microsoft.com/office/drawing/2014/main" id="{06E5D0F9-B4F0-4C51-9826-63DCE0231E1F}"/>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Environmental impact must be measured in context, not reduced to a single average.</a:t>
            </a:r>
          </a:p>
        </p:txBody>
      </p:sp>
    </p:spTree>
    <p:extLst>
      <p:ext uri="{BB962C8B-B14F-4D97-AF65-F5344CB8AC3E}">
        <p14:creationId xmlns:p14="http://schemas.microsoft.com/office/powerpoint/2010/main" val="33345962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Responsible AI Covers the Entire Value Chain</a:t>
            </a:r>
          </a:p>
        </p:txBody>
      </p:sp>
      <p:sp>
        <p:nvSpPr>
          <p:cNvPr id="13" name="Restored content rail">
            <a:extLst>
              <a:ext uri="{FF2B5EF4-FFF2-40B4-BE49-F238E27FC236}">
                <a16:creationId xmlns:a16="http://schemas.microsoft.com/office/drawing/2014/main" id="{4353C945-FDB5-476E-8387-0077C6601385}"/>
              </a:ext>
            </a:extLst>
          </p:cNvPr>
          <p:cNvSpPr>
            <a:spLocks noGrp="1"/>
          </p:cNvSpPr>
          <p:nvPr/>
        </p:nvSpPr>
        <p:spPr>
          <a:xfrm>
            <a:off x="628650" y="1695450"/>
            <a:ext cx="38100" cy="4429125"/>
          </a:xfrm>
          <a:prstGeom prst="rect">
            <a:avLst/>
          </a:prstGeom>
          <a:solidFill>
            <a:srgbClr val="2F73E8"/>
          </a:solidFill>
          <a:ln w="0">
            <a:noFill/>
            <a:prstDash val="solid"/>
          </a:ln>
        </p:spPr>
        <p:txBody>
          <a:bodyPr/>
          <a:lstStyle/>
          <a:p>
            <a:endParaRPr/>
          </a:p>
        </p:txBody>
      </p:sp>
      <p:sp>
        <p:nvSpPr>
          <p:cNvPr id="14" name="Restored lead">
            <a:extLst>
              <a:ext uri="{FF2B5EF4-FFF2-40B4-BE49-F238E27FC236}">
                <a16:creationId xmlns:a16="http://schemas.microsoft.com/office/drawing/2014/main" id="{6411305E-DBBA-4AE8-9AEF-0F35D47E34C5}"/>
              </a:ext>
            </a:extLst>
          </p:cNvPr>
          <p:cNvSpPr>
            <a:spLocks noGrp="1"/>
          </p:cNvSpPr>
          <p:nvPr/>
        </p:nvSpPr>
        <p:spPr>
          <a:xfrm>
            <a:off x="1000125" y="1695450"/>
            <a:ext cx="10191750" cy="647700"/>
          </a:xfrm>
          <a:prstGeom prst="rect">
            <a:avLst/>
          </a:prstGeom>
          <a:noFill/>
          <a:ln w="0">
            <a:noFill/>
            <a:prstDash val="solid"/>
          </a:ln>
        </p:spPr>
        <p:txBody>
          <a:bodyPr wrap="square" lIns="28575" tIns="19050" rIns="28575" bIns="19050" anchor="ctr">
            <a:noAutofit/>
          </a:bodyPr>
          <a:lstStyle/>
          <a:p>
            <a:pPr>
              <a:buNone/>
              <a:defRPr sz="1800"/>
            </a:pPr>
            <a:r>
              <a:rPr sz="2000" b="0">
                <a:solidFill>
                  <a:srgbClr val="5E6875"/>
                </a:solidFill>
                <a:latin typeface="Calibri"/>
                <a:ea typeface="Calibri"/>
                <a:cs typeface="Calibri"/>
              </a:rPr>
              <a:t>Accountability spans data and model suppliers, application builders, deployers, users, and affected stakeholders.</a:t>
            </a:r>
          </a:p>
        </p:txBody>
      </p:sp>
      <p:sp>
        <p:nvSpPr>
          <p:cNvPr id="15" name="Framework heading 1">
            <a:extLst>
              <a:ext uri="{FF2B5EF4-FFF2-40B4-BE49-F238E27FC236}">
                <a16:creationId xmlns:a16="http://schemas.microsoft.com/office/drawing/2014/main" id="{49AF2347-772C-4ED7-B423-4C42F23764BE}"/>
              </a:ext>
            </a:extLst>
          </p:cNvPr>
          <p:cNvSpPr>
            <a:spLocks noGrp="1"/>
          </p:cNvSpPr>
          <p:nvPr/>
        </p:nvSpPr>
        <p:spPr>
          <a:xfrm>
            <a:off x="10953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Supply chain</a:t>
            </a:r>
          </a:p>
        </p:txBody>
      </p:sp>
      <p:sp>
        <p:nvSpPr>
          <p:cNvPr id="16" name="Framework body 1">
            <a:extLst>
              <a:ext uri="{FF2B5EF4-FFF2-40B4-BE49-F238E27FC236}">
                <a16:creationId xmlns:a16="http://schemas.microsoft.com/office/drawing/2014/main" id="{2A135D50-BBF3-4D21-8F89-87DD500B0972}"/>
              </a:ext>
            </a:extLst>
          </p:cNvPr>
          <p:cNvSpPr>
            <a:spLocks noGrp="1"/>
          </p:cNvSpPr>
          <p:nvPr/>
        </p:nvSpPr>
        <p:spPr>
          <a:xfrm>
            <a:off x="10953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Use model and data documentation, AIBOM/SBOM practices, vendor assessment, and provenance records.</a:t>
            </a:r>
          </a:p>
        </p:txBody>
      </p:sp>
      <p:sp>
        <p:nvSpPr>
          <p:cNvPr id="17" name="Framework divider 1">
            <a:extLst>
              <a:ext uri="{FF2B5EF4-FFF2-40B4-BE49-F238E27FC236}">
                <a16:creationId xmlns:a16="http://schemas.microsoft.com/office/drawing/2014/main" id="{B783275D-D770-46FF-89E5-2C778116C273}"/>
              </a:ext>
            </a:extLst>
          </p:cNvPr>
          <p:cNvSpPr>
            <a:spLocks noGrp="1"/>
          </p:cNvSpPr>
          <p:nvPr/>
        </p:nvSpPr>
        <p:spPr>
          <a:xfrm>
            <a:off x="4394200" y="2571750"/>
            <a:ext cx="19050" cy="2619375"/>
          </a:xfrm>
          <a:prstGeom prst="rect">
            <a:avLst/>
          </a:prstGeom>
          <a:solidFill>
            <a:srgbClr val="D7DEE8"/>
          </a:solidFill>
          <a:ln w="0">
            <a:noFill/>
            <a:prstDash val="solid"/>
          </a:ln>
        </p:spPr>
        <p:txBody>
          <a:bodyPr/>
          <a:lstStyle/>
          <a:p>
            <a:endParaRPr/>
          </a:p>
        </p:txBody>
      </p:sp>
      <p:sp>
        <p:nvSpPr>
          <p:cNvPr id="18" name="Framework heading 2">
            <a:extLst>
              <a:ext uri="{FF2B5EF4-FFF2-40B4-BE49-F238E27FC236}">
                <a16:creationId xmlns:a16="http://schemas.microsoft.com/office/drawing/2014/main" id="{2A272F69-1EB8-40CF-85A0-3129F648A5D5}"/>
              </a:ext>
            </a:extLst>
          </p:cNvPr>
          <p:cNvSpPr>
            <a:spLocks noGrp="1"/>
          </p:cNvSpPr>
          <p:nvPr/>
        </p:nvSpPr>
        <p:spPr>
          <a:xfrm>
            <a:off x="44989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D45A3A"/>
                </a:solidFill>
                <a:latin typeface="Calibri"/>
                <a:ea typeface="Calibri"/>
                <a:cs typeface="Calibri"/>
              </a:rPr>
              <a:t>Human–AI interaction</a:t>
            </a:r>
          </a:p>
        </p:txBody>
      </p:sp>
      <p:sp>
        <p:nvSpPr>
          <p:cNvPr id="19" name="Framework body 2">
            <a:extLst>
              <a:ext uri="{FF2B5EF4-FFF2-40B4-BE49-F238E27FC236}">
                <a16:creationId xmlns:a16="http://schemas.microsoft.com/office/drawing/2014/main" id="{ECC4E33C-C993-4631-B0CA-1F3384D8F745}"/>
              </a:ext>
            </a:extLst>
          </p:cNvPr>
          <p:cNvSpPr>
            <a:spLocks noGrp="1"/>
          </p:cNvSpPr>
          <p:nvPr/>
        </p:nvSpPr>
        <p:spPr>
          <a:xfrm>
            <a:off x="44989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Design permissions, review, escalation, feedback, recourse, and accessibility into the workflow.</a:t>
            </a:r>
          </a:p>
        </p:txBody>
      </p:sp>
      <p:sp>
        <p:nvSpPr>
          <p:cNvPr id="20" name="Framework divider 2">
            <a:extLst>
              <a:ext uri="{FF2B5EF4-FFF2-40B4-BE49-F238E27FC236}">
                <a16:creationId xmlns:a16="http://schemas.microsoft.com/office/drawing/2014/main" id="{C0CB6112-47ED-4D4A-B7B5-C59178AD4B5D}"/>
              </a:ext>
            </a:extLst>
          </p:cNvPr>
          <p:cNvSpPr>
            <a:spLocks noGrp="1"/>
          </p:cNvSpPr>
          <p:nvPr/>
        </p:nvSpPr>
        <p:spPr>
          <a:xfrm>
            <a:off x="7797800" y="2571750"/>
            <a:ext cx="19050" cy="2619375"/>
          </a:xfrm>
          <a:prstGeom prst="rect">
            <a:avLst/>
          </a:prstGeom>
          <a:solidFill>
            <a:srgbClr val="D7DEE8"/>
          </a:solidFill>
          <a:ln w="0">
            <a:noFill/>
            <a:prstDash val="solid"/>
          </a:ln>
        </p:spPr>
        <p:txBody>
          <a:bodyPr/>
          <a:lstStyle/>
          <a:p>
            <a:endParaRPr/>
          </a:p>
        </p:txBody>
      </p:sp>
      <p:sp>
        <p:nvSpPr>
          <p:cNvPr id="21" name="Framework heading 3">
            <a:extLst>
              <a:ext uri="{FF2B5EF4-FFF2-40B4-BE49-F238E27FC236}">
                <a16:creationId xmlns:a16="http://schemas.microsoft.com/office/drawing/2014/main" id="{C08E5C4A-9FED-4634-AFC4-4FA74CDA41B0}"/>
              </a:ext>
            </a:extLst>
          </p:cNvPr>
          <p:cNvSpPr>
            <a:spLocks noGrp="1"/>
          </p:cNvSpPr>
          <p:nvPr/>
        </p:nvSpPr>
        <p:spPr>
          <a:xfrm>
            <a:off x="7902575" y="2524125"/>
            <a:ext cx="3194050" cy="523875"/>
          </a:xfrm>
          <a:prstGeom prst="rect">
            <a:avLst/>
          </a:prstGeom>
          <a:noFill/>
          <a:ln w="0">
            <a:noFill/>
            <a:prstDash val="solid"/>
          </a:ln>
        </p:spPr>
        <p:txBody>
          <a:bodyPr wrap="square" lIns="28575" tIns="19050" rIns="28575" bIns="19050" anchor="ctr">
            <a:noAutofit/>
          </a:bodyPr>
          <a:lstStyle/>
          <a:p>
            <a:pPr>
              <a:buNone/>
              <a:defRPr sz="1950" b="1"/>
            </a:pPr>
            <a:r>
              <a:rPr sz="2200" b="1">
                <a:solidFill>
                  <a:srgbClr val="184E8A"/>
                </a:solidFill>
                <a:latin typeface="Calibri"/>
                <a:ea typeface="Calibri"/>
                <a:cs typeface="Calibri"/>
              </a:rPr>
              <a:t>Disclosure</a:t>
            </a:r>
          </a:p>
        </p:txBody>
      </p:sp>
      <p:sp>
        <p:nvSpPr>
          <p:cNvPr id="22" name="Framework body 3">
            <a:extLst>
              <a:ext uri="{FF2B5EF4-FFF2-40B4-BE49-F238E27FC236}">
                <a16:creationId xmlns:a16="http://schemas.microsoft.com/office/drawing/2014/main" id="{B66BCFA8-480B-493C-94EF-572E2FD8C0D0}"/>
              </a:ext>
            </a:extLst>
          </p:cNvPr>
          <p:cNvSpPr>
            <a:spLocks noGrp="1"/>
          </p:cNvSpPr>
          <p:nvPr/>
        </p:nvSpPr>
        <p:spPr>
          <a:xfrm>
            <a:off x="7902575" y="3143250"/>
            <a:ext cx="3194050" cy="2286000"/>
          </a:xfrm>
          <a:prstGeom prst="rect">
            <a:avLst/>
          </a:prstGeom>
          <a:noFill/>
          <a:ln w="0">
            <a:noFill/>
            <a:prstDash val="solid"/>
          </a:ln>
        </p:spPr>
        <p:txBody>
          <a:bodyPr wrap="square" lIns="28575" tIns="19050" rIns="28575" bIns="19050" anchor="t">
            <a:noAutofit/>
          </a:bodyPr>
          <a:lstStyle/>
          <a:p>
            <a:pPr>
              <a:buNone/>
              <a:defRPr sz="1800"/>
            </a:pPr>
            <a:r>
              <a:rPr sz="2000" b="0">
                <a:solidFill>
                  <a:srgbClr val="262626"/>
                </a:solidFill>
                <a:latin typeface="Calibri"/>
                <a:ea typeface="Calibri"/>
                <a:cs typeface="Calibri"/>
              </a:rPr>
              <a:t>Disclose AI involvement when required by context, organizational policy, contract, or law.</a:t>
            </a:r>
          </a:p>
        </p:txBody>
      </p:sp>
      <p:sp>
        <p:nvSpPr>
          <p:cNvPr id="23" name="Restored takeaway background">
            <a:extLst>
              <a:ext uri="{FF2B5EF4-FFF2-40B4-BE49-F238E27FC236}">
                <a16:creationId xmlns:a16="http://schemas.microsoft.com/office/drawing/2014/main" id="{B14E0A18-D64C-485E-9A11-E6A8AA80C460}"/>
              </a:ext>
            </a:extLst>
          </p:cNvPr>
          <p:cNvSpPr>
            <a:spLocks noGrp="1"/>
          </p:cNvSpPr>
          <p:nvPr/>
        </p:nvSpPr>
        <p:spPr>
          <a:xfrm>
            <a:off x="1000125" y="5572125"/>
            <a:ext cx="10191750" cy="552450"/>
          </a:xfrm>
          <a:prstGeom prst="rect">
            <a:avLst/>
          </a:prstGeom>
          <a:solidFill>
            <a:srgbClr val="F2F6FC"/>
          </a:solidFill>
          <a:ln w="0">
            <a:noFill/>
            <a:prstDash val="solid"/>
          </a:ln>
        </p:spPr>
        <p:txBody>
          <a:bodyPr/>
          <a:lstStyle/>
          <a:p>
            <a:endParaRPr/>
          </a:p>
        </p:txBody>
      </p:sp>
      <p:sp>
        <p:nvSpPr>
          <p:cNvPr id="24" name="Restored takeaway">
            <a:extLst>
              <a:ext uri="{FF2B5EF4-FFF2-40B4-BE49-F238E27FC236}">
                <a16:creationId xmlns:a16="http://schemas.microsoft.com/office/drawing/2014/main" id="{38C45A73-AAC5-48F5-8B3C-B6A5428F5710}"/>
              </a:ext>
            </a:extLst>
          </p:cNvPr>
          <p:cNvSpPr>
            <a:spLocks noGrp="1"/>
          </p:cNvSpPr>
          <p:nvPr/>
        </p:nvSpPr>
        <p:spPr>
          <a:xfrm>
            <a:off x="1190625" y="5676900"/>
            <a:ext cx="9810750" cy="381000"/>
          </a:xfrm>
          <a:prstGeom prst="rect">
            <a:avLst/>
          </a:prstGeom>
          <a:noFill/>
          <a:ln w="0">
            <a:noFill/>
            <a:prstDash val="solid"/>
          </a:ln>
        </p:spPr>
        <p:txBody>
          <a:bodyPr wrap="square" lIns="28575" tIns="19050" rIns="28575" bIns="19050" anchor="ctr">
            <a:noAutofit/>
          </a:bodyPr>
          <a:lstStyle/>
          <a:p>
            <a:pPr>
              <a:buNone/>
              <a:defRPr sz="1800"/>
            </a:pPr>
            <a:r>
              <a:rPr sz="2000" b="1">
                <a:solidFill>
                  <a:srgbClr val="184E8A"/>
                </a:solidFill>
                <a:latin typeface="Calibri"/>
                <a:ea typeface="Calibri"/>
                <a:cs typeface="Calibri"/>
              </a:rPr>
              <a:t>Responsibility does not stop at the model boundary; it follows the business process and its impacts.</a:t>
            </a:r>
          </a:p>
        </p:txBody>
      </p:sp>
    </p:spTree>
    <p:extLst>
      <p:ext uri="{BB962C8B-B14F-4D97-AF65-F5344CB8AC3E}">
        <p14:creationId xmlns:p14="http://schemas.microsoft.com/office/powerpoint/2010/main" val="33195530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wrap="square" anchor="ctr">
            <a:noAutofit/>
          </a:bodyPr>
          <a:lstStyle/>
          <a:p>
            <a:pPr algn="l">
              <a:buNone/>
            </a:pPr>
            <a:r>
              <a:rPr sz="2850" b="1">
                <a:solidFill>
                  <a:srgbClr val="262626"/>
                </a:solidFill>
                <a:latin typeface="Calibri"/>
                <a:ea typeface="Calibri"/>
                <a:cs typeface="Calibri"/>
              </a:rPr>
              <a:t>NIST AI RMF Provides a Common Risk Language</a:t>
            </a:r>
          </a:p>
        </p:txBody>
      </p:sp>
      <p:sp>
        <p:nvSpPr>
          <p:cNvPr id="5" name="Editable content rail">
            <a:extLst>
              <a:ext uri="{FF2B5EF4-FFF2-40B4-BE49-F238E27FC236}">
                <a16:creationId xmlns:a16="http://schemas.microsoft.com/office/drawing/2014/main" id="{AD4F6DAB-BBD9-4699-987E-88674087E2C4}"/>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8A3832F7-00AF-4656-8216-6448BECA2CB9}"/>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NIST AI RMF organizes risk work into four connected functions.</a:t>
            </a:r>
          </a:p>
        </p:txBody>
      </p:sp>
      <p:pic>
        <p:nvPicPr>
          <p:cNvPr id="16" name="Picture 15"/>
          <p:cNvPicPr>
            <a:picLocks noChangeAspect="1"/>
          </p:cNvPicPr>
          <p:nvPr/>
        </p:nvPicPr>
        <p:blipFill>
          <a:blip r:embed="rId3"/>
          <a:stretch/>
        </p:blipFill>
        <p:spPr>
          <a:xfrm>
            <a:off x="1492899" y="2000250"/>
            <a:ext cx="3872203" cy="3476625"/>
          </a:xfrm>
          <a:prstGeom prst="roundRect">
            <a:avLst>
              <a:gd name="adj" fmla="val 3288"/>
            </a:avLst>
          </a:prstGeom>
        </p:spPr>
      </p:pic>
      <p:sp>
        <p:nvSpPr>
          <p:cNvPr id="8" name="Editable box: GOVERN — cross-cutting">
            <a:extLst>
              <a:ext uri="{FF2B5EF4-FFF2-40B4-BE49-F238E27FC236}">
                <a16:creationId xmlns:a16="http://schemas.microsoft.com/office/drawing/2014/main" id="{39168452-475D-472B-B8FC-65ED66ABBF19}"/>
              </a:ext>
            </a:extLst>
          </p:cNvPr>
          <p:cNvSpPr>
            <a:spLocks noGrp="1"/>
          </p:cNvSpPr>
          <p:nvPr/>
        </p:nvSpPr>
        <p:spPr>
          <a:xfrm>
            <a:off x="6667500" y="2143125"/>
            <a:ext cx="3905250" cy="590550"/>
          </a:xfrm>
          <a:prstGeom prst="roundRect">
            <a:avLst>
              <a:gd name="adj" fmla="val 22581"/>
            </a:avLst>
          </a:prstGeom>
          <a:solidFill>
            <a:srgbClr val="184E8A"/>
          </a:solidFill>
          <a:ln w="14288">
            <a:solidFill>
              <a:srgbClr val="184E8A"/>
            </a:solidFill>
            <a:prstDash val="solid"/>
          </a:ln>
        </p:spPr>
        <p:txBody>
          <a:bodyPr anchor="ctr"/>
          <a:lstStyle/>
          <a:p>
            <a:pPr algn="ctr">
              <a:defRPr sz="1575" b="1">
                <a:solidFill>
                  <a:srgbClr val="FFFFFF"/>
                </a:solidFill>
              </a:defRPr>
            </a:pPr>
            <a:r>
              <a:rPr sz="1575" b="1">
                <a:solidFill>
                  <a:srgbClr val="FFFFFF"/>
                </a:solidFill>
              </a:rPr>
              <a:t>GOVERN — cross-cutting</a:t>
            </a:r>
          </a:p>
        </p:txBody>
      </p:sp>
      <p:sp>
        <p:nvSpPr>
          <p:cNvPr id="9" name="Editable box: MAP — context">
            <a:extLst>
              <a:ext uri="{FF2B5EF4-FFF2-40B4-BE49-F238E27FC236}">
                <a16:creationId xmlns:a16="http://schemas.microsoft.com/office/drawing/2014/main" id="{A788412E-5656-4658-A890-0F6C7582E668}"/>
              </a:ext>
            </a:extLst>
          </p:cNvPr>
          <p:cNvSpPr>
            <a:spLocks noGrp="1"/>
          </p:cNvSpPr>
          <p:nvPr/>
        </p:nvSpPr>
        <p:spPr>
          <a:xfrm>
            <a:off x="6667500" y="3000375"/>
            <a:ext cx="3905250" cy="590550"/>
          </a:xfrm>
          <a:prstGeom prst="roundRect">
            <a:avLst>
              <a:gd name="adj" fmla="val 22581"/>
            </a:avLst>
          </a:prstGeom>
          <a:solidFill>
            <a:srgbClr val="EFF5FF"/>
          </a:solidFill>
          <a:ln w="14288">
            <a:solidFill>
              <a:srgbClr val="2F73E8"/>
            </a:solidFill>
            <a:prstDash val="solid"/>
          </a:ln>
        </p:spPr>
        <p:txBody>
          <a:bodyPr anchor="ctr"/>
          <a:lstStyle/>
          <a:p>
            <a:pPr algn="ctr">
              <a:defRPr sz="1575" b="1">
                <a:solidFill>
                  <a:srgbClr val="184E8A"/>
                </a:solidFill>
              </a:defRPr>
            </a:pPr>
            <a:r>
              <a:rPr sz="1575" b="1">
                <a:solidFill>
                  <a:srgbClr val="184E8A"/>
                </a:solidFill>
              </a:rPr>
              <a:t>MAP — context</a:t>
            </a:r>
          </a:p>
        </p:txBody>
      </p:sp>
      <p:sp>
        <p:nvSpPr>
          <p:cNvPr id="10" name="Editable box: MEASURE — evidence">
            <a:extLst>
              <a:ext uri="{FF2B5EF4-FFF2-40B4-BE49-F238E27FC236}">
                <a16:creationId xmlns:a16="http://schemas.microsoft.com/office/drawing/2014/main" id="{764CF5B6-4853-4D59-8FC1-84F600FAE729}"/>
              </a:ext>
            </a:extLst>
          </p:cNvPr>
          <p:cNvSpPr>
            <a:spLocks noGrp="1"/>
          </p:cNvSpPr>
          <p:nvPr/>
        </p:nvSpPr>
        <p:spPr>
          <a:xfrm>
            <a:off x="6667500" y="3857625"/>
            <a:ext cx="3905250" cy="590550"/>
          </a:xfrm>
          <a:prstGeom prst="roundRect">
            <a:avLst>
              <a:gd name="adj" fmla="val 22581"/>
            </a:avLst>
          </a:prstGeom>
          <a:solidFill>
            <a:srgbClr val="FFF4E8"/>
          </a:solidFill>
          <a:ln w="14288">
            <a:solidFill>
              <a:srgbClr val="E85A33"/>
            </a:solidFill>
            <a:prstDash val="solid"/>
          </a:ln>
        </p:spPr>
        <p:txBody>
          <a:bodyPr anchor="ctr"/>
          <a:lstStyle/>
          <a:p>
            <a:pPr algn="ctr">
              <a:defRPr sz="1575" b="1">
                <a:solidFill>
                  <a:srgbClr val="E85A33"/>
                </a:solidFill>
              </a:defRPr>
            </a:pPr>
            <a:r>
              <a:rPr sz="1575" b="1">
                <a:solidFill>
                  <a:srgbClr val="E85A33"/>
                </a:solidFill>
              </a:rPr>
              <a:t>MEASURE — evidence</a:t>
            </a:r>
          </a:p>
        </p:txBody>
      </p:sp>
      <p:sp>
        <p:nvSpPr>
          <p:cNvPr id="11" name="Editable box: MANAGE — action">
            <a:extLst>
              <a:ext uri="{FF2B5EF4-FFF2-40B4-BE49-F238E27FC236}">
                <a16:creationId xmlns:a16="http://schemas.microsoft.com/office/drawing/2014/main" id="{A6F357D8-2DF2-4EED-BC61-EB5465DD4FB2}"/>
              </a:ext>
            </a:extLst>
          </p:cNvPr>
          <p:cNvSpPr>
            <a:spLocks noGrp="1"/>
          </p:cNvSpPr>
          <p:nvPr/>
        </p:nvSpPr>
        <p:spPr>
          <a:xfrm>
            <a:off x="6667500" y="4714875"/>
            <a:ext cx="3905250" cy="590550"/>
          </a:xfrm>
          <a:prstGeom prst="roundRect">
            <a:avLst>
              <a:gd name="adj" fmla="val 22581"/>
            </a:avLst>
          </a:prstGeom>
          <a:solidFill>
            <a:srgbClr val="ECF8F1"/>
          </a:solidFill>
          <a:ln w="14288">
            <a:solidFill>
              <a:srgbClr val="2E9B63"/>
            </a:solidFill>
            <a:prstDash val="solid"/>
          </a:ln>
        </p:spPr>
        <p:txBody>
          <a:bodyPr anchor="ctr"/>
          <a:lstStyle/>
          <a:p>
            <a:pPr algn="ctr">
              <a:defRPr sz="1575" b="1">
                <a:solidFill>
                  <a:srgbClr val="2E9B63"/>
                </a:solidFill>
              </a:defRPr>
            </a:pPr>
            <a:r>
              <a:rPr sz="1575" b="1">
                <a:solidFill>
                  <a:srgbClr val="2E9B63"/>
                </a:solidFill>
              </a:rPr>
              <a:t>MANAGE — action</a:t>
            </a:r>
          </a:p>
        </p:txBody>
      </p:sp>
      <p:sp>
        <p:nvSpPr>
          <p:cNvPr id="12" name="Editable box: The framework creates a common risk language—not a certification or one-time checklist.">
            <a:extLst>
              <a:ext uri="{FF2B5EF4-FFF2-40B4-BE49-F238E27FC236}">
                <a16:creationId xmlns:a16="http://schemas.microsoft.com/office/drawing/2014/main" id="{F4370679-9DFF-4AA3-8357-651F0968D4D7}"/>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The framework creates a common risk language—not a certification or one-time checklist.</a:t>
            </a:r>
          </a:p>
        </p:txBody>
      </p:sp>
    </p:spTree>
    <p:extLst>
      <p:ext uri="{BB962C8B-B14F-4D97-AF65-F5344CB8AC3E}">
        <p14:creationId xmlns:p14="http://schemas.microsoft.com/office/powerpoint/2010/main" val="21236776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9343B8-EB39-41A6-93B9-DAF71810FE81}"/>
              </a:ext>
            </a:extLst>
          </p:cNvPr>
          <p:cNvSpPr>
            <a:spLocks noGrp="1"/>
          </p:cNvSpPr>
          <p:nvPr>
            <p:ph type="body" idx="10"/>
          </p:nvPr>
        </p:nvSpPr>
        <p:spPr/>
        <p:txBody>
          <a:bodyPr wrap="square" anchor="ctr">
            <a:noAutofit/>
          </a:bodyPr>
          <a:lstStyle/>
          <a:p>
            <a:pPr algn="ctr">
              <a:buNone/>
            </a:pPr>
            <a:r>
              <a:rPr sz="2250" b="1">
                <a:solidFill>
                  <a:srgbClr val="B11117"/>
                </a:solidFill>
                <a:latin typeface="Calibri"/>
                <a:ea typeface="Calibri"/>
                <a:cs typeface="Calibri"/>
              </a:rPr>
              <a:t>Part 4</a:t>
            </a:r>
          </a:p>
          <a:p>
            <a:pPr algn="ctr">
              <a:buNone/>
            </a:pPr>
            <a:r>
              <a:rPr sz="2250" b="1">
                <a:solidFill>
                  <a:srgbClr val="B11117"/>
                </a:solidFill>
                <a:latin typeface="Calibri"/>
                <a:ea typeface="Calibri"/>
                <a:cs typeface="Calibri"/>
              </a:rPr>
              <a:t>Operationalizing Responsible AI</a:t>
            </a:r>
          </a:p>
        </p:txBody>
      </p:sp>
    </p:spTree>
    <p:extLst>
      <p:ext uri="{BB962C8B-B14F-4D97-AF65-F5344CB8AC3E}">
        <p14:creationId xmlns:p14="http://schemas.microsoft.com/office/powerpoint/2010/main" val="259745662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Govern, Map, Measure, Manage</a:t>
            </a:r>
          </a:p>
        </p:txBody>
      </p:sp>
      <p:sp>
        <p:nvSpPr>
          <p:cNvPr id="5" name="Editable content rail">
            <a:extLst>
              <a:ext uri="{FF2B5EF4-FFF2-40B4-BE49-F238E27FC236}">
                <a16:creationId xmlns:a16="http://schemas.microsoft.com/office/drawing/2014/main" id="{FBDFAA29-CCFC-4841-9903-B62145E676C5}"/>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E3343858-4180-459A-AE0F-3EAFA2AF1414}"/>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NIST AI RMF organizes risk work into four connected functions.</a:t>
            </a:r>
          </a:p>
        </p:txBody>
      </p:sp>
      <p:sp>
        <p:nvSpPr>
          <p:cNvPr id="7" name="Editable box: GOVERN">
            <a:extLst>
              <a:ext uri="{FF2B5EF4-FFF2-40B4-BE49-F238E27FC236}">
                <a16:creationId xmlns:a16="http://schemas.microsoft.com/office/drawing/2014/main" id="{C2AB96E0-A318-44B8-88FA-84D502322922}"/>
              </a:ext>
            </a:extLst>
          </p:cNvPr>
          <p:cNvSpPr>
            <a:spLocks noGrp="1"/>
          </p:cNvSpPr>
          <p:nvPr/>
        </p:nvSpPr>
        <p:spPr>
          <a:xfrm>
            <a:off x="4619625" y="3095625"/>
            <a:ext cx="2952750" cy="1047750"/>
          </a:xfrm>
          <a:prstGeom prst="roundRect">
            <a:avLst>
              <a:gd name="adj" fmla="val 12727"/>
            </a:avLst>
          </a:prstGeom>
          <a:solidFill>
            <a:srgbClr val="184E8A"/>
          </a:solidFill>
          <a:ln w="14288">
            <a:solidFill>
              <a:srgbClr val="184E8A"/>
            </a:solidFill>
            <a:prstDash val="solid"/>
          </a:ln>
        </p:spPr>
        <p:txBody>
          <a:bodyPr anchor="ctr"/>
          <a:lstStyle/>
          <a:p>
            <a:pPr algn="ctr">
              <a:defRPr sz="2100" b="1">
                <a:solidFill>
                  <a:srgbClr val="FFFFFF"/>
                </a:solidFill>
              </a:defRPr>
            </a:pPr>
            <a:r>
              <a:rPr sz="2100" b="1">
                <a:solidFill>
                  <a:srgbClr val="FFFFFF"/>
                </a:solidFill>
              </a:rPr>
              <a:t>GOVERN</a:t>
            </a:r>
          </a:p>
        </p:txBody>
      </p:sp>
      <p:sp>
        <p:nvSpPr>
          <p:cNvPr id="8" name="Editable box: MAP">
            <a:extLst>
              <a:ext uri="{FF2B5EF4-FFF2-40B4-BE49-F238E27FC236}">
                <a16:creationId xmlns:a16="http://schemas.microsoft.com/office/drawing/2014/main" id="{5C684AA0-11C1-4927-929F-A6214F81FBCE}"/>
              </a:ext>
            </a:extLst>
          </p:cNvPr>
          <p:cNvSpPr>
            <a:spLocks noGrp="1"/>
          </p:cNvSpPr>
          <p:nvPr/>
        </p:nvSpPr>
        <p:spPr>
          <a:xfrm>
            <a:off x="1143000" y="2476500"/>
            <a:ext cx="2095500" cy="762000"/>
          </a:xfrm>
          <a:prstGeom prst="roundRect">
            <a:avLst>
              <a:gd name="adj" fmla="val 17500"/>
            </a:avLst>
          </a:prstGeom>
          <a:solidFill>
            <a:srgbClr val="EFF5FF"/>
          </a:solidFill>
          <a:ln w="14288">
            <a:solidFill>
              <a:srgbClr val="2F73E8"/>
            </a:solidFill>
            <a:prstDash val="solid"/>
          </a:ln>
        </p:spPr>
        <p:txBody>
          <a:bodyPr anchor="ctr"/>
          <a:lstStyle/>
          <a:p>
            <a:pPr algn="ctr">
              <a:defRPr sz="1875" b="1">
                <a:solidFill>
                  <a:srgbClr val="184E8A"/>
                </a:solidFill>
              </a:defRPr>
            </a:pPr>
            <a:r>
              <a:rPr sz="1875" b="1">
                <a:solidFill>
                  <a:srgbClr val="184E8A"/>
                </a:solidFill>
              </a:rPr>
              <a:t>MAP</a:t>
            </a:r>
          </a:p>
        </p:txBody>
      </p:sp>
      <p:sp>
        <p:nvSpPr>
          <p:cNvPr id="9" name="Editable box: MEASURE">
            <a:extLst>
              <a:ext uri="{FF2B5EF4-FFF2-40B4-BE49-F238E27FC236}">
                <a16:creationId xmlns:a16="http://schemas.microsoft.com/office/drawing/2014/main" id="{3A5C684B-0B34-4EE6-8CB5-5C995E140BFE}"/>
              </a:ext>
            </a:extLst>
          </p:cNvPr>
          <p:cNvSpPr>
            <a:spLocks noGrp="1"/>
          </p:cNvSpPr>
          <p:nvPr/>
        </p:nvSpPr>
        <p:spPr>
          <a:xfrm>
            <a:off x="1143000" y="4429125"/>
            <a:ext cx="2095500" cy="762000"/>
          </a:xfrm>
          <a:prstGeom prst="roundRect">
            <a:avLst>
              <a:gd name="adj" fmla="val 17500"/>
            </a:avLst>
          </a:prstGeom>
          <a:solidFill>
            <a:srgbClr val="FFF4E8"/>
          </a:solidFill>
          <a:ln w="14288">
            <a:solidFill>
              <a:srgbClr val="E85A33"/>
            </a:solidFill>
            <a:prstDash val="solid"/>
          </a:ln>
        </p:spPr>
        <p:txBody>
          <a:bodyPr anchor="ctr"/>
          <a:lstStyle/>
          <a:p>
            <a:pPr algn="ctr">
              <a:defRPr sz="1875" b="1">
                <a:solidFill>
                  <a:srgbClr val="E85A33"/>
                </a:solidFill>
              </a:defRPr>
            </a:pPr>
            <a:r>
              <a:rPr sz="1875" b="1">
                <a:solidFill>
                  <a:srgbClr val="E85A33"/>
                </a:solidFill>
              </a:rPr>
              <a:t>MEASURE</a:t>
            </a:r>
          </a:p>
        </p:txBody>
      </p:sp>
      <p:sp>
        <p:nvSpPr>
          <p:cNvPr id="10" name="Editable box: MANAGE">
            <a:extLst>
              <a:ext uri="{FF2B5EF4-FFF2-40B4-BE49-F238E27FC236}">
                <a16:creationId xmlns:a16="http://schemas.microsoft.com/office/drawing/2014/main" id="{1CF17C1B-8F07-4879-A8AE-DA5CBD598097}"/>
              </a:ext>
            </a:extLst>
          </p:cNvPr>
          <p:cNvSpPr>
            <a:spLocks noGrp="1"/>
          </p:cNvSpPr>
          <p:nvPr/>
        </p:nvSpPr>
        <p:spPr>
          <a:xfrm>
            <a:off x="8953500" y="3476625"/>
            <a:ext cx="2095500" cy="762000"/>
          </a:xfrm>
          <a:prstGeom prst="roundRect">
            <a:avLst>
              <a:gd name="adj" fmla="val 17500"/>
            </a:avLst>
          </a:prstGeom>
          <a:solidFill>
            <a:srgbClr val="ECF8F1"/>
          </a:solidFill>
          <a:ln w="14288">
            <a:solidFill>
              <a:srgbClr val="2E9B63"/>
            </a:solidFill>
            <a:prstDash val="solid"/>
          </a:ln>
        </p:spPr>
        <p:txBody>
          <a:bodyPr anchor="ctr"/>
          <a:lstStyle/>
          <a:p>
            <a:pPr algn="ctr">
              <a:defRPr sz="1875" b="1">
                <a:solidFill>
                  <a:srgbClr val="2E9B63"/>
                </a:solidFill>
              </a:defRPr>
            </a:pPr>
            <a:r>
              <a:rPr sz="1875" b="1">
                <a:solidFill>
                  <a:srgbClr val="2E9B63"/>
                </a:solidFill>
              </a:rPr>
              <a:t>MANAGE</a:t>
            </a:r>
          </a:p>
        </p:txBody>
      </p:sp>
      <p:cxnSp>
        <p:nvCxnSpPr>
          <p:cNvPr id="23" name="Straight Arrow Connector 22"/>
          <p:cNvCxnSpPr>
            <a:stCxn id="7" idx="1"/>
            <a:endCxn id="8" idx="3"/>
          </p:cNvCxnSpPr>
          <p:nvPr/>
        </p:nvCxnSpPr>
        <p:spPr>
          <a:xfrm flipH="1" flipV="1">
            <a:off x="3238500" y="2857500"/>
            <a:ext cx="1381125" cy="762000"/>
          </a:xfrm>
          <a:prstGeom prst="straightConnector1">
            <a:avLst/>
          </a:prstGeom>
          <a:ln w="19050">
            <a:solidFill>
              <a:srgbClr val="2F73E8"/>
            </a:solidFill>
            <a:prstDash val="solid"/>
            <a:headEnd type="none" w="med" len="med"/>
            <a:tailEnd type="arrow" w="med" len="med"/>
          </a:ln>
        </p:spPr>
      </p:cxnSp>
      <p:cxnSp>
        <p:nvCxnSpPr>
          <p:cNvPr id="24" name="Straight Arrow Connector 23"/>
          <p:cNvCxnSpPr>
            <a:stCxn id="8" idx="2"/>
            <a:endCxn id="9" idx="0"/>
          </p:cNvCxnSpPr>
          <p:nvPr/>
        </p:nvCxnSpPr>
        <p:spPr>
          <a:xfrm>
            <a:off x="2190750" y="3238500"/>
            <a:ext cx="0" cy="1190625"/>
          </a:xfrm>
          <a:prstGeom prst="straightConnector1">
            <a:avLst/>
          </a:prstGeom>
          <a:ln w="19050">
            <a:solidFill>
              <a:srgbClr val="E85A33"/>
            </a:solidFill>
            <a:prstDash val="solid"/>
            <a:headEnd type="none" w="med" len="med"/>
            <a:tailEnd type="arrow" w="med" len="med"/>
          </a:ln>
        </p:spPr>
      </p:cxnSp>
      <p:cxnSp>
        <p:nvCxnSpPr>
          <p:cNvPr id="25" name="Straight Arrow Connector 24"/>
          <p:cNvCxnSpPr>
            <a:stCxn id="9" idx="3"/>
            <a:endCxn id="10" idx="1"/>
          </p:cNvCxnSpPr>
          <p:nvPr/>
        </p:nvCxnSpPr>
        <p:spPr>
          <a:xfrm flipV="1">
            <a:off x="3238500" y="3857625"/>
            <a:ext cx="5715000" cy="952500"/>
          </a:xfrm>
          <a:prstGeom prst="straightConnector1">
            <a:avLst/>
          </a:prstGeom>
          <a:ln w="19050">
            <a:solidFill>
              <a:srgbClr val="2E9B63"/>
            </a:solidFill>
            <a:prstDash val="solid"/>
            <a:headEnd type="none" w="med" len="med"/>
            <a:tailEnd type="arrow" w="med" len="med"/>
          </a:ln>
        </p:spPr>
      </p:cxnSp>
      <p:cxnSp>
        <p:nvCxnSpPr>
          <p:cNvPr id="26" name="Straight Arrow Connector 25"/>
          <p:cNvCxnSpPr>
            <a:stCxn id="10" idx="1"/>
            <a:endCxn id="7" idx="3"/>
          </p:cNvCxnSpPr>
          <p:nvPr/>
        </p:nvCxnSpPr>
        <p:spPr>
          <a:xfrm flipH="1" flipV="1">
            <a:off x="7572375" y="3619500"/>
            <a:ext cx="1381125" cy="238125"/>
          </a:xfrm>
          <a:prstGeom prst="straightConnector1">
            <a:avLst/>
          </a:prstGeom>
          <a:ln w="19050">
            <a:solidFill>
              <a:srgbClr val="7457C8"/>
            </a:solidFill>
            <a:prstDash val="solid"/>
            <a:headEnd type="none" w="med" len="med"/>
            <a:tailEnd type="arrow" w="med" len="med"/>
          </a:ln>
        </p:spPr>
      </p:cxnSp>
      <p:sp>
        <p:nvSpPr>
          <p:cNvPr id="15" name="Editable box: The framework creates a common risk language—not a certification or one-time checklist.">
            <a:extLst>
              <a:ext uri="{FF2B5EF4-FFF2-40B4-BE49-F238E27FC236}">
                <a16:creationId xmlns:a16="http://schemas.microsoft.com/office/drawing/2014/main" id="{3DCE25CF-BC84-479D-9F84-A63BB3AA0A8A}"/>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The framework creates a common risk language—not a certification or one-time checklist.</a:t>
            </a:r>
          </a:p>
        </p:txBody>
      </p:sp>
    </p:spTree>
    <p:extLst>
      <p:ext uri="{BB962C8B-B14F-4D97-AF65-F5344CB8AC3E}">
        <p14:creationId xmlns:p14="http://schemas.microsoft.com/office/powerpoint/2010/main" val="18849658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NIST AI RMF Is Continuous and Iterative</a:t>
            </a:r>
          </a:p>
        </p:txBody>
      </p:sp>
      <p:sp>
        <p:nvSpPr>
          <p:cNvPr id="5" name="Editable content rail">
            <a:extLst>
              <a:ext uri="{FF2B5EF4-FFF2-40B4-BE49-F238E27FC236}">
                <a16:creationId xmlns:a16="http://schemas.microsoft.com/office/drawing/2014/main" id="{719BA2BA-BBE2-4FE3-A054-68EED5BA25E6}"/>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D5F92E6F-596D-4E54-94B0-B6F0FB22EF80}"/>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NIST AI RMF organizes risk work into four connected functions.</a:t>
            </a:r>
          </a:p>
        </p:txBody>
      </p:sp>
      <p:sp>
        <p:nvSpPr>
          <p:cNvPr id="7" name="Editable box: GOVERN">
            <a:extLst>
              <a:ext uri="{FF2B5EF4-FFF2-40B4-BE49-F238E27FC236}">
                <a16:creationId xmlns:a16="http://schemas.microsoft.com/office/drawing/2014/main" id="{05BF4D0A-A4C4-4D4D-A280-85671E2B4EEB}"/>
              </a:ext>
            </a:extLst>
          </p:cNvPr>
          <p:cNvSpPr>
            <a:spLocks noGrp="1"/>
          </p:cNvSpPr>
          <p:nvPr/>
        </p:nvSpPr>
        <p:spPr>
          <a:xfrm>
            <a:off x="4619625" y="3095625"/>
            <a:ext cx="2952750" cy="1047750"/>
          </a:xfrm>
          <a:prstGeom prst="roundRect">
            <a:avLst>
              <a:gd name="adj" fmla="val 12727"/>
            </a:avLst>
          </a:prstGeom>
          <a:solidFill>
            <a:srgbClr val="184E8A"/>
          </a:solidFill>
          <a:ln w="14288">
            <a:solidFill>
              <a:srgbClr val="184E8A"/>
            </a:solidFill>
            <a:prstDash val="solid"/>
          </a:ln>
        </p:spPr>
        <p:txBody>
          <a:bodyPr anchor="ctr"/>
          <a:lstStyle/>
          <a:p>
            <a:pPr algn="ctr">
              <a:defRPr sz="2100" b="1">
                <a:solidFill>
                  <a:srgbClr val="FFFFFF"/>
                </a:solidFill>
              </a:defRPr>
            </a:pPr>
            <a:r>
              <a:rPr sz="2100" b="1">
                <a:solidFill>
                  <a:srgbClr val="FFFFFF"/>
                </a:solidFill>
              </a:rPr>
              <a:t>GOVERN</a:t>
            </a:r>
          </a:p>
        </p:txBody>
      </p:sp>
      <p:sp>
        <p:nvSpPr>
          <p:cNvPr id="8" name="Editable box: MAP">
            <a:extLst>
              <a:ext uri="{FF2B5EF4-FFF2-40B4-BE49-F238E27FC236}">
                <a16:creationId xmlns:a16="http://schemas.microsoft.com/office/drawing/2014/main" id="{A3AF51C5-3897-486E-9BCD-AE737CD0A1E6}"/>
              </a:ext>
            </a:extLst>
          </p:cNvPr>
          <p:cNvSpPr>
            <a:spLocks noGrp="1"/>
          </p:cNvSpPr>
          <p:nvPr/>
        </p:nvSpPr>
        <p:spPr>
          <a:xfrm>
            <a:off x="1143000" y="2476500"/>
            <a:ext cx="2095500" cy="762000"/>
          </a:xfrm>
          <a:prstGeom prst="roundRect">
            <a:avLst>
              <a:gd name="adj" fmla="val 17500"/>
            </a:avLst>
          </a:prstGeom>
          <a:solidFill>
            <a:srgbClr val="EFF5FF"/>
          </a:solidFill>
          <a:ln w="14288">
            <a:solidFill>
              <a:srgbClr val="2F73E8"/>
            </a:solidFill>
            <a:prstDash val="solid"/>
          </a:ln>
        </p:spPr>
        <p:txBody>
          <a:bodyPr anchor="ctr"/>
          <a:lstStyle/>
          <a:p>
            <a:pPr algn="ctr">
              <a:defRPr sz="1875" b="1">
                <a:solidFill>
                  <a:srgbClr val="184E8A"/>
                </a:solidFill>
              </a:defRPr>
            </a:pPr>
            <a:r>
              <a:rPr sz="1875" b="1">
                <a:solidFill>
                  <a:srgbClr val="184E8A"/>
                </a:solidFill>
              </a:rPr>
              <a:t>MAP</a:t>
            </a:r>
          </a:p>
        </p:txBody>
      </p:sp>
      <p:sp>
        <p:nvSpPr>
          <p:cNvPr id="9" name="Editable box: MEASURE">
            <a:extLst>
              <a:ext uri="{FF2B5EF4-FFF2-40B4-BE49-F238E27FC236}">
                <a16:creationId xmlns:a16="http://schemas.microsoft.com/office/drawing/2014/main" id="{035D6A70-6970-453A-B34C-EBA0D50932F4}"/>
              </a:ext>
            </a:extLst>
          </p:cNvPr>
          <p:cNvSpPr>
            <a:spLocks noGrp="1"/>
          </p:cNvSpPr>
          <p:nvPr/>
        </p:nvSpPr>
        <p:spPr>
          <a:xfrm>
            <a:off x="1143000" y="4429125"/>
            <a:ext cx="2095500" cy="762000"/>
          </a:xfrm>
          <a:prstGeom prst="roundRect">
            <a:avLst>
              <a:gd name="adj" fmla="val 17500"/>
            </a:avLst>
          </a:prstGeom>
          <a:solidFill>
            <a:srgbClr val="FFF4E8"/>
          </a:solidFill>
          <a:ln w="14288">
            <a:solidFill>
              <a:srgbClr val="E85A33"/>
            </a:solidFill>
            <a:prstDash val="solid"/>
          </a:ln>
        </p:spPr>
        <p:txBody>
          <a:bodyPr anchor="ctr"/>
          <a:lstStyle/>
          <a:p>
            <a:pPr algn="ctr">
              <a:defRPr sz="1875" b="1">
                <a:solidFill>
                  <a:srgbClr val="E85A33"/>
                </a:solidFill>
              </a:defRPr>
            </a:pPr>
            <a:r>
              <a:rPr sz="1875" b="1">
                <a:solidFill>
                  <a:srgbClr val="E85A33"/>
                </a:solidFill>
              </a:rPr>
              <a:t>MEASURE</a:t>
            </a:r>
          </a:p>
        </p:txBody>
      </p:sp>
      <p:sp>
        <p:nvSpPr>
          <p:cNvPr id="10" name="Editable box: MANAGE">
            <a:extLst>
              <a:ext uri="{FF2B5EF4-FFF2-40B4-BE49-F238E27FC236}">
                <a16:creationId xmlns:a16="http://schemas.microsoft.com/office/drawing/2014/main" id="{9207C861-5140-49F7-9957-0F3C2E64D44D}"/>
              </a:ext>
            </a:extLst>
          </p:cNvPr>
          <p:cNvSpPr>
            <a:spLocks noGrp="1"/>
          </p:cNvSpPr>
          <p:nvPr/>
        </p:nvSpPr>
        <p:spPr>
          <a:xfrm>
            <a:off x="8953500" y="3476625"/>
            <a:ext cx="2095500" cy="762000"/>
          </a:xfrm>
          <a:prstGeom prst="roundRect">
            <a:avLst>
              <a:gd name="adj" fmla="val 17500"/>
            </a:avLst>
          </a:prstGeom>
          <a:solidFill>
            <a:srgbClr val="ECF8F1"/>
          </a:solidFill>
          <a:ln w="14288">
            <a:solidFill>
              <a:srgbClr val="2E9B63"/>
            </a:solidFill>
            <a:prstDash val="solid"/>
          </a:ln>
        </p:spPr>
        <p:txBody>
          <a:bodyPr anchor="ctr"/>
          <a:lstStyle/>
          <a:p>
            <a:pPr algn="ctr">
              <a:defRPr sz="1875" b="1">
                <a:solidFill>
                  <a:srgbClr val="2E9B63"/>
                </a:solidFill>
              </a:defRPr>
            </a:pPr>
            <a:r>
              <a:rPr sz="1875" b="1">
                <a:solidFill>
                  <a:srgbClr val="2E9B63"/>
                </a:solidFill>
              </a:rPr>
              <a:t>MANAGE</a:t>
            </a:r>
          </a:p>
        </p:txBody>
      </p:sp>
      <p:cxnSp>
        <p:nvCxnSpPr>
          <p:cNvPr id="23" name="Straight Arrow Connector 22"/>
          <p:cNvCxnSpPr>
            <a:stCxn id="7" idx="1"/>
            <a:endCxn id="8" idx="3"/>
          </p:cNvCxnSpPr>
          <p:nvPr/>
        </p:nvCxnSpPr>
        <p:spPr>
          <a:xfrm flipH="1" flipV="1">
            <a:off x="3238500" y="2857500"/>
            <a:ext cx="1381125" cy="762000"/>
          </a:xfrm>
          <a:prstGeom prst="straightConnector1">
            <a:avLst/>
          </a:prstGeom>
          <a:ln w="19050">
            <a:solidFill>
              <a:srgbClr val="2F73E8"/>
            </a:solidFill>
            <a:prstDash val="solid"/>
            <a:headEnd type="none" w="med" len="med"/>
            <a:tailEnd type="arrow" w="med" len="med"/>
          </a:ln>
        </p:spPr>
      </p:cxnSp>
      <p:cxnSp>
        <p:nvCxnSpPr>
          <p:cNvPr id="24" name="Straight Arrow Connector 23"/>
          <p:cNvCxnSpPr>
            <a:stCxn id="8" idx="2"/>
            <a:endCxn id="9" idx="0"/>
          </p:cNvCxnSpPr>
          <p:nvPr/>
        </p:nvCxnSpPr>
        <p:spPr>
          <a:xfrm>
            <a:off x="2190750" y="3238500"/>
            <a:ext cx="0" cy="1190625"/>
          </a:xfrm>
          <a:prstGeom prst="straightConnector1">
            <a:avLst/>
          </a:prstGeom>
          <a:ln w="19050">
            <a:solidFill>
              <a:srgbClr val="E85A33"/>
            </a:solidFill>
            <a:prstDash val="solid"/>
            <a:headEnd type="none" w="med" len="med"/>
            <a:tailEnd type="arrow" w="med" len="med"/>
          </a:ln>
        </p:spPr>
      </p:cxnSp>
      <p:cxnSp>
        <p:nvCxnSpPr>
          <p:cNvPr id="25" name="Straight Arrow Connector 24"/>
          <p:cNvCxnSpPr>
            <a:stCxn id="9" idx="3"/>
            <a:endCxn id="10" idx="1"/>
          </p:cNvCxnSpPr>
          <p:nvPr/>
        </p:nvCxnSpPr>
        <p:spPr>
          <a:xfrm flipV="1">
            <a:off x="3238500" y="3857625"/>
            <a:ext cx="5715000" cy="952500"/>
          </a:xfrm>
          <a:prstGeom prst="straightConnector1">
            <a:avLst/>
          </a:prstGeom>
          <a:ln w="19050">
            <a:solidFill>
              <a:srgbClr val="2E9B63"/>
            </a:solidFill>
            <a:prstDash val="solid"/>
            <a:headEnd type="none" w="med" len="med"/>
            <a:tailEnd type="arrow" w="med" len="med"/>
          </a:ln>
        </p:spPr>
      </p:cxnSp>
      <p:cxnSp>
        <p:nvCxnSpPr>
          <p:cNvPr id="26" name="Straight Arrow Connector 25"/>
          <p:cNvCxnSpPr>
            <a:stCxn id="10" idx="1"/>
            <a:endCxn id="7" idx="3"/>
          </p:cNvCxnSpPr>
          <p:nvPr/>
        </p:nvCxnSpPr>
        <p:spPr>
          <a:xfrm flipH="1" flipV="1">
            <a:off x="7572375" y="3619500"/>
            <a:ext cx="1381125" cy="238125"/>
          </a:xfrm>
          <a:prstGeom prst="straightConnector1">
            <a:avLst/>
          </a:prstGeom>
          <a:ln w="19050">
            <a:solidFill>
              <a:srgbClr val="7457C8"/>
            </a:solidFill>
            <a:prstDash val="solid"/>
            <a:headEnd type="none" w="med" len="med"/>
            <a:tailEnd type="arrow" w="med" len="med"/>
          </a:ln>
        </p:spPr>
      </p:cxnSp>
      <p:sp>
        <p:nvSpPr>
          <p:cNvPr id="15" name="Editable box: The framework creates a common risk language—not a certification or one-time checklist.">
            <a:extLst>
              <a:ext uri="{FF2B5EF4-FFF2-40B4-BE49-F238E27FC236}">
                <a16:creationId xmlns:a16="http://schemas.microsoft.com/office/drawing/2014/main" id="{E9A1CAB0-2B83-4553-827F-98E2D28D0C7D}"/>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The framework creates a common risk language—not a certification or one-time checklist.</a:t>
            </a:r>
          </a:p>
        </p:txBody>
      </p:sp>
    </p:spTree>
    <p:extLst>
      <p:ext uri="{BB962C8B-B14F-4D97-AF65-F5344CB8AC3E}">
        <p14:creationId xmlns:p14="http://schemas.microsoft.com/office/powerpoint/2010/main" val="65143378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GOVERN and MAP Set Direction</a:t>
            </a:r>
          </a:p>
        </p:txBody>
      </p:sp>
      <p:sp>
        <p:nvSpPr>
          <p:cNvPr id="5" name="Editable content rail">
            <a:extLst>
              <a:ext uri="{FF2B5EF4-FFF2-40B4-BE49-F238E27FC236}">
                <a16:creationId xmlns:a16="http://schemas.microsoft.com/office/drawing/2014/main" id="{E9E17402-2BA6-4C07-BCD3-883374DA5216}"/>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06852A44-1702-4838-82FF-3336D24152A1}"/>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The first two functions establish accountability and determine whether the use case is appropriate.</a:t>
            </a:r>
          </a:p>
        </p:txBody>
      </p:sp>
      <p:sp>
        <p:nvSpPr>
          <p:cNvPr id="7" name="Editable box: 1. GOVERN">
            <a:extLst>
              <a:ext uri="{FF2B5EF4-FFF2-40B4-BE49-F238E27FC236}">
                <a16:creationId xmlns:a16="http://schemas.microsoft.com/office/drawing/2014/main" id="{74F96C9D-242E-4D0A-B535-85A76BFB33BA}"/>
              </a:ext>
            </a:extLst>
          </p:cNvPr>
          <p:cNvSpPr>
            <a:spLocks noGrp="1"/>
          </p:cNvSpPr>
          <p:nvPr/>
        </p:nvSpPr>
        <p:spPr>
          <a:xfrm>
            <a:off x="952500" y="2333625"/>
            <a:ext cx="4857750" cy="552450"/>
          </a:xfrm>
          <a:prstGeom prst="roundRect">
            <a:avLst>
              <a:gd name="adj" fmla="val 24138"/>
            </a:avLst>
          </a:prstGeom>
          <a:solidFill>
            <a:srgbClr val="EFF5FF"/>
          </a:solidFill>
          <a:ln w="14288">
            <a:solidFill>
              <a:srgbClr val="2F73E8"/>
            </a:solidFill>
            <a:prstDash val="solid"/>
          </a:ln>
        </p:spPr>
        <p:txBody>
          <a:bodyPr anchor="ctr"/>
          <a:lstStyle/>
          <a:p>
            <a:pPr algn="ctr">
              <a:defRPr sz="1725" b="1">
                <a:solidFill>
                  <a:srgbClr val="184E8A"/>
                </a:solidFill>
              </a:defRPr>
            </a:pPr>
            <a:r>
              <a:rPr sz="1725" b="1">
                <a:solidFill>
                  <a:srgbClr val="184E8A"/>
                </a:solidFill>
              </a:rPr>
              <a:t>1. GOVERN</a:t>
            </a:r>
          </a:p>
        </p:txBody>
      </p:sp>
      <p:sp>
        <p:nvSpPr>
          <p:cNvPr id="8" name="Editable text">
            <a:extLst>
              <a:ext uri="{FF2B5EF4-FFF2-40B4-BE49-F238E27FC236}">
                <a16:creationId xmlns:a16="http://schemas.microsoft.com/office/drawing/2014/main" id="{4129D062-7696-4CEB-BC16-1344081F8270}"/>
              </a:ext>
            </a:extLst>
          </p:cNvPr>
          <p:cNvSpPr>
            <a:spLocks noGrp="1"/>
          </p:cNvSpPr>
          <p:nvPr/>
        </p:nvSpPr>
        <p:spPr>
          <a:xfrm>
            <a:off x="114300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Ownership</a:t>
            </a:r>
          </a:p>
          <a:p>
            <a:pPr algn="l">
              <a:defRPr sz="1500" b="0">
                <a:solidFill>
                  <a:srgbClr val="262626"/>
                </a:solidFill>
              </a:defRPr>
            </a:pPr>
            <a:r>
              <a:rPr sz="1500" b="0">
                <a:solidFill>
                  <a:srgbClr val="262626"/>
                </a:solidFill>
              </a:rPr>
              <a:t>Policies and roles</a:t>
            </a:r>
          </a:p>
          <a:p>
            <a:pPr algn="l">
              <a:defRPr sz="1500" b="0">
                <a:solidFill>
                  <a:srgbClr val="262626"/>
                </a:solidFill>
              </a:defRPr>
            </a:pPr>
            <a:r>
              <a:rPr sz="1500" b="0">
                <a:solidFill>
                  <a:srgbClr val="262626"/>
                </a:solidFill>
              </a:rPr>
              <a:t>Accountability structures</a:t>
            </a:r>
          </a:p>
          <a:p>
            <a:pPr algn="l">
              <a:defRPr sz="1500" b="0">
                <a:solidFill>
                  <a:srgbClr val="262626"/>
                </a:solidFill>
              </a:defRPr>
            </a:pPr>
            <a:r>
              <a:rPr sz="1500" b="0">
                <a:solidFill>
                  <a:srgbClr val="262626"/>
                </a:solidFill>
              </a:rPr>
              <a:t>Escalation rights</a:t>
            </a:r>
          </a:p>
        </p:txBody>
      </p:sp>
      <p:sp>
        <p:nvSpPr>
          <p:cNvPr id="9" name="Editable box: 2. MAP">
            <a:extLst>
              <a:ext uri="{FF2B5EF4-FFF2-40B4-BE49-F238E27FC236}">
                <a16:creationId xmlns:a16="http://schemas.microsoft.com/office/drawing/2014/main" id="{4BD867D6-5093-40F1-8BB5-0D87294E089F}"/>
              </a:ext>
            </a:extLst>
          </p:cNvPr>
          <p:cNvSpPr>
            <a:spLocks noGrp="1"/>
          </p:cNvSpPr>
          <p:nvPr/>
        </p:nvSpPr>
        <p:spPr>
          <a:xfrm>
            <a:off x="6381750" y="2333625"/>
            <a:ext cx="4857750" cy="552450"/>
          </a:xfrm>
          <a:prstGeom prst="roundRect">
            <a:avLst>
              <a:gd name="adj" fmla="val 24138"/>
            </a:avLst>
          </a:prstGeom>
          <a:solidFill>
            <a:srgbClr val="FFF2ED"/>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2. MAP</a:t>
            </a:r>
          </a:p>
        </p:txBody>
      </p:sp>
      <p:sp>
        <p:nvSpPr>
          <p:cNvPr id="10" name="Editable text">
            <a:extLst>
              <a:ext uri="{FF2B5EF4-FFF2-40B4-BE49-F238E27FC236}">
                <a16:creationId xmlns:a16="http://schemas.microsoft.com/office/drawing/2014/main" id="{A26670C5-DC15-4A2E-A30A-428124CADAB1}"/>
              </a:ext>
            </a:extLst>
          </p:cNvPr>
          <p:cNvSpPr>
            <a:spLocks noGrp="1"/>
          </p:cNvSpPr>
          <p:nvPr/>
        </p:nvSpPr>
        <p:spPr>
          <a:xfrm>
            <a:off x="657225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Purpose and context</a:t>
            </a:r>
          </a:p>
          <a:p>
            <a:pPr algn="l">
              <a:defRPr sz="1500" b="0">
                <a:solidFill>
                  <a:srgbClr val="262626"/>
                </a:solidFill>
              </a:defRPr>
            </a:pPr>
            <a:r>
              <a:rPr sz="1500" b="0">
                <a:solidFill>
                  <a:srgbClr val="262626"/>
                </a:solidFill>
              </a:rPr>
              <a:t>Stakeholders and harms</a:t>
            </a:r>
          </a:p>
          <a:p>
            <a:pPr algn="l">
              <a:defRPr sz="1500" b="0">
                <a:solidFill>
                  <a:srgbClr val="262626"/>
                </a:solidFill>
              </a:defRPr>
            </a:pPr>
            <a:r>
              <a:rPr sz="1500" b="0">
                <a:solidFill>
                  <a:srgbClr val="262626"/>
                </a:solidFill>
              </a:rPr>
              <a:t>Benefits and limits</a:t>
            </a:r>
          </a:p>
          <a:p>
            <a:pPr algn="l">
              <a:defRPr sz="1500" b="0">
                <a:solidFill>
                  <a:srgbClr val="262626"/>
                </a:solidFill>
              </a:defRPr>
            </a:pPr>
            <a:r>
              <a:rPr sz="1500" b="0">
                <a:solidFill>
                  <a:srgbClr val="262626"/>
                </a:solidFill>
              </a:rPr>
              <a:t>Risk tolerance</a:t>
            </a:r>
          </a:p>
        </p:txBody>
      </p:sp>
      <p:sp>
        <p:nvSpPr>
          <p:cNvPr id="11" name="Editable box: Good governance decides who is accountable; good mapping decides what is in scope.">
            <a:extLst>
              <a:ext uri="{FF2B5EF4-FFF2-40B4-BE49-F238E27FC236}">
                <a16:creationId xmlns:a16="http://schemas.microsoft.com/office/drawing/2014/main" id="{54FE5D34-2ECC-47FB-8931-C4A88E87F508}"/>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Good governance decides who is accountable; good mapping decides what is in scope.</a:t>
            </a:r>
          </a:p>
        </p:txBody>
      </p:sp>
    </p:spTree>
    <p:extLst>
      <p:ext uri="{BB962C8B-B14F-4D97-AF65-F5344CB8AC3E}">
        <p14:creationId xmlns:p14="http://schemas.microsoft.com/office/powerpoint/2010/main" val="68804403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a:xfrm>
            <a:off x="614744" y="361950"/>
            <a:ext cx="9239250" cy="1123950"/>
          </a:xfrm>
        </p:spPr>
        <p:txBody>
          <a:bodyPr wrap="square" anchor="ctr">
            <a:noAutofit/>
          </a:bodyPr>
          <a:lstStyle/>
          <a:p>
            <a:pPr algn="l">
              <a:buNone/>
            </a:pPr>
            <a:r>
              <a:rPr sz="3000" b="1">
                <a:solidFill>
                  <a:srgbClr val="262626"/>
                </a:solidFill>
                <a:latin typeface="Calibri"/>
                <a:ea typeface="Calibri"/>
                <a:cs typeface="Calibri"/>
              </a:rPr>
              <a:t>MEASURE and MANAGE Put Evidence into Action</a:t>
            </a:r>
          </a:p>
        </p:txBody>
      </p:sp>
      <p:sp>
        <p:nvSpPr>
          <p:cNvPr id="5" name="Editable content rail">
            <a:extLst>
              <a:ext uri="{FF2B5EF4-FFF2-40B4-BE49-F238E27FC236}">
                <a16:creationId xmlns:a16="http://schemas.microsoft.com/office/drawing/2014/main" id="{71BA940E-8FD7-4887-8DDB-B3C3C6CD0668}"/>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9253E101-53A3-4328-96D8-0EE809A4E57C}"/>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The final two functions turn testing evidence into prioritized treatment and accepted residual risk.</a:t>
            </a:r>
          </a:p>
        </p:txBody>
      </p:sp>
      <p:sp>
        <p:nvSpPr>
          <p:cNvPr id="7" name="Editable box: 3. MEASURE">
            <a:extLst>
              <a:ext uri="{FF2B5EF4-FFF2-40B4-BE49-F238E27FC236}">
                <a16:creationId xmlns:a16="http://schemas.microsoft.com/office/drawing/2014/main" id="{43F4C9E5-A99D-4DC5-B09A-95C7B37F69DB}"/>
              </a:ext>
            </a:extLst>
          </p:cNvPr>
          <p:cNvSpPr>
            <a:spLocks noGrp="1"/>
          </p:cNvSpPr>
          <p:nvPr/>
        </p:nvSpPr>
        <p:spPr>
          <a:xfrm>
            <a:off x="952500" y="2333625"/>
            <a:ext cx="4857750" cy="552450"/>
          </a:xfrm>
          <a:prstGeom prst="roundRect">
            <a:avLst>
              <a:gd name="adj" fmla="val 24138"/>
            </a:avLst>
          </a:prstGeom>
          <a:solidFill>
            <a:srgbClr val="FFF4E8"/>
          </a:solidFill>
          <a:ln w="14288">
            <a:solidFill>
              <a:srgbClr val="E85A33"/>
            </a:solidFill>
            <a:prstDash val="solid"/>
          </a:ln>
        </p:spPr>
        <p:txBody>
          <a:bodyPr anchor="ctr"/>
          <a:lstStyle/>
          <a:p>
            <a:pPr algn="ctr">
              <a:defRPr sz="1725" b="1">
                <a:solidFill>
                  <a:srgbClr val="E85A33"/>
                </a:solidFill>
              </a:defRPr>
            </a:pPr>
            <a:r>
              <a:rPr sz="1725" b="1">
                <a:solidFill>
                  <a:srgbClr val="E85A33"/>
                </a:solidFill>
              </a:rPr>
              <a:t>3. MEASURE</a:t>
            </a:r>
          </a:p>
        </p:txBody>
      </p:sp>
      <p:sp>
        <p:nvSpPr>
          <p:cNvPr id="8" name="Editable text">
            <a:extLst>
              <a:ext uri="{FF2B5EF4-FFF2-40B4-BE49-F238E27FC236}">
                <a16:creationId xmlns:a16="http://schemas.microsoft.com/office/drawing/2014/main" id="{388519AD-3299-4A74-AB3E-EDFA60F42611}"/>
              </a:ext>
            </a:extLst>
          </p:cNvPr>
          <p:cNvSpPr>
            <a:spLocks noGrp="1"/>
          </p:cNvSpPr>
          <p:nvPr/>
        </p:nvSpPr>
        <p:spPr>
          <a:xfrm>
            <a:off x="114300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Metrics and test sets</a:t>
            </a:r>
          </a:p>
          <a:p>
            <a:pPr algn="l">
              <a:defRPr sz="1500" b="0">
                <a:solidFill>
                  <a:srgbClr val="262626"/>
                </a:solidFill>
              </a:defRPr>
            </a:pPr>
            <a:r>
              <a:rPr sz="1500" b="0">
                <a:solidFill>
                  <a:srgbClr val="262626"/>
                </a:solidFill>
              </a:rPr>
              <a:t>Security and fairness</a:t>
            </a:r>
          </a:p>
          <a:p>
            <a:pPr algn="l">
              <a:defRPr sz="1500" b="0">
                <a:solidFill>
                  <a:srgbClr val="262626"/>
                </a:solidFill>
              </a:defRPr>
            </a:pPr>
            <a:r>
              <a:rPr sz="1500" b="0">
                <a:solidFill>
                  <a:srgbClr val="262626"/>
                </a:solidFill>
              </a:rPr>
              <a:t>Uncertainty</a:t>
            </a:r>
          </a:p>
          <a:p>
            <a:pPr algn="l">
              <a:defRPr sz="1500" b="0">
                <a:solidFill>
                  <a:srgbClr val="262626"/>
                </a:solidFill>
              </a:defRPr>
            </a:pPr>
            <a:r>
              <a:rPr sz="1500" b="0">
                <a:solidFill>
                  <a:srgbClr val="262626"/>
                </a:solidFill>
              </a:rPr>
              <a:t>Continuous monitoring</a:t>
            </a:r>
          </a:p>
        </p:txBody>
      </p:sp>
      <p:sp>
        <p:nvSpPr>
          <p:cNvPr id="9" name="Editable box: 4. MANAGE">
            <a:extLst>
              <a:ext uri="{FF2B5EF4-FFF2-40B4-BE49-F238E27FC236}">
                <a16:creationId xmlns:a16="http://schemas.microsoft.com/office/drawing/2014/main" id="{8C36699E-0965-464E-9743-9238BF746EE2}"/>
              </a:ext>
            </a:extLst>
          </p:cNvPr>
          <p:cNvSpPr>
            <a:spLocks noGrp="1"/>
          </p:cNvSpPr>
          <p:nvPr/>
        </p:nvSpPr>
        <p:spPr>
          <a:xfrm>
            <a:off x="6381750" y="2333625"/>
            <a:ext cx="4857750" cy="552450"/>
          </a:xfrm>
          <a:prstGeom prst="roundRect">
            <a:avLst>
              <a:gd name="adj" fmla="val 24138"/>
            </a:avLst>
          </a:prstGeom>
          <a:solidFill>
            <a:srgbClr val="ECF8F1"/>
          </a:solidFill>
          <a:ln w="14288">
            <a:solidFill>
              <a:srgbClr val="2E9B63"/>
            </a:solidFill>
            <a:prstDash val="solid"/>
          </a:ln>
        </p:spPr>
        <p:txBody>
          <a:bodyPr anchor="ctr"/>
          <a:lstStyle/>
          <a:p>
            <a:pPr algn="ctr">
              <a:defRPr sz="1725" b="1">
                <a:solidFill>
                  <a:srgbClr val="2E9B63"/>
                </a:solidFill>
              </a:defRPr>
            </a:pPr>
            <a:r>
              <a:rPr sz="1725" b="1">
                <a:solidFill>
                  <a:srgbClr val="2E9B63"/>
                </a:solidFill>
              </a:rPr>
              <a:t>4. MANAGE</a:t>
            </a:r>
          </a:p>
        </p:txBody>
      </p:sp>
      <p:sp>
        <p:nvSpPr>
          <p:cNvPr id="10" name="Editable text">
            <a:extLst>
              <a:ext uri="{FF2B5EF4-FFF2-40B4-BE49-F238E27FC236}">
                <a16:creationId xmlns:a16="http://schemas.microsoft.com/office/drawing/2014/main" id="{C925AA3D-B84D-43A7-B9D3-CE4EEA8347F0}"/>
              </a:ext>
            </a:extLst>
          </p:cNvPr>
          <p:cNvSpPr>
            <a:spLocks noGrp="1"/>
          </p:cNvSpPr>
          <p:nvPr/>
        </p:nvSpPr>
        <p:spPr>
          <a:xfrm>
            <a:off x="6572250" y="3019425"/>
            <a:ext cx="4476750" cy="2381250"/>
          </a:xfrm>
          <a:prstGeom prst="rect">
            <a:avLst/>
          </a:prstGeom>
          <a:noFill/>
          <a:ln w="0">
            <a:noFill/>
          </a:ln>
        </p:spPr>
        <p:txBody>
          <a:bodyPr anchor="t"/>
          <a:lstStyle/>
          <a:p>
            <a:pPr algn="l">
              <a:defRPr sz="1500" b="0">
                <a:solidFill>
                  <a:srgbClr val="262626"/>
                </a:solidFill>
              </a:defRPr>
            </a:pPr>
            <a:r>
              <a:rPr sz="1500" b="0">
                <a:solidFill>
                  <a:srgbClr val="262626"/>
                </a:solidFill>
              </a:rPr>
              <a:t>Prioritize treatment</a:t>
            </a:r>
          </a:p>
          <a:p>
            <a:pPr algn="l">
              <a:defRPr sz="1500" b="0">
                <a:solidFill>
                  <a:srgbClr val="262626"/>
                </a:solidFill>
              </a:defRPr>
            </a:pPr>
            <a:r>
              <a:rPr sz="1500" b="0">
                <a:solidFill>
                  <a:srgbClr val="262626"/>
                </a:solidFill>
              </a:rPr>
              <a:t>Deploy controls</a:t>
            </a:r>
          </a:p>
          <a:p>
            <a:pPr algn="l">
              <a:defRPr sz="1500" b="0">
                <a:solidFill>
                  <a:srgbClr val="262626"/>
                </a:solidFill>
              </a:defRPr>
            </a:pPr>
            <a:r>
              <a:rPr sz="1500" b="0">
                <a:solidFill>
                  <a:srgbClr val="262626"/>
                </a:solidFill>
              </a:rPr>
              <a:t>Assign owners</a:t>
            </a:r>
          </a:p>
          <a:p>
            <a:pPr algn="l">
              <a:defRPr sz="1500" b="0">
                <a:solidFill>
                  <a:srgbClr val="262626"/>
                </a:solidFill>
              </a:defRPr>
            </a:pPr>
            <a:r>
              <a:rPr sz="1500" b="0">
                <a:solidFill>
                  <a:srgbClr val="262626"/>
                </a:solidFill>
              </a:rPr>
              <a:t>Accept residual risk</a:t>
            </a:r>
          </a:p>
        </p:txBody>
      </p:sp>
      <p:sp>
        <p:nvSpPr>
          <p:cNvPr id="11" name="Editable box: Measurement informs action; management records what is treated, transferred, accepted, or escalated.">
            <a:extLst>
              <a:ext uri="{FF2B5EF4-FFF2-40B4-BE49-F238E27FC236}">
                <a16:creationId xmlns:a16="http://schemas.microsoft.com/office/drawing/2014/main" id="{C851E2D8-F526-4DFA-8A89-FEDB627E6A48}"/>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Measurement informs action; management records what is treated, transferred, accepted, or escalated.</a:t>
            </a:r>
          </a:p>
        </p:txBody>
      </p:sp>
    </p:spTree>
    <p:extLst>
      <p:ext uri="{BB962C8B-B14F-4D97-AF65-F5344CB8AC3E}">
        <p14:creationId xmlns:p14="http://schemas.microsoft.com/office/powerpoint/2010/main" val="5694393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DD6919-4012-AE25-179E-B4851F7D9112}"/>
              </a:ext>
            </a:extLst>
          </p:cNvPr>
          <p:cNvSpPr>
            <a:spLocks noGrp="1"/>
          </p:cNvSpPr>
          <p:nvPr>
            <p:ph type="title"/>
          </p:nvPr>
        </p:nvSpPr>
        <p:spPr/>
        <p:txBody>
          <a:bodyPr anchor="ctr">
            <a:normAutofit/>
          </a:bodyPr>
          <a:lstStyle/>
          <a:p>
            <a:pPr algn="l">
              <a:buNone/>
            </a:pPr>
            <a:r>
              <a:rPr sz="2850" b="1">
                <a:solidFill>
                  <a:srgbClr val="262626"/>
                </a:solidFill>
                <a:latin typeface="Calibri"/>
                <a:ea typeface="Calibri"/>
                <a:cs typeface="Calibri"/>
              </a:rPr>
              <a:t>The Goal Is Acceptable Risk, Not Zero Risk</a:t>
            </a:r>
          </a:p>
        </p:txBody>
      </p:sp>
      <p:sp>
        <p:nvSpPr>
          <p:cNvPr id="5" name="Editable content rail">
            <a:extLst>
              <a:ext uri="{FF2B5EF4-FFF2-40B4-BE49-F238E27FC236}">
                <a16:creationId xmlns:a16="http://schemas.microsoft.com/office/drawing/2014/main" id="{3E62C742-7876-482C-9502-F21330DE9D76}"/>
              </a:ext>
            </a:extLst>
          </p:cNvPr>
          <p:cNvSpPr>
            <a:spLocks noGrp="1"/>
          </p:cNvSpPr>
          <p:nvPr/>
        </p:nvSpPr>
        <p:spPr>
          <a:xfrm>
            <a:off x="628650" y="1619250"/>
            <a:ext cx="38100" cy="4429125"/>
          </a:xfrm>
          <a:prstGeom prst="rect">
            <a:avLst/>
          </a:prstGeom>
          <a:solidFill>
            <a:srgbClr val="2F73E8"/>
          </a:solidFill>
          <a:ln w="0">
            <a:noFill/>
          </a:ln>
        </p:spPr>
        <p:txBody>
          <a:bodyPr/>
          <a:lstStyle/>
          <a:p>
            <a:endParaRPr lang="en-US"/>
          </a:p>
        </p:txBody>
      </p:sp>
      <p:sp>
        <p:nvSpPr>
          <p:cNvPr id="6" name="Editable text">
            <a:extLst>
              <a:ext uri="{FF2B5EF4-FFF2-40B4-BE49-F238E27FC236}">
                <a16:creationId xmlns:a16="http://schemas.microsoft.com/office/drawing/2014/main" id="{BD8BA4EF-EBC7-4AD6-B621-CCE2AC8D8C48}"/>
              </a:ext>
            </a:extLst>
          </p:cNvPr>
          <p:cNvSpPr>
            <a:spLocks noGrp="1"/>
          </p:cNvSpPr>
          <p:nvPr/>
        </p:nvSpPr>
        <p:spPr>
          <a:xfrm>
            <a:off x="933450" y="1581150"/>
            <a:ext cx="10287000" cy="476250"/>
          </a:xfrm>
          <a:prstGeom prst="rect">
            <a:avLst/>
          </a:prstGeom>
          <a:noFill/>
          <a:ln w="0">
            <a:noFill/>
          </a:ln>
        </p:spPr>
        <p:txBody>
          <a:bodyPr anchor="ctr"/>
          <a:lstStyle/>
          <a:p>
            <a:pPr algn="l">
              <a:defRPr sz="1500" b="0">
                <a:solidFill>
                  <a:srgbClr val="5E6875"/>
                </a:solidFill>
              </a:defRPr>
            </a:pPr>
            <a:r>
              <a:rPr sz="1500" b="0">
                <a:solidFill>
                  <a:srgbClr val="5E6875"/>
                </a:solidFill>
              </a:rPr>
              <a:t>Probabilistic systems cannot eliminate uncertainty, but organizations can govern it to explicit tolerances.</a:t>
            </a:r>
          </a:p>
        </p:txBody>
      </p:sp>
      <p:sp>
        <p:nvSpPr>
          <p:cNvPr id="7" name="Straight Connector 6">
            <a:extLst>
              <a:ext uri="{FF2B5EF4-FFF2-40B4-BE49-F238E27FC236}">
                <a16:creationId xmlns:a16="http://schemas.microsoft.com/office/drawing/2014/main" id="{05EE2DEF-512C-4A73-8957-86ABF8477129}"/>
              </a:ext>
            </a:extLst>
          </p:cNvPr>
          <p:cNvSpPr>
            <a:spLocks noGrp="1"/>
          </p:cNvSpPr>
          <p:nvPr/>
        </p:nvSpPr>
        <p:spPr>
          <a:xfrm>
            <a:off x="1714500" y="3619500"/>
            <a:ext cx="8572500" cy="0"/>
          </a:xfrm>
          <a:prstGeom prst="line">
            <a:avLst/>
          </a:prstGeom>
          <a:noFill/>
          <a:ln w="57150">
            <a:solidFill>
              <a:srgbClr val="5E6875"/>
            </a:solidFill>
          </a:ln>
        </p:spPr>
        <p:txBody>
          <a:bodyPr/>
          <a:lstStyle/>
          <a:p>
            <a:endParaRPr lang="en-US"/>
          </a:p>
        </p:txBody>
      </p:sp>
      <p:sp>
        <p:nvSpPr>
          <p:cNvPr id="8" name="Rectangle 7">
            <a:extLst>
              <a:ext uri="{FF2B5EF4-FFF2-40B4-BE49-F238E27FC236}">
                <a16:creationId xmlns:a16="http://schemas.microsoft.com/office/drawing/2014/main" id="{2FA75CFA-9211-4591-B478-96392FA75504}"/>
              </a:ext>
            </a:extLst>
          </p:cNvPr>
          <p:cNvSpPr>
            <a:spLocks noGrp="1"/>
          </p:cNvSpPr>
          <p:nvPr/>
        </p:nvSpPr>
        <p:spPr>
          <a:xfrm>
            <a:off x="1714500" y="3429000"/>
            <a:ext cx="2571750" cy="381000"/>
          </a:xfrm>
          <a:prstGeom prst="rect">
            <a:avLst/>
          </a:prstGeom>
          <a:solidFill>
            <a:srgbClr val="2E9B63"/>
          </a:solidFill>
          <a:ln w="0">
            <a:noFill/>
          </a:ln>
        </p:spPr>
        <p:txBody>
          <a:bodyPr/>
          <a:lstStyle/>
          <a:p>
            <a:endParaRPr lang="en-US"/>
          </a:p>
        </p:txBody>
      </p:sp>
      <p:sp>
        <p:nvSpPr>
          <p:cNvPr id="9" name="Editable text">
            <a:extLst>
              <a:ext uri="{FF2B5EF4-FFF2-40B4-BE49-F238E27FC236}">
                <a16:creationId xmlns:a16="http://schemas.microsoft.com/office/drawing/2014/main" id="{715F111F-CED7-4322-886D-555640E31F8C}"/>
              </a:ext>
            </a:extLst>
          </p:cNvPr>
          <p:cNvSpPr>
            <a:spLocks noGrp="1"/>
          </p:cNvSpPr>
          <p:nvPr/>
        </p:nvSpPr>
        <p:spPr>
          <a:xfrm>
            <a:off x="1714500" y="4000500"/>
            <a:ext cx="2571750" cy="333375"/>
          </a:xfrm>
          <a:prstGeom prst="rect">
            <a:avLst/>
          </a:prstGeom>
          <a:noFill/>
          <a:ln w="0">
            <a:noFill/>
          </a:ln>
        </p:spPr>
        <p:txBody>
          <a:bodyPr anchor="ctr"/>
          <a:lstStyle/>
          <a:p>
            <a:pPr algn="ctr">
              <a:defRPr sz="1500" b="1">
                <a:solidFill>
                  <a:srgbClr val="2E9B63"/>
                </a:solidFill>
              </a:defRPr>
            </a:pPr>
            <a:r>
              <a:rPr sz="1500" b="1">
                <a:solidFill>
                  <a:srgbClr val="2E9B63"/>
                </a:solidFill>
              </a:rPr>
              <a:t>ACCEPT</a:t>
            </a:r>
          </a:p>
        </p:txBody>
      </p:sp>
      <p:sp>
        <p:nvSpPr>
          <p:cNvPr id="10" name="Rectangle 9">
            <a:extLst>
              <a:ext uri="{FF2B5EF4-FFF2-40B4-BE49-F238E27FC236}">
                <a16:creationId xmlns:a16="http://schemas.microsoft.com/office/drawing/2014/main" id="{81072E29-C7FA-4B84-9FE4-4A2A698F7C14}"/>
              </a:ext>
            </a:extLst>
          </p:cNvPr>
          <p:cNvSpPr>
            <a:spLocks noGrp="1"/>
          </p:cNvSpPr>
          <p:nvPr/>
        </p:nvSpPr>
        <p:spPr>
          <a:xfrm>
            <a:off x="4286250" y="3429000"/>
            <a:ext cx="2571750" cy="381000"/>
          </a:xfrm>
          <a:prstGeom prst="rect">
            <a:avLst/>
          </a:prstGeom>
          <a:solidFill>
            <a:srgbClr val="F0B429"/>
          </a:solidFill>
          <a:ln w="0">
            <a:noFill/>
          </a:ln>
        </p:spPr>
        <p:txBody>
          <a:bodyPr/>
          <a:lstStyle/>
          <a:p>
            <a:endParaRPr lang="en-US"/>
          </a:p>
        </p:txBody>
      </p:sp>
      <p:sp>
        <p:nvSpPr>
          <p:cNvPr id="11" name="Editable text">
            <a:extLst>
              <a:ext uri="{FF2B5EF4-FFF2-40B4-BE49-F238E27FC236}">
                <a16:creationId xmlns:a16="http://schemas.microsoft.com/office/drawing/2014/main" id="{E35848C0-E89F-467B-AB27-29F3016F1C9B}"/>
              </a:ext>
            </a:extLst>
          </p:cNvPr>
          <p:cNvSpPr>
            <a:spLocks noGrp="1"/>
          </p:cNvSpPr>
          <p:nvPr/>
        </p:nvSpPr>
        <p:spPr>
          <a:xfrm>
            <a:off x="4286250" y="4000500"/>
            <a:ext cx="2571750" cy="333375"/>
          </a:xfrm>
          <a:prstGeom prst="rect">
            <a:avLst/>
          </a:prstGeom>
          <a:noFill/>
          <a:ln w="0">
            <a:noFill/>
          </a:ln>
        </p:spPr>
        <p:txBody>
          <a:bodyPr anchor="ctr"/>
          <a:lstStyle/>
          <a:p>
            <a:pPr algn="ctr">
              <a:defRPr sz="1500" b="1">
                <a:solidFill>
                  <a:srgbClr val="F0B429"/>
                </a:solidFill>
              </a:defRPr>
            </a:pPr>
            <a:r>
              <a:rPr sz="1500" b="1">
                <a:solidFill>
                  <a:srgbClr val="F0B429"/>
                </a:solidFill>
              </a:rPr>
              <a:t>REVIEW</a:t>
            </a:r>
          </a:p>
        </p:txBody>
      </p:sp>
      <p:sp>
        <p:nvSpPr>
          <p:cNvPr id="12" name="Rectangle 11">
            <a:extLst>
              <a:ext uri="{FF2B5EF4-FFF2-40B4-BE49-F238E27FC236}">
                <a16:creationId xmlns:a16="http://schemas.microsoft.com/office/drawing/2014/main" id="{E4F86510-ABB6-40EE-A965-5C3228213900}"/>
              </a:ext>
            </a:extLst>
          </p:cNvPr>
          <p:cNvSpPr>
            <a:spLocks noGrp="1"/>
          </p:cNvSpPr>
          <p:nvPr/>
        </p:nvSpPr>
        <p:spPr>
          <a:xfrm>
            <a:off x="6858000" y="3429000"/>
            <a:ext cx="3429000" cy="381000"/>
          </a:xfrm>
          <a:prstGeom prst="rect">
            <a:avLst/>
          </a:prstGeom>
          <a:solidFill>
            <a:srgbClr val="D83B42"/>
          </a:solidFill>
          <a:ln w="0">
            <a:noFill/>
          </a:ln>
        </p:spPr>
        <p:txBody>
          <a:bodyPr/>
          <a:lstStyle/>
          <a:p>
            <a:endParaRPr lang="en-US"/>
          </a:p>
        </p:txBody>
      </p:sp>
      <p:sp>
        <p:nvSpPr>
          <p:cNvPr id="13" name="Editable text">
            <a:extLst>
              <a:ext uri="{FF2B5EF4-FFF2-40B4-BE49-F238E27FC236}">
                <a16:creationId xmlns:a16="http://schemas.microsoft.com/office/drawing/2014/main" id="{8CCDFA80-3E9C-4063-9536-341D99CA321F}"/>
              </a:ext>
            </a:extLst>
          </p:cNvPr>
          <p:cNvSpPr>
            <a:spLocks noGrp="1"/>
          </p:cNvSpPr>
          <p:nvPr/>
        </p:nvSpPr>
        <p:spPr>
          <a:xfrm>
            <a:off x="6858000" y="4000500"/>
            <a:ext cx="3429000" cy="333375"/>
          </a:xfrm>
          <a:prstGeom prst="rect">
            <a:avLst/>
          </a:prstGeom>
          <a:noFill/>
          <a:ln w="0">
            <a:noFill/>
          </a:ln>
        </p:spPr>
        <p:txBody>
          <a:bodyPr anchor="ctr"/>
          <a:lstStyle/>
          <a:p>
            <a:pPr algn="ctr">
              <a:defRPr sz="1500" b="1">
                <a:solidFill>
                  <a:srgbClr val="D83B42"/>
                </a:solidFill>
              </a:defRPr>
            </a:pPr>
            <a:r>
              <a:rPr sz="1500" b="1">
                <a:solidFill>
                  <a:srgbClr val="D83B42"/>
                </a:solidFill>
              </a:rPr>
              <a:t>REDUCE</a:t>
            </a:r>
          </a:p>
        </p:txBody>
      </p:sp>
      <p:sp>
        <p:nvSpPr>
          <p:cNvPr id="14" name="Down Arrow 13">
            <a:extLst>
              <a:ext uri="{FF2B5EF4-FFF2-40B4-BE49-F238E27FC236}">
                <a16:creationId xmlns:a16="http://schemas.microsoft.com/office/drawing/2014/main" id="{4758A900-6A05-4117-9D86-C0B182F3E21E}"/>
              </a:ext>
            </a:extLst>
          </p:cNvPr>
          <p:cNvSpPr>
            <a:spLocks noGrp="1"/>
          </p:cNvSpPr>
          <p:nvPr/>
        </p:nvSpPr>
        <p:spPr>
          <a:xfrm>
            <a:off x="6572250" y="2333625"/>
            <a:ext cx="571500" cy="1000125"/>
          </a:xfrm>
          <a:prstGeom prst="downArrow">
            <a:avLst/>
          </a:prstGeom>
          <a:solidFill>
            <a:srgbClr val="184E8A"/>
          </a:solidFill>
          <a:ln w="0">
            <a:noFill/>
          </a:ln>
        </p:spPr>
        <p:txBody>
          <a:bodyPr/>
          <a:lstStyle/>
          <a:p>
            <a:endParaRPr lang="en-US"/>
          </a:p>
        </p:txBody>
      </p:sp>
      <p:sp>
        <p:nvSpPr>
          <p:cNvPr id="15" name="Editable text">
            <a:extLst>
              <a:ext uri="{FF2B5EF4-FFF2-40B4-BE49-F238E27FC236}">
                <a16:creationId xmlns:a16="http://schemas.microsoft.com/office/drawing/2014/main" id="{C2BB8A9A-4E30-4AFF-B7F7-6D764EEA081C}"/>
              </a:ext>
            </a:extLst>
          </p:cNvPr>
          <p:cNvSpPr>
            <a:spLocks noGrp="1"/>
          </p:cNvSpPr>
          <p:nvPr/>
        </p:nvSpPr>
        <p:spPr>
          <a:xfrm>
            <a:off x="5810250" y="1952625"/>
            <a:ext cx="2095500" cy="361950"/>
          </a:xfrm>
          <a:prstGeom prst="rect">
            <a:avLst/>
          </a:prstGeom>
          <a:noFill/>
          <a:ln w="0">
            <a:noFill/>
          </a:ln>
        </p:spPr>
        <p:txBody>
          <a:bodyPr anchor="ctr"/>
          <a:lstStyle/>
          <a:p>
            <a:pPr algn="ctr">
              <a:defRPr sz="1650" b="1">
                <a:solidFill>
                  <a:srgbClr val="184E8A"/>
                </a:solidFill>
              </a:defRPr>
            </a:pPr>
            <a:r>
              <a:rPr sz="1650" b="1">
                <a:solidFill>
                  <a:srgbClr val="184E8A"/>
                </a:solidFill>
              </a:rPr>
              <a:t>risk tolerance</a:t>
            </a:r>
          </a:p>
        </p:txBody>
      </p:sp>
      <p:sp>
        <p:nvSpPr>
          <p:cNvPr id="16" name="Editable box: Select architecture and controls so residual risk is explicit, monitored, and acceptable.">
            <a:extLst>
              <a:ext uri="{FF2B5EF4-FFF2-40B4-BE49-F238E27FC236}">
                <a16:creationId xmlns:a16="http://schemas.microsoft.com/office/drawing/2014/main" id="{A340D6BD-AF42-4E82-9183-D256BF319E32}"/>
              </a:ext>
            </a:extLst>
          </p:cNvPr>
          <p:cNvSpPr>
            <a:spLocks noGrp="1"/>
          </p:cNvSpPr>
          <p:nvPr/>
        </p:nvSpPr>
        <p:spPr>
          <a:xfrm>
            <a:off x="838200" y="5905500"/>
            <a:ext cx="10668000" cy="457200"/>
          </a:xfrm>
          <a:prstGeom prst="roundRect">
            <a:avLst>
              <a:gd name="adj" fmla="val 8333"/>
            </a:avLst>
          </a:prstGeom>
          <a:solidFill>
            <a:srgbClr val="EFF5FF"/>
          </a:solidFill>
          <a:ln w="14288">
            <a:noFill/>
            <a:prstDash val="solid"/>
          </a:ln>
        </p:spPr>
        <p:txBody>
          <a:bodyPr anchor="ctr"/>
          <a:lstStyle/>
          <a:p>
            <a:pPr algn="l">
              <a:defRPr sz="1275" b="1">
                <a:solidFill>
                  <a:srgbClr val="184E8A"/>
                </a:solidFill>
              </a:defRPr>
            </a:pPr>
            <a:r>
              <a:rPr sz="1275" b="1">
                <a:solidFill>
                  <a:srgbClr val="184E8A"/>
                </a:solidFill>
              </a:rPr>
              <a:t>Select architecture and controls so residual risk is explicit, monitored, and acceptable.</a:t>
            </a:r>
          </a:p>
        </p:txBody>
      </p:sp>
    </p:spTree>
    <p:extLst>
      <p:ext uri="{BB962C8B-B14F-4D97-AF65-F5344CB8AC3E}">
        <p14:creationId xmlns:p14="http://schemas.microsoft.com/office/powerpoint/2010/main" val="221878673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117</Slides>
  <Notes>112</Notes>
  <HiddenSlides>3</HiddenSlides>
  <ScaleCrop>false</ScaleCrop>
  <HeadingPairs>
    <vt:vector size="4" baseType="variant">
      <vt:variant>
        <vt:lpstr>Theme</vt:lpstr>
      </vt:variant>
      <vt:variant>
        <vt:i4>1</vt:i4>
      </vt:variant>
      <vt:variant>
        <vt:lpstr>Slide Titles</vt:lpstr>
      </vt:variant>
      <vt:variant>
        <vt:i4>117</vt:i4>
      </vt:variant>
    </vt:vector>
  </HeadingPairs>
  <TitlesOfParts>
    <vt:vector size="118" baseType="lpstr">
      <vt:lpstr>Custom Design</vt:lpstr>
      <vt:lpstr>PowerPoint Presentation</vt:lpstr>
      <vt:lpstr>PowerPoint Presentation</vt:lpstr>
      <vt:lpstr>Course Instructor: Miao Yu</vt:lpstr>
      <vt:lpstr>Course Teaching Assistants</vt:lpstr>
      <vt:lpstr>Module 1: GenAI Foundations (2–3 Weeks)</vt:lpstr>
      <vt:lpstr>Module 2: GenAI Strategy and Rollout (2–3 Weeks)</vt:lpstr>
      <vt:lpstr>Module 3: GenAI Industry Use Cases (4 Weeks)</vt:lpstr>
      <vt:lpstr>Module 4: Responsible AI (2 Weeks)</vt:lpstr>
      <vt:lpstr>Lecture Dates (Tentative)</vt:lpstr>
      <vt:lpstr>Course Assessment</vt:lpstr>
      <vt:lpstr>Group Project: Defensible GenAI Application</vt:lpstr>
      <vt:lpstr>Written Examination</vt:lpstr>
      <vt:lpstr>PowerPoint Presentation</vt:lpstr>
      <vt:lpstr>Module 1: Foundations</vt:lpstr>
      <vt:lpstr>PowerPoint Presentation</vt:lpstr>
      <vt:lpstr>Is AI New?</vt:lpstr>
      <vt:lpstr>Is AI New?</vt:lpstr>
      <vt:lpstr>Is it a chatbot or chatgpt?</vt:lpstr>
      <vt:lpstr>Chatbot Is a Category; ChatGPT Is One Product</vt:lpstr>
      <vt:lpstr>PowerPoint Presentation</vt:lpstr>
      <vt:lpstr>ELIZA Showed How Easily Rules Can Feel Conversational</vt:lpstr>
      <vt:lpstr>How AI Evolved: Three Milestones</vt:lpstr>
      <vt:lpstr>Three Milestones in AI's Evolution</vt:lpstr>
      <vt:lpstr>Four AI Paradigms Coexist and Evolve</vt:lpstr>
      <vt:lpstr>Symbolic AI Made Reasoning Explicit</vt:lpstr>
      <vt:lpstr>Symbolic AI Worked When Rules Were Explicit</vt:lpstr>
      <vt:lpstr>Symbolic AI Hit a Scalability Wall</vt:lpstr>
      <vt:lpstr>Statistical Learning Shifted AI from Rules to Data</vt:lpstr>
      <vt:lpstr>AI, ML, and Deep Learning</vt:lpstr>
      <vt:lpstr>Neurons </vt:lpstr>
      <vt:lpstr>Supervised Learning Maps Labeled Inputs to Predictions</vt:lpstr>
      <vt:lpstr>Deep Learning Learned Patterns from Data</vt:lpstr>
      <vt:lpstr>Deep Learning Made Representation Learning Practical</vt:lpstr>
      <vt:lpstr>AlexNet Proved Deep Learning at Scale</vt:lpstr>
      <vt:lpstr>AlexNet Proved Deep Learning at Scale</vt:lpstr>
      <vt:lpstr>Inception and Residual Connections Enabled Deeper Networks</vt:lpstr>
      <vt:lpstr>Compute, Data, and Architecture Reinforced One Another</vt:lpstr>
      <vt:lpstr>Geoffrey Hinton Helped Make Deep Learning Practical</vt:lpstr>
      <vt:lpstr>Who is Geoffrey Hinton?</vt:lpstr>
      <vt:lpstr>Watch: Geoffrey Hinton’s Nobel Lecture</vt:lpstr>
      <vt:lpstr>Language Meaning Depends on Context</vt:lpstr>
      <vt:lpstr>One-Hot Encoding Made Words Sparse and Isolated</vt:lpstr>
      <vt:lpstr>Input Processing Turns Text into Contextual Vectors</vt:lpstr>
      <vt:lpstr>Why Recurrent Models Lose Long Context</vt:lpstr>
      <vt:lpstr>Transformers Shifted AI Toward Generation</vt:lpstr>
      <vt:lpstr>Self-Attention Connects Tokens During Parallel Training</vt:lpstr>
      <vt:lpstr>LLM Architecture Balances Attention, Context, and Serving</vt:lpstr>
      <vt:lpstr>Transformers Remove Recurrence in Training</vt:lpstr>
      <vt:lpstr>LLMs Generate One Token at a Time</vt:lpstr>
      <vt:lpstr>Decoding Samples from a Next-Token Distribution</vt:lpstr>
      <vt:lpstr>An LLM Is a Large, Pretrained Language Model</vt:lpstr>
      <vt:lpstr>2017–Present: Foundation Models Expanded Generation</vt:lpstr>
      <vt:lpstr>Watch: What Makes AI Generative?</vt:lpstr>
      <vt:lpstr>Discussion: Why Can AI Feel Alive?</vt:lpstr>
      <vt:lpstr>The GenAI Landscape Is a Portfolio, Not a Ranking</vt:lpstr>
      <vt:lpstr>Neuro-Symbolic AI Combines Patterns and Logic</vt:lpstr>
      <vt:lpstr>Opacity Changes How Enterprises Establish Trust</vt:lpstr>
      <vt:lpstr>Trustworthy AI Combines Capability, Evidence, and Control</vt:lpstr>
      <vt:lpstr>PowerPoint Presentation</vt:lpstr>
      <vt:lpstr>Enterprise LLMs Require Multi-Objective Design</vt:lpstr>
      <vt:lpstr>Six Vectors Shape the Architecture Trade Space</vt:lpstr>
      <vt:lpstr>The Best Model Is Not the Biggest Model</vt:lpstr>
      <vt:lpstr>Mission Fit Replaced Model-Leaderboard Thinking</vt:lpstr>
      <vt:lpstr>Two Ways to Build Multimodal Systems</vt:lpstr>
      <vt:lpstr>Pipeline vs Native Multimodality: Key Trade-offs</vt:lpstr>
      <vt:lpstr>Multimodality Expands the Business Interface</vt:lpstr>
      <vt:lpstr>Latency Has Two Components</vt:lpstr>
      <vt:lpstr>Latency Splits into Prefill and Decode</vt:lpstr>
      <vt:lpstr>Two Useful Inference Patterns</vt:lpstr>
      <vt:lpstr>Retrieval and Reasoning Solve Different Problems</vt:lpstr>
      <vt:lpstr>Maximum Context Is Not Always Usable Context</vt:lpstr>
      <vt:lpstr>Measure Effective Context Empirically</vt:lpstr>
      <vt:lpstr>Compare Context Windows Carefully</vt:lpstr>
      <vt:lpstr>Latency and Throughput Are Different</vt:lpstr>
      <vt:lpstr>Batching Trades Per-Request Latency for Fleet Throughput</vt:lpstr>
      <vt:lpstr>Cost Has Hidden Multipliers</vt:lpstr>
      <vt:lpstr>Model Cost Depends on I/O and Deployment</vt:lpstr>
      <vt:lpstr>Calculate Workload-Specific Total Cost</vt:lpstr>
      <vt:lpstr>Start Architecture Design with the Mission</vt:lpstr>
      <vt:lpstr>Two Missions Need Different Architectures</vt:lpstr>
      <vt:lpstr>Voice Agent vs. Financial Analysis</vt:lpstr>
      <vt:lpstr>Voice-Agent Architecture Starts with Interaction Latency</vt:lpstr>
      <vt:lpstr>Financial Analysis Prioritizes Evidence and Verification</vt:lpstr>
      <vt:lpstr>Compound AI Matches Requests to Components</vt:lpstr>
      <vt:lpstr>A Router Assigns Work to the Right Specialist</vt:lpstr>
      <vt:lpstr>Six Principles for Architecture Decisions</vt:lpstr>
      <vt:lpstr>Optimize for Fitness, Not Raw Strength</vt:lpstr>
      <vt:lpstr>PowerPoint Presentation</vt:lpstr>
      <vt:lpstr>Generative AI Produces Probability-Driven Outputs</vt:lpstr>
      <vt:lpstr>Probabilistic Outputs Require a Different Control Model</vt:lpstr>
      <vt:lpstr>Hallucinations Can Look Convincingly Correct</vt:lpstr>
      <vt:lpstr>Ground Probabilistic Systems</vt:lpstr>
      <vt:lpstr>RAG, Reasoning, and Human Review</vt:lpstr>
      <vt:lpstr>Build an Evidence Chain, Not a Chain of Thought</vt:lpstr>
      <vt:lpstr>GenAI Expands the Cyber Attack Surface</vt:lpstr>
      <vt:lpstr>Defend with Testing, Provenance, and Guardrails</vt:lpstr>
      <vt:lpstr>Security Incidents Expose Authority and Identity Gaps</vt:lpstr>
      <vt:lpstr>How Sensitive Data Can Leak</vt:lpstr>
      <vt:lpstr>Protect Data Across the Model Lifecycle</vt:lpstr>
      <vt:lpstr>The Samsung Incident Was a Data-Disclosure Failure</vt:lpstr>
      <vt:lpstr>Training Data Raises a Rights Question</vt:lpstr>
      <vt:lpstr>Copyright Risk Has Two Sides</vt:lpstr>
      <vt:lpstr>Use Licensing, Contracts, and Opt-Outs</vt:lpstr>
      <vt:lpstr>Copyright Risk Depends on Rights, Use, and Jurisdiction</vt:lpstr>
      <vt:lpstr>Models Inherit Bias and Lose Diversity</vt:lpstr>
      <vt:lpstr>Fairness Requires Data, Metrics, and Feedback</vt:lpstr>
      <vt:lpstr>Fairness Requires Context-Specific Evidence</vt:lpstr>
      <vt:lpstr>Responsible AI Extends Beyond the Model</vt:lpstr>
      <vt:lpstr>Environmental Impact Must Be Measured, Not Averaged</vt:lpstr>
      <vt:lpstr>Responsible AI Covers the Entire Value Chain</vt:lpstr>
      <vt:lpstr>NIST AI RMF Provides a Common Risk Language</vt:lpstr>
      <vt:lpstr>PowerPoint Presentation</vt:lpstr>
      <vt:lpstr>Govern, Map, Measure, Manage</vt:lpstr>
      <vt:lpstr>NIST AI RMF Is Continuous and Iterative</vt:lpstr>
      <vt:lpstr>GOVERN and MAP Set Direction</vt:lpstr>
      <vt:lpstr>MEASURE and MANAGE Put Evidence into Action</vt:lpstr>
      <vt:lpstr>The Goal Is Acceptable Risk, Not Zero Risk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cp:revision>
  <dcterms:created xsi:type="dcterms:W3CDTF">2026-08-22T11:59:46Z</dcterms:created>
  <dcterms:modified xsi:type="dcterms:W3CDTF">2026-09-04T07:26:38Z</dcterms:modified>
</cp:coreProperties>
</file>